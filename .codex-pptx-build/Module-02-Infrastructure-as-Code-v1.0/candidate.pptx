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f51a5de3764903" /><Relationship Type="http://schemas.openxmlformats.org/officeDocument/2006/relationships/extended-properties" Target="/docProps/app.xml" Id="Re839fcc5709a415e" /><Relationship Type="http://schemas.openxmlformats.org/officeDocument/2006/relationships/officeDocument" Target="/ppt/presentation.xml" Id="Raa3fc9aa59d64b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5a88878f0e42df"/>
  </p:sldMasterIdLst>
  <p:notesMasterIdLst>
    <p:notesMasterId xmlns:r="http://schemas.openxmlformats.org/officeDocument/2006/relationships" r:id="R1552e5e4fc954ac0"/>
  </p:notesMasterIdLst>
  <p:sldIdLst>
    <p:sldId xmlns:r="http://schemas.openxmlformats.org/officeDocument/2006/relationships" id="256" r:id="R5ffe552e5ce546dd"/>
    <p:sldId xmlns:r="http://schemas.openxmlformats.org/officeDocument/2006/relationships" id="257" r:id="Re7e98e4202c849b0"/>
    <p:sldId xmlns:r="http://schemas.openxmlformats.org/officeDocument/2006/relationships" id="258" r:id="R12122674a897422e"/>
    <p:sldId xmlns:r="http://schemas.openxmlformats.org/officeDocument/2006/relationships" id="259" r:id="R770408cd804544f5"/>
    <p:sldId xmlns:r="http://schemas.openxmlformats.org/officeDocument/2006/relationships" id="260" r:id="Re32627b732204141"/>
    <p:sldId xmlns:r="http://schemas.openxmlformats.org/officeDocument/2006/relationships" id="261" r:id="R6eb77798473e40e8"/>
    <p:sldId xmlns:r="http://schemas.openxmlformats.org/officeDocument/2006/relationships" id="262" r:id="R98351fc6d9724c98"/>
    <p:sldId xmlns:r="http://schemas.openxmlformats.org/officeDocument/2006/relationships" id="263" r:id="R4fb16d9e2d644892"/>
    <p:sldId xmlns:r="http://schemas.openxmlformats.org/officeDocument/2006/relationships" id="264" r:id="R825d583ae81745d6"/>
    <p:sldId xmlns:r="http://schemas.openxmlformats.org/officeDocument/2006/relationships" id="265" r:id="Reb310e18e84a4bca"/>
    <p:sldId xmlns:r="http://schemas.openxmlformats.org/officeDocument/2006/relationships" id="266" r:id="Rc861364d52b14b38"/>
    <p:sldId xmlns:r="http://schemas.openxmlformats.org/officeDocument/2006/relationships" id="267" r:id="Rf7b1d2a065a44036"/>
    <p:sldId xmlns:r="http://schemas.openxmlformats.org/officeDocument/2006/relationships" id="268" r:id="R62e83d2f7876418d"/>
    <p:sldId xmlns:r="http://schemas.openxmlformats.org/officeDocument/2006/relationships" id="269" r:id="R1953f8c042784402"/>
    <p:sldId xmlns:r="http://schemas.openxmlformats.org/officeDocument/2006/relationships" id="270" r:id="R75f07b0cb5cc4c3c"/>
    <p:sldId xmlns:r="http://schemas.openxmlformats.org/officeDocument/2006/relationships" id="271" r:id="R81e6f63184754f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4352110b254f92" /><Relationship Type="http://schemas.openxmlformats.org/officeDocument/2006/relationships/slideMaster" Target="/ppt/slideMasters/slideMaster1.xml" Id="R555a88878f0e42df" /><Relationship Type="http://schemas.openxmlformats.org/officeDocument/2006/relationships/notesMaster" Target="/ppt/notesMasters/notesMaster1.xml" Id="R1552e5e4fc954ac0" /><Relationship Type="http://schemas.openxmlformats.org/officeDocument/2006/relationships/presProps" Target="/ppt/presProps.xml" Id="Rf921bb58eaa648e0" /><Relationship Type="http://schemas.openxmlformats.org/officeDocument/2006/relationships/tableStyles" Target="/ppt/tableStyles.xml" Id="R871f3b4f42404ee7" /><Relationship Type="http://schemas.openxmlformats.org/officeDocument/2006/relationships/slide" Target="/ppt/slides/slide1.xml" Id="R5ffe552e5ce546dd" /><Relationship Type="http://schemas.openxmlformats.org/officeDocument/2006/relationships/slide" Target="/ppt/slides/slide2.xml" Id="Re7e98e4202c849b0" /><Relationship Type="http://schemas.openxmlformats.org/officeDocument/2006/relationships/slide" Target="/ppt/slides/slide3.xml" Id="R12122674a897422e" /><Relationship Type="http://schemas.openxmlformats.org/officeDocument/2006/relationships/slide" Target="/ppt/slides/slide4.xml" Id="R770408cd804544f5" /><Relationship Type="http://schemas.openxmlformats.org/officeDocument/2006/relationships/slide" Target="/ppt/slides/slide5.xml" Id="Re32627b732204141" /><Relationship Type="http://schemas.openxmlformats.org/officeDocument/2006/relationships/slide" Target="/ppt/slides/slide6.xml" Id="R6eb77798473e40e8" /><Relationship Type="http://schemas.openxmlformats.org/officeDocument/2006/relationships/slide" Target="/ppt/slides/slide7.xml" Id="R98351fc6d9724c98" /><Relationship Type="http://schemas.openxmlformats.org/officeDocument/2006/relationships/slide" Target="/ppt/slides/slide8.xml" Id="R4fb16d9e2d644892" /><Relationship Type="http://schemas.openxmlformats.org/officeDocument/2006/relationships/slide" Target="/ppt/slides/slide9.xml" Id="R825d583ae81745d6" /><Relationship Type="http://schemas.openxmlformats.org/officeDocument/2006/relationships/slide" Target="/ppt/slides/slide10.xml" Id="Reb310e18e84a4bca" /><Relationship Type="http://schemas.openxmlformats.org/officeDocument/2006/relationships/slide" Target="/ppt/slides/slide11.xml" Id="Rc861364d52b14b38" /><Relationship Type="http://schemas.openxmlformats.org/officeDocument/2006/relationships/slide" Target="/ppt/slides/slide12.xml" Id="Rf7b1d2a065a44036" /><Relationship Type="http://schemas.openxmlformats.org/officeDocument/2006/relationships/slide" Target="/ppt/slides/slide13.xml" Id="R62e83d2f7876418d" /><Relationship Type="http://schemas.openxmlformats.org/officeDocument/2006/relationships/slide" Target="/ppt/slides/slide14.xml" Id="R1953f8c042784402" /><Relationship Type="http://schemas.openxmlformats.org/officeDocument/2006/relationships/slide" Target="/ppt/slides/slide15.xml" Id="R75f07b0cb5cc4c3c" /><Relationship Type="http://schemas.openxmlformats.org/officeDocument/2006/relationships/slide" Target="/ppt/slides/slide16.xml" Id="R81e6f6318475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a1b9388b5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399b1fcc514e93" /><Relationship Type="http://schemas.openxmlformats.org/officeDocument/2006/relationships/notesMaster" Target="/ppt/notesMasters/notesMaster1.xml" Id="R1d90b6e84f7c48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088701edea4a78" /><Relationship Type="http://schemas.openxmlformats.org/officeDocument/2006/relationships/notesMaster" Target="/ppt/notesMasters/notesMaster1.xml" Id="R3deefc82abff44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1e24c72fe04ccf" /><Relationship Type="http://schemas.openxmlformats.org/officeDocument/2006/relationships/notesMaster" Target="/ppt/notesMasters/notesMaster1.xml" Id="R269048d643f7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e7151f7ac04f79" /><Relationship Type="http://schemas.openxmlformats.org/officeDocument/2006/relationships/notesMaster" Target="/ppt/notesMasters/notesMaster1.xml" Id="Ra3e157feee874e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1829f3cd2c4807" /><Relationship Type="http://schemas.openxmlformats.org/officeDocument/2006/relationships/notesMaster" Target="/ppt/notesMasters/notesMaster1.xml" Id="R4d23204a3ba142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a7490c78564c8c" /><Relationship Type="http://schemas.openxmlformats.org/officeDocument/2006/relationships/notesMaster" Target="/ppt/notesMasters/notesMaster1.xml" Id="R4707edc2425f41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522d9fde194f43" /><Relationship Type="http://schemas.openxmlformats.org/officeDocument/2006/relationships/notesMaster" Target="/ppt/notesMasters/notesMaster1.xml" Id="Rbdcf8de8f8264d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cf04f79a4b4fdc" /><Relationship Type="http://schemas.openxmlformats.org/officeDocument/2006/relationships/notesMaster" Target="/ppt/notesMasters/notesMaster1.xml" Id="R5e4b349fd6a94f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a1aee909cc4ea4" /><Relationship Type="http://schemas.openxmlformats.org/officeDocument/2006/relationships/notesMaster" Target="/ppt/notesMasters/notesMaster1.xml" Id="R43c5555d473f43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c1ea0ed7874a5a" /><Relationship Type="http://schemas.openxmlformats.org/officeDocument/2006/relationships/notesMaster" Target="/ppt/notesMasters/notesMaster1.xml" Id="Rb43c63ab2c6d4a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79b5de32864310" /><Relationship Type="http://schemas.openxmlformats.org/officeDocument/2006/relationships/notesMaster" Target="/ppt/notesMasters/notesMaster1.xml" Id="Rd13b339fa7564b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b08cee36cb4a6d" /><Relationship Type="http://schemas.openxmlformats.org/officeDocument/2006/relationships/notesMaster" Target="/ppt/notesMasters/notesMaster1.xml" Id="Rae1972e7bbfe4b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f0011fe0d14959" /><Relationship Type="http://schemas.openxmlformats.org/officeDocument/2006/relationships/notesMaster" Target="/ppt/notesMasters/notesMaster1.xml" Id="R8b9cf3a8de464c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6ac1924d294d0f" /><Relationship Type="http://schemas.openxmlformats.org/officeDocument/2006/relationships/notesMaster" Target="/ppt/notesMasters/notesMaster1.xml" Id="R8a3b30b6a3044f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bbf75e6b7e455c" /><Relationship Type="http://schemas.openxmlformats.org/officeDocument/2006/relationships/notesMaster" Target="/ppt/notesMasters/notesMaster1.xml" Id="R800cce4c1fc547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18bd32d4c34aef" /><Relationship Type="http://schemas.openxmlformats.org/officeDocument/2006/relationships/notesMaster" Target="/ppt/notesMasters/notesMaster1.xml" Id="Ra3073740b14e44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2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Infrastructure as Code and On-Demand Environments. Provisioning, configuration, testing, and cleanup.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separates infrastructure provisioning from system configuration and shows how code can create short-lived test environments safely.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Explain desired state and lifecycle management Use Terraform state without confusing it with live truth Assign configuration work to Ansible Design create, verify, and destroy controls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tool ownership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Terraform, Ansible, image tooling, and orchestration platforms solve different parts of the delivery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three automation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Resource lifecycle: Create and delete infrastructure Track resource identity Plan topology changes Expose connection outputs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System behavior: Configure operating systems and devices Apply policy and application settings Verify desired behavior Remediate controlled drift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terraform lifecycle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Initialization prepares providers, planning exposes the proposed change, and apply reconciles resources with the declared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plan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Review the proposal: Resources created or destroyed Replacement operations Address and naming conflicts Unexpected provider changes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Review the execution context: Workspace and state backend Provider identity Variable sources Approved learner resource range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state and drift.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Terraform state: Maps code to managed resources Carries sensitive operational metadata Requires controlled storage and locking Supports planning and replacement decisions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Drift: Appears when reality changes outside code Can make a plan unsafe Requires refresh and investigation May lead to import, reconciliation, or replacement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drift reconciliation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drift response begins with observation and classification before the team decides whether code or infrastructure should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terraform and ansible handoff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Provisioning creates the environment and exports connection data. Ansible consumes that output to configure and verify the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handoff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Terraform output: Resource identifiers Management addresses Topology metadata Readiness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Ansible input: Generated inventory Connection variables Configuration intent Validation scope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on-demand test environment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Temporary environments need ownership, unique naming, bounded lifetime, evidence collection, and cleanup even when tests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automation platform options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environment may use simulation, virtualization, containers, or physical systems depending on fidelity and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shared platform safeguards.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Isolation: Per-learner identifiers and namespaces Unique resource names and address ranges Concurrency limits Explicit ownership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Cleanup: Destroy in an always-run stage Use time-to-live metadata Collect logs before deletion Report orphaned resources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failure and cleanup.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Failure handling: Preserve the failed plan and logs Classify partial creation Block unsafe reuse Report the owning learner and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Cleanup handling: Run after success or failure Destroy only owned resources Confirm the environment disappeared Escalate cleanup failures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Infrastructure code creates a controlled environment boundary, while configuration automation prepares the systems inside that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Keep provisioning and configuration ownership clear Treat state as protected operational data Review plans before applying changes Design cleanup as part of the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Packaging and Operating Applications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5c66ebbfb4e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f28d1154a4bcd" /><Relationship Type="http://schemas.openxmlformats.org/officeDocument/2006/relationships/slideLayout" Target="/ppt/slideLayouts/slideLayout1.xml" Id="R27a91c71ac4d4b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a91c71ac4d4b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510926d5454c" /><Relationship Type="http://schemas.openxmlformats.org/officeDocument/2006/relationships/image" Target="/ppt/media/image.png" Id="R0e2177d624894c1d" /><Relationship Type="http://schemas.openxmlformats.org/officeDocument/2006/relationships/notesSlide" Target="/ppt/notesSlides/notesSlide1.xml" Id="R4c6ef16b66a348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70c4804af4a7a" /><Relationship Type="http://schemas.openxmlformats.org/officeDocument/2006/relationships/notesSlide" Target="/ppt/notesSlides/notesSlide2.xml" Id="R678dee852b2b43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1bb9b1d5c4000" /><Relationship Type="http://schemas.openxmlformats.org/officeDocument/2006/relationships/image" Target="/ppt/media/image2.png" Id="R324e91307d694468" /><Relationship Type="http://schemas.openxmlformats.org/officeDocument/2006/relationships/notesSlide" Target="/ppt/notesSlides/notesSlide3.xml" Id="R9de5b8b62f4a49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7c85962924858" /><Relationship Type="http://schemas.openxmlformats.org/officeDocument/2006/relationships/notesSlide" Target="/ppt/notesSlides/notesSlide4.xml" Id="Rae3ea71c93294e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c057e341c433e" /><Relationship Type="http://schemas.openxmlformats.org/officeDocument/2006/relationships/image" Target="/ppt/media/image3.png" Id="Re82f7e7ecce44bc2" /><Relationship Type="http://schemas.openxmlformats.org/officeDocument/2006/relationships/notesSlide" Target="/ppt/notesSlides/notesSlide5.xml" Id="R4f0abc3f97eb42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5c50c3cc149f1" /><Relationship Type="http://schemas.openxmlformats.org/officeDocument/2006/relationships/notesSlide" Target="/ppt/notesSlides/notesSlide6.xml" Id="Rec9d82b198944b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66a642df14b00" /><Relationship Type="http://schemas.openxmlformats.org/officeDocument/2006/relationships/notesSlide" Target="/ppt/notesSlides/notesSlide7.xml" Id="R7e93829db1c14b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818dce33743c3" /><Relationship Type="http://schemas.openxmlformats.org/officeDocument/2006/relationships/image" Target="/ppt/media/image4.png" Id="Rb882ec535e0247c3" /><Relationship Type="http://schemas.openxmlformats.org/officeDocument/2006/relationships/notesSlide" Target="/ppt/notesSlides/notesSlide8.xml" Id="Rb40c2e6dfbd84e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e9464771946ee" /><Relationship Type="http://schemas.openxmlformats.org/officeDocument/2006/relationships/image" Target="/ppt/media/image5.png" Id="R16598a156065406a" /><Relationship Type="http://schemas.openxmlformats.org/officeDocument/2006/relationships/notesSlide" Target="/ppt/notesSlides/notesSlide9.xml" Id="R94147723c75d42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1fd9acf504a03" /><Relationship Type="http://schemas.openxmlformats.org/officeDocument/2006/relationships/notesSlide" Target="/ppt/notesSlides/notesSlide10.xml" Id="R6ad96004ea5f42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57633b47841c5" /><Relationship Type="http://schemas.openxmlformats.org/officeDocument/2006/relationships/image" Target="/ppt/media/image6.png" Id="Re8f0ffc9e5fb4a95" /><Relationship Type="http://schemas.openxmlformats.org/officeDocument/2006/relationships/notesSlide" Target="/ppt/notesSlides/notesSlide11.xml" Id="R3955f376042e4d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d505b16664161" /><Relationship Type="http://schemas.openxmlformats.org/officeDocument/2006/relationships/image" Target="/ppt/media/image7.png" Id="Rc4618e1cd6204fcf" /><Relationship Type="http://schemas.openxmlformats.org/officeDocument/2006/relationships/notesSlide" Target="/ppt/notesSlides/notesSlide12.xml" Id="Re8bc260a5c4446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a1c7c436e49bb" /><Relationship Type="http://schemas.openxmlformats.org/officeDocument/2006/relationships/notesSlide" Target="/ppt/notesSlides/notesSlide13.xml" Id="Rf7fd65c98df44f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c4dcf949f40c5" /><Relationship Type="http://schemas.openxmlformats.org/officeDocument/2006/relationships/notesSlide" Target="/ppt/notesSlides/notesSlide14.xml" Id="Raa28d7a2012847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7a3b38d934cc9" /><Relationship Type="http://schemas.openxmlformats.org/officeDocument/2006/relationships/notesSlide" Target="/ppt/notesSlides/notesSlide15.xml" Id="R4ff00625bcd34c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e64b619c94367" /><Relationship Type="http://schemas.openxmlformats.org/officeDocument/2006/relationships/notesSlide" Target="/ppt/notesSlides/notesSlide16.xml" Id="R26c38317e3ba4e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177d624894c1d"/>
          <a:srcRect xmlns:a="http://schemas.openxmlformats.org/drawingml/2006/main" l="0" t="30099" r="0" b="30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78E85-5E0B-4438-904E-B057C20A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E23A6-982B-414B-9D8F-2612B103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B6292-DB11-4D0A-B57B-FFD3205D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3CD2C-F0F0-4095-8624-D5CCE12A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873FC-98EF-4793-A1B8-74768881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630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Infrastructure as Code and On-Demand Environments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CF5B-C24F-4D84-B3CB-C9D88BB0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Provisioning, configuration, testing, and cleanup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3DDC8-C045-4C39-B4BC-34401FF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</p:spTree>
    <p:extLst>
      <p:ext uri="{BB962C8B-B14F-4D97-AF65-F5344CB8AC3E}">
        <p14:creationId xmlns:p14="http://schemas.microsoft.com/office/powerpoint/2010/main" val="904275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39CD6-3E7E-4E5B-855B-38D56C8D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FD98A-BB89-4A42-92A5-E69FEA03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A8A5-78E0-488D-A92B-3DCF8D28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5C39D-823F-403B-B79D-18CDD3F4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BB45B-C44C-48D1-A06E-BA94FD9E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011C1-DEE1-4D72-ABE6-DAB5AF46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94842-7A50-4AED-96B6-983A5CB6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separates infrastructure provisioning from system configuration and shows how code can create short-lived test environments safely.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D6C34-FE08-43A0-85FD-45A3E2B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3F0CE-5A49-43A2-9E4B-A9BCF211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Explain desired state and lifecycle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424E9-EEA8-4F37-A8F3-54B772CC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0A144-EAB4-4E58-9ED4-1D465C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Terraform state without confusing it with live 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55061-908E-40F0-90D1-410FF4F3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D138B-11CF-4865-AD50-E68F4431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Assign configuration work to Ansible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8DA19-16C4-4357-AC97-955229DE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11729-6855-4E32-A7D6-563B4DE5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create, verify, and destroy controls</a:t>
            </a:r>
          </a:p>
        </p:txBody>
      </p:sp>
    </p:spTree>
    <p:extLst>
      <p:ext uri="{BB962C8B-B14F-4D97-AF65-F5344CB8AC3E}">
        <p14:creationId xmlns:p14="http://schemas.microsoft.com/office/powerpoint/2010/main" val="2025934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2F4DC-C7DE-43B2-82E2-C717953B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A002E-2A41-45AD-8415-D5D5B97C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4D342-232B-46E2-8E3C-21C5B77D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24AD0-E853-41D4-B99A-A2C39E1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E4A13-7FE6-4229-B079-6A2A38A5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Tool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3BF07-BBAA-4C13-8642-AC5506E1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e91307d694468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70B0E-E76E-45E6-9C78-890DB826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6BA6D-9D8A-4A8B-ABEC-5557E3BD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Terraform, Ansible, image tooling, and orchestration platforms solve different parts of the delivery problem.</a:t>
            </a:r>
          </a:p>
        </p:txBody>
      </p:sp>
    </p:spTree>
    <p:extLst>
      <p:ext uri="{BB962C8B-B14F-4D97-AF65-F5344CB8AC3E}">
        <p14:creationId xmlns:p14="http://schemas.microsoft.com/office/powerpoint/2010/main" val="2082177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29C121-CA4E-44DB-BF14-35CD2448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E0251-F8E6-4757-B0F0-7308570E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326B8-D289-47E4-B9F8-04BC6548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70CCD-46D1-4546-8864-10FD3DD4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DED92-D286-4138-B668-6BA0A1AC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Three automation responsibilities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75C08-C00B-48DA-86A9-322BA813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D3480-E9B2-400F-802D-4CA9D15F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B880D-6408-4564-AD06-02BBEA0A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Resource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6EFB8-140C-4729-AF6A-584700A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System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E3103-F729-4A97-B3E2-A47131CC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9AA26-FC96-4280-BF69-E2725F53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84AEE-A29E-471E-B606-A6C72864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Create and delete infrastructure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98439-B58E-46CF-BF79-5302FCC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F4A46-6A1A-4A35-B282-CABDC5BE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04674-E23B-468C-B1B8-D31B52B1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Track resource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80158-B00F-4D39-AFFE-EC95D61A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45490-5CED-4CAE-B44F-E532D3B3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62B06-3AAE-4BA3-B5BD-76837998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Plan topology changes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DBBC9-0956-48D5-94A9-9071C63F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0A31D-98BA-4BC3-AF61-52E0059F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3F52B-2023-4C52-BC1A-52C159BC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Expose connection outputs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AA052F-A020-43E5-BDCA-B9831C3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4EA3B-5080-4B02-8C28-F313ED7A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8DA96-2837-4A04-87BE-F3F1178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Configure operating systems and devices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D99AF-7F30-4CEF-9779-9914816A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EEBBE-DBEF-4758-AC2A-0F0B3A4F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026E9F-0C2F-49AA-A3A5-91AEF4F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Apply policy and application 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D042B-B502-4BFC-922F-E4C2C6A1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3B038-8F06-4B6C-AFE3-AED2FE1B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4DC20E-F7B7-428A-A4CE-7D4F603E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Verify desired behavior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D9EF7-8A3C-42B1-95C8-A27D0194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73893-3685-498C-9E43-71DA3997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B817DD-3509-4F58-A806-ED7ADBDF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Remediate controlled drift</a:t>
            </a:r>
          </a:p>
        </p:txBody>
      </p:sp>
    </p:spTree>
    <p:extLst>
      <p:ext uri="{BB962C8B-B14F-4D97-AF65-F5344CB8AC3E}">
        <p14:creationId xmlns:p14="http://schemas.microsoft.com/office/powerpoint/2010/main" val="1908631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D35C7-97CD-482D-BEBD-7C444B25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1E374-5621-46FE-BA52-ADC35492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DAC67-3AC5-45C7-80A1-7477C2B6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97CE9-A364-4B64-A525-3E9DEDB0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E6ADB-7866-44C7-964F-E0B59303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Terraform lifecycle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0E65C-653D-47A7-A870-A3F1057C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f7e7ecce44bc2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2866E-D97B-4E08-B8A0-28C6FC41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905A2-429F-4456-BA9B-75BA070C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Initialization prepares providers, planning exposes the proposed change, and apply reconciles resources with the declared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992274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2D7961-4FC5-4C35-8BCC-982F81C0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81057-8A06-43C5-98CD-74F10135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79080-A440-4F7E-8A39-6BEC98E7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2BB2F-0F2E-4C1E-B675-D195212A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8BE0D-E7FD-4A9B-89C4-05D0164B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Plan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FEB1C-97B9-4ED8-83DD-A9D981B0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BE193-C89B-4D5F-BBD6-C571982F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BB8AC-7F53-403A-87B8-0A02EC51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Review the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E65A5-AB60-42AC-A07A-B14DD7E7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Review the execution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2ABFA-81AF-47EC-80BD-39F85A1F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F4B3B-EB55-438F-AE55-4CA72694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62B1E-EA79-4473-B1FE-09535D2C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Resources created or destroyed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5FC21-DB7F-441C-A700-8ED1DA8E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0C162-0A19-4B5A-AC25-9F4BC679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BCD5B-7384-4FF2-9D64-DA35CA1A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Replacement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8816B-D222-48CC-86B6-94786966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243E9-CC38-42C3-B973-96A0025A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F9553-F715-40F2-B8B1-D86B58C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Address and naming conflicts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11D57-E75C-4AC0-AC09-BD6E53DF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1264E-844E-4FD8-9A39-94102666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0570F-0D71-4D4A-AE46-12B7EA46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Unexpected provider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9DBD1-90C5-4E10-8C34-43326330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E62F4-2BD8-4637-B4E5-A5A7B261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4F9A3-164F-4DD5-9661-8AE1440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Workspace and state 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DCAB8E-4418-466D-9730-B7F54B21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8FDA3F-B2F0-4464-A256-839D5525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201C95-7486-42F3-AE6E-3EEB2FF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Provider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A98014-A29A-4774-A198-E1117165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6327C-1DBC-4378-837D-73EE1A2D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45B2B-0FF6-4A79-ACDD-A20C169B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Variable sources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E79CE6-F18D-4DED-AA59-9A615C8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79197-5165-4BD1-BC16-53E8D232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B70C2C-4FC4-4887-A449-91701F47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Approved learner resource range</a:t>
            </a:r>
          </a:p>
        </p:txBody>
      </p:sp>
    </p:spTree>
    <p:extLst>
      <p:ext uri="{BB962C8B-B14F-4D97-AF65-F5344CB8AC3E}">
        <p14:creationId xmlns:p14="http://schemas.microsoft.com/office/powerpoint/2010/main" val="1556779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3D411-EF27-4B64-9C90-6B8BA4C6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45698-B423-4E50-B959-2DC6D4AF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AE850-40F3-44B7-8A4C-1CD211D2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16E8A-4880-4DC7-B6C2-003779CD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364E4-A174-42CD-B2FC-351A2B4F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State and drift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BBF00-75DD-48F2-A0A7-446D9BCA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BBFE3-E522-48CC-9784-6AA134F1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E2005-0E8B-43E4-920A-1E3F50D1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Terraform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16B17-751D-4515-AD9F-8B1A2A97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Drift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36D1D-1FDD-477B-AD03-0764D20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7A0D4-40DE-4A1E-A03C-55B9B6B6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A37817-7E35-44DE-94F6-0DB76004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Maps code to managed 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27F1A-2C1A-4A13-8556-644C340E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373FF-D570-45E3-9CF1-3B410B8C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75FBD-0C03-4E73-9003-EADA6A7A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Carries sensitive operational metadata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1AC28-FEDB-425E-927C-3A9098B0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F4612-848B-4219-A4B4-739E7256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B3263-194B-4BEF-A4AB-02AEEF6E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Requires controlled storage and locking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C54AD-E7D3-411D-9898-77BEFAF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2F14D-4B46-440C-9DB1-5596440E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7714C-6298-40E7-AFAC-1F57E459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Supports planning and replacement decisions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55698-488F-4BFC-AE1B-36384E66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2FBBC-5D5E-4522-B606-5D6EB6E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962B18-F5CC-4818-AC63-DC7E8642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Appears when reality changes outside 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BAEB8-EB88-433E-BB9A-800A5FC1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09E0B-670A-4BB0-8C45-B7036046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496A4E-0FEF-4479-93A2-8B759057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Can make a plan unsafe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F4BB2-E182-45FD-B033-F38F4FC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4711B-32B0-4C96-9A62-5F862DEC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374201-0B32-47D1-9278-9067A75E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Requires refresh and investigation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225E4E-F71F-4141-8201-3B5DBA02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0099EA-959C-4951-A2C4-D9BBBAD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2DBFE0-3675-416F-A3D5-C924E0BF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May lead to import, reconciliation, or replacement</a:t>
            </a:r>
          </a:p>
        </p:txBody>
      </p:sp>
    </p:spTree>
    <p:extLst>
      <p:ext uri="{BB962C8B-B14F-4D97-AF65-F5344CB8AC3E}">
        <p14:creationId xmlns:p14="http://schemas.microsoft.com/office/powerpoint/2010/main" val="753747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67A5D-CB40-4E8F-8E1A-12E9A843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ED7EE-C285-4692-9C8A-27B7EDEB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35EE9-EDB6-453F-B25B-88F73F9B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AEC42-EDA1-4176-91E1-E6A4A831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C6D08-ACD9-46F4-AA1C-9368128C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Drift reconciliation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DEF31-F603-4030-89DF-C9261B20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2ec535e0247c3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FAA46-47FD-4DD1-A72C-D22F1EEA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01982-0217-4102-807D-2E4C7DA6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drift response begins with observation and classification before the team decides whether code or infrastructure should change.</a:t>
            </a:r>
          </a:p>
        </p:txBody>
      </p:sp>
    </p:spTree>
    <p:extLst>
      <p:ext uri="{BB962C8B-B14F-4D97-AF65-F5344CB8AC3E}">
        <p14:creationId xmlns:p14="http://schemas.microsoft.com/office/powerpoint/2010/main" val="1147378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B987E-7AD6-4B28-9EBC-56D36B46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833CE-713C-4847-AAF4-7B7769F6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87A36-B883-4A17-9784-F2057916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65A4A-63B1-4710-B53B-3D9735ED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554D-4540-43CC-B3E9-029E52BB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Terraform and Ansible handoff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311B6-F86E-4CCE-9CE0-D2502BE7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98a156065406a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7D1D7-0AC3-4ECC-9152-8E945852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16C6A-AE20-4AC2-8699-AD1ADB45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Provisioning creates the environment and exports connection data. Ansible consumes that output to configure and verify the systems.</a:t>
            </a:r>
          </a:p>
        </p:txBody>
      </p:sp>
    </p:spTree>
    <p:extLst>
      <p:ext uri="{BB962C8B-B14F-4D97-AF65-F5344CB8AC3E}">
        <p14:creationId xmlns:p14="http://schemas.microsoft.com/office/powerpoint/2010/main" val="1221424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EE8E0D-CDDD-43B1-80D2-CF9543FA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3764F-8924-4AE5-8CEF-1118146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40524-AAE9-46A5-A7C4-028160F5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D9F36-8F49-4B5E-A5F9-742BBE2F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28A27-11A5-4081-BD0B-7CA8F37C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Handoff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3E3F7-F8AC-416D-B6D8-68F7DC57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5B1A7-F9D3-4AAA-848D-C3BAE0A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AAD0D-6C6C-4743-8DBE-20DCE788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Terraform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595D4-D920-4FDF-A272-6527A9C4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Ansible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C51E5-FA2D-4B6D-8BCD-2B12E228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655E4-2E82-4378-B9E5-1ACAAD76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7DFFE-879E-4F8A-B5AE-D1E534A2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Resource identifiers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CCFD6-5CAF-4853-9722-B04FC25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93469-8232-4BD2-A494-FF3BBE39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7C0D4-4607-486C-8B2D-C7F8C602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Management addresses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0F293-2EF3-489B-9E20-6F50A62E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AB2FB-B9D9-4C04-B123-7EA3A782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DC63E-4884-4221-95AC-EC0B4C1F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Topology metadata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D481E-FB60-483C-89CF-CA5D4F99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DD853-B283-43BB-90B6-EF7FF321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8128D-90F0-496C-80E2-E29B896F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Readiness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0A7DB-36AC-4414-8641-4C320322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6E6AD-3090-42B5-9B3F-34327767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88507-1237-414B-86AD-3B9ABF8E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Generated inventory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A1DF5-3EA8-4F91-862E-CA45B5DD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49C4AA-019D-49E8-908F-89A77A3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249DEB-78C1-4209-9CE6-B5F79527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Connection variables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F02F6-0284-4983-B6E6-B02DE688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111D48-6766-472A-9CE5-E8B23C6D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BEC2A3-2381-4B5C-84ED-08208E27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Configuration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716372-9478-4D4D-94F4-DBB6EFA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33C837-FE45-410A-9322-34391EB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5BED70-8D18-4833-8F45-330B3EC5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Validation scope</a:t>
            </a:r>
          </a:p>
        </p:txBody>
      </p:sp>
    </p:spTree>
    <p:extLst>
      <p:ext uri="{BB962C8B-B14F-4D97-AF65-F5344CB8AC3E}">
        <p14:creationId xmlns:p14="http://schemas.microsoft.com/office/powerpoint/2010/main" val="14924975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B5EF3-929A-463E-B3C1-AA923F90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BCA50-37EE-4523-9441-F1A3766F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14580-B07E-47E3-B4AD-FC76505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5EF6F-AC0C-4999-BCB6-BA1DCAA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AA067-6041-457F-88B0-281C6288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On-demand test environment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DBBD5-457E-4BF5-BBC8-088E0EB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0ffc9e5fb4a95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15CCA-DFD3-48FC-BB7C-93B8AC19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0765-2C3D-4EB8-B4F7-84F696A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Temporary environments need ownership, unique naming, bounded lifetime, evidence collection, and cleanup even when tests fail.</a:t>
            </a:r>
          </a:p>
        </p:txBody>
      </p:sp>
    </p:spTree>
    <p:extLst>
      <p:ext uri="{BB962C8B-B14F-4D97-AF65-F5344CB8AC3E}">
        <p14:creationId xmlns:p14="http://schemas.microsoft.com/office/powerpoint/2010/main" val="1320625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22170-46F4-4EC3-9A98-770C6B0C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E64A9-5508-4E6F-972E-4DF30B67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EB55A-0191-4C8F-AB3D-F7CE95A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0C53-15A3-404B-B8F8-3F1B9841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55467-2310-40D3-8EAD-EC289B67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Automation platform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E9518-1113-4EC9-8AC0-07A23FD9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18e1cd6204fcf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22A5C-253C-465D-8A54-DD20708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26A1E-679B-4B2A-A3F6-E278D30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environment may use simulation, virtualization, containers, or physical systems depending on fidelity and cost.</a:t>
            </a:r>
          </a:p>
        </p:txBody>
      </p:sp>
    </p:spTree>
    <p:extLst>
      <p:ext uri="{BB962C8B-B14F-4D97-AF65-F5344CB8AC3E}">
        <p14:creationId xmlns:p14="http://schemas.microsoft.com/office/powerpoint/2010/main" val="20512864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E4B29D-F83E-41DA-A38C-B72622A7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ABFD1-B6BD-4245-AFC5-0FD37F09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0E992-3323-4CC0-9759-C6C554B6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E4F2E-46A3-4B5A-B175-06D9816A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FF94D-9BA5-4A7E-BA66-646243AC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Shared platform safeguards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325ED-6FDE-4C22-9FEE-A891F478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DACB2-DE38-41F6-911E-F9330514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747C6-6135-4D7F-AE95-2C6A1511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Isolation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1CA1F-2EB6-4734-A07E-DEFCEDFE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Cleanup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1593A-FE89-4E4D-A078-50DB3DAA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77872-8AC9-4651-ACF2-7A743211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161DD-0EC5-455A-868B-B08E7051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Per-learner identifiers and namespaces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CD2E1-8952-4342-99EB-61330294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34E71-8583-4AC9-912B-EA386A0C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F36D1-1830-47EE-BE6B-1B4BCC15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Unique resource names and address ranges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7306E-4BA4-48A4-B7C3-36DCD111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53981-A3D1-4156-97C1-0BAB70E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A040B-5A99-42B8-877C-227073C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Concurrency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241CA-E04A-41D5-83A2-CFB13179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BD3523-E625-453D-91BB-5FBDB5C7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7785C-64D9-4ACE-9C6B-EEDF9686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Explicit ownership labels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F0E54-5CDA-41E8-8443-4AFBB76A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8E0E1-8E69-4522-B481-618407D3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619A4-B638-4460-B7C4-D8F75FFC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Destroy in an always-run stage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74D8F-2344-415E-9435-3E4E3836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8A56F2-AE5D-4040-9E63-3468A49B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63426-AE0B-4B6B-B0B0-2C73AB8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Use time-to-live metadata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664E4-BE65-43F7-8A83-83A8C274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19F3B0-8400-4DBE-8BF1-0FF671E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AE8A8E-C737-4892-8F27-C9F1205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Collect logs before deletion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A9AE6D-3425-448C-B831-D588C76C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A90F8-C78A-41ED-85B6-90ADFAF7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B3C31-274A-4404-A5AA-BA02831B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Report orphaned resources</a:t>
            </a:r>
          </a:p>
        </p:txBody>
      </p:sp>
    </p:spTree>
    <p:extLst>
      <p:ext uri="{BB962C8B-B14F-4D97-AF65-F5344CB8AC3E}">
        <p14:creationId xmlns:p14="http://schemas.microsoft.com/office/powerpoint/2010/main" val="2042162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346C29-273B-4683-A75D-EB6CB53E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454F3-FDBF-4082-9DE6-C59E109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9315B-802D-4058-9930-E61DFB40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E304B-B7E2-4285-A5B5-762D2520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E217A-59A4-42C7-8CDA-E44B694A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Failure and cleanup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70C3C-6451-4A83-BA10-1855E9B9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B4605-2C50-4A99-9789-53219C2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FE806-701A-4BFD-8BD0-25B386EF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Failure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3B978-2382-4472-91B4-38F5AC4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Cleanup handling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0DAA3-2446-4B1E-93F2-A20B217B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BE828-7830-46D4-9521-F9C0BCD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B3C1D-8577-452D-A0FA-D403C9FA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Preserve the failed plan and logs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CFC42-7FB6-4950-AC30-BD40CD41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07979-DC8D-44A5-ACC9-02CCD766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2DAAF-C48C-4DA0-BD1E-0890284A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Classify partial creation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D2BA4-7E6C-4543-B460-E0DC3F4F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E1DE7-3347-4C73-931B-737DE5C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D8A35-AAE7-4C2B-B608-E58FC2B9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Block unsafe reuse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159F5-6DCC-43EA-9013-DAB03853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77FAC-2558-498A-8B54-F1CC592D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CE10B-782F-4FEB-BE6B-3896FB59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Report the owning learner and 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E9274-7FB3-4494-8BA9-19F06F0E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86439-D19D-4D6A-B174-3CD63577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19376-B599-4524-9B1F-5C2028BF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 after success or 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4A8580-EE83-4846-975E-BE024E16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34C93-A287-4CCE-9803-BDE9767B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E9537-0100-4527-81AC-3FA30B46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Destroy only owned resources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D4AB6-EC45-4C3E-8E77-8CC24397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1D4FC-5DA6-4143-B9F6-42E8271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EEB1E4-FA81-4676-A15C-1D4E291D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Confirm the environment disappeared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26657-1E68-4461-A7E7-74C7395A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923320-4C5C-4E01-9570-8DFDF4BC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0F0403-1405-4FCE-9F69-78490BFF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Escalate cleanup failures</a:t>
            </a:r>
          </a:p>
        </p:txBody>
      </p:sp>
    </p:spTree>
    <p:extLst>
      <p:ext uri="{BB962C8B-B14F-4D97-AF65-F5344CB8AC3E}">
        <p14:creationId xmlns:p14="http://schemas.microsoft.com/office/powerpoint/2010/main" val="15233240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479D4-763C-45D8-A680-A3020944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89928-6B9E-49A7-859A-2DA7AE4E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2EA63-834A-4FD7-A67C-91F07D2E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5B45B-AD54-4799-9D53-5CFAB5BC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EAD97-9767-4319-9D6E-D34B7328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34C3A-11EA-4613-AFF2-15AE1925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7794C-2575-4FC0-903E-FEE05F4C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Infrastructure code creates a controlled environment boundary, while configuration automation prepares the systems inside that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05A91-4552-4483-BA3F-A8713D22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80B5B-0708-4045-A747-CAEB1CCF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Keep provisioning and configuration ownership clear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76487-FB52-4507-B68E-AB8A784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64F30-1A0F-49E7-8CE4-DC24DCB4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Treat state as protected operational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881E3-B549-486C-BB9F-B61F750E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5E766-F1A6-495C-82AF-C52D4C2F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Review plans before applying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5E3DE-CCAA-41D0-A2F9-B481354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EF92F-ED2A-4983-B907-8A1225AA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cleanup as part of the workflow</a:t>
            </a:r>
          </a:p>
        </p:txBody>
      </p:sp>
    </p:spTree>
    <p:extLst>
      <p:ext uri="{BB962C8B-B14F-4D97-AF65-F5344CB8AC3E}">
        <p14:creationId xmlns:p14="http://schemas.microsoft.com/office/powerpoint/2010/main" val="17519335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58747-10BD-4EE6-BEBA-6897A724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389C9-B40C-406D-80BF-DBCB8969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4D7C8-412A-4336-A9AF-38DF40EB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9CC41-B1EF-462B-84A8-B5DF7B92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91701-1978-4BAD-B9A8-7BB1526A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2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D6966-93F6-4DBE-BD28-E0517FB0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063B9-17DA-4E45-8F15-707DC2FD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FCFB4-7BD3-43F1-A350-D5853E03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5F530-11A3-4B0C-AB1E-48AE85CB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FCE20-7426-40F7-90C5-2C1D2313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65F7B-9DE6-42E7-9960-BFDDFFED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Packaging and Operating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5A09A-6425-4EED-9F78-6AA84E25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24F7A-9C3F-4F75-A81F-2E2EC348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644539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2026-09-13T08:26:54.1510000Z</dcterms:created>
  <dcterms:modified xsi:type="dcterms:W3CDTF">2026-09-13T08:26:54.1510000Z</dcterms:modified>
</coreProperties>
</file>