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caa5b2162843b2" /><Relationship Type="http://schemas.openxmlformats.org/officeDocument/2006/relationships/extended-properties" Target="/docProps/app.xml" Id="R0b4e58b77de94833" /><Relationship Type="http://schemas.openxmlformats.org/officeDocument/2006/relationships/officeDocument" Target="/ppt/presentation.xml" Id="R3cd255a240e7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f9536fffd44fa4"/>
  </p:sldMasterIdLst>
  <p:notesMasterIdLst>
    <p:notesMasterId xmlns:r="http://schemas.openxmlformats.org/officeDocument/2006/relationships" r:id="R1a4b953b289e45f8"/>
  </p:notesMasterIdLst>
  <p:sldIdLst>
    <p:sldId xmlns:r="http://schemas.openxmlformats.org/officeDocument/2006/relationships" id="256" r:id="R4c3d3b84ebbc497b"/>
    <p:sldId xmlns:r="http://schemas.openxmlformats.org/officeDocument/2006/relationships" id="257" r:id="R993b793a133c4c99"/>
    <p:sldId xmlns:r="http://schemas.openxmlformats.org/officeDocument/2006/relationships" id="258" r:id="Rb3efb7a0d8e74637"/>
    <p:sldId xmlns:r="http://schemas.openxmlformats.org/officeDocument/2006/relationships" id="259" r:id="R4de94762cb764f74"/>
    <p:sldId xmlns:r="http://schemas.openxmlformats.org/officeDocument/2006/relationships" id="260" r:id="R6ed8146a69d34180"/>
    <p:sldId xmlns:r="http://schemas.openxmlformats.org/officeDocument/2006/relationships" id="261" r:id="R4c4afde7ee044af1"/>
    <p:sldId xmlns:r="http://schemas.openxmlformats.org/officeDocument/2006/relationships" id="262" r:id="Rec090ac623f84ddd"/>
    <p:sldId xmlns:r="http://schemas.openxmlformats.org/officeDocument/2006/relationships" id="263" r:id="R8d6f7f6adc8f4e60"/>
    <p:sldId xmlns:r="http://schemas.openxmlformats.org/officeDocument/2006/relationships" id="264" r:id="R874274999093447a"/>
    <p:sldId xmlns:r="http://schemas.openxmlformats.org/officeDocument/2006/relationships" id="265" r:id="Ra38b4c485591408c"/>
    <p:sldId xmlns:r="http://schemas.openxmlformats.org/officeDocument/2006/relationships" id="266" r:id="R9a02e03e96bf4602"/>
    <p:sldId xmlns:r="http://schemas.openxmlformats.org/officeDocument/2006/relationships" id="267" r:id="Red2d6e4e981d43e4"/>
    <p:sldId xmlns:r="http://schemas.openxmlformats.org/officeDocument/2006/relationships" id="268" r:id="R4e051089b0f541a0"/>
    <p:sldId xmlns:r="http://schemas.openxmlformats.org/officeDocument/2006/relationships" id="269" r:id="R9fb11b6cc2434c1a"/>
    <p:sldId xmlns:r="http://schemas.openxmlformats.org/officeDocument/2006/relationships" id="270" r:id="R9ec58639566e4caa"/>
    <p:sldId xmlns:r="http://schemas.openxmlformats.org/officeDocument/2006/relationships" id="271" r:id="R46c8a4bef3564776"/>
    <p:sldId xmlns:r="http://schemas.openxmlformats.org/officeDocument/2006/relationships" id="272" r:id="Ra82aab99caca4a1f"/>
    <p:sldId xmlns:r="http://schemas.openxmlformats.org/officeDocument/2006/relationships" id="273" r:id="R6fb7c73003504f33"/>
    <p:sldId xmlns:r="http://schemas.openxmlformats.org/officeDocument/2006/relationships" id="274" r:id="Re0285c315e7143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d6fee561949af" /><Relationship Type="http://schemas.openxmlformats.org/officeDocument/2006/relationships/slideMaster" Target="/ppt/slideMasters/slideMaster1.xml" Id="R99f9536fffd44fa4" /><Relationship Type="http://schemas.openxmlformats.org/officeDocument/2006/relationships/notesMaster" Target="/ppt/notesMasters/notesMaster1.xml" Id="R1a4b953b289e45f8" /><Relationship Type="http://schemas.openxmlformats.org/officeDocument/2006/relationships/presProps" Target="/ppt/presProps.xml" Id="Rcc1525368a444454" /><Relationship Type="http://schemas.openxmlformats.org/officeDocument/2006/relationships/tableStyles" Target="/ppt/tableStyles.xml" Id="Ra91f7b1d6c7a45d8" /><Relationship Type="http://schemas.openxmlformats.org/officeDocument/2006/relationships/slide" Target="/ppt/slides/slide1.xml" Id="R4c3d3b84ebbc497b" /><Relationship Type="http://schemas.openxmlformats.org/officeDocument/2006/relationships/slide" Target="/ppt/slides/slide2.xml" Id="R993b793a133c4c99" /><Relationship Type="http://schemas.openxmlformats.org/officeDocument/2006/relationships/slide" Target="/ppt/slides/slide3.xml" Id="Rb3efb7a0d8e74637" /><Relationship Type="http://schemas.openxmlformats.org/officeDocument/2006/relationships/slide" Target="/ppt/slides/slide4.xml" Id="R4de94762cb764f74" /><Relationship Type="http://schemas.openxmlformats.org/officeDocument/2006/relationships/slide" Target="/ppt/slides/slide5.xml" Id="R6ed8146a69d34180" /><Relationship Type="http://schemas.openxmlformats.org/officeDocument/2006/relationships/slide" Target="/ppt/slides/slide6.xml" Id="R4c4afde7ee044af1" /><Relationship Type="http://schemas.openxmlformats.org/officeDocument/2006/relationships/slide" Target="/ppt/slides/slide7.xml" Id="Rec090ac623f84ddd" /><Relationship Type="http://schemas.openxmlformats.org/officeDocument/2006/relationships/slide" Target="/ppt/slides/slide8.xml" Id="R8d6f7f6adc8f4e60" /><Relationship Type="http://schemas.openxmlformats.org/officeDocument/2006/relationships/slide" Target="/ppt/slides/slide9.xml" Id="R874274999093447a" /><Relationship Type="http://schemas.openxmlformats.org/officeDocument/2006/relationships/slide" Target="/ppt/slides/slide10.xml" Id="Ra38b4c485591408c" /><Relationship Type="http://schemas.openxmlformats.org/officeDocument/2006/relationships/slide" Target="/ppt/slides/slide11.xml" Id="R9a02e03e96bf4602" /><Relationship Type="http://schemas.openxmlformats.org/officeDocument/2006/relationships/slide" Target="/ppt/slides/slide12.xml" Id="Red2d6e4e981d43e4" /><Relationship Type="http://schemas.openxmlformats.org/officeDocument/2006/relationships/slide" Target="/ppt/slides/slide13.xml" Id="R4e051089b0f541a0" /><Relationship Type="http://schemas.openxmlformats.org/officeDocument/2006/relationships/slide" Target="/ppt/slides/slide14.xml" Id="R9fb11b6cc2434c1a" /><Relationship Type="http://schemas.openxmlformats.org/officeDocument/2006/relationships/slide" Target="/ppt/slides/slide15.xml" Id="R9ec58639566e4caa" /><Relationship Type="http://schemas.openxmlformats.org/officeDocument/2006/relationships/slide" Target="/ppt/slides/slide16.xml" Id="R46c8a4bef3564776" /><Relationship Type="http://schemas.openxmlformats.org/officeDocument/2006/relationships/slide" Target="/ppt/slides/slide17.xml" Id="Ra82aab99caca4a1f" /><Relationship Type="http://schemas.openxmlformats.org/officeDocument/2006/relationships/slide" Target="/ppt/slides/slide18.xml" Id="R6fb7c73003504f33" /><Relationship Type="http://schemas.openxmlformats.org/officeDocument/2006/relationships/slide" Target="/ppt/slides/slide19.xml" Id="Re0285c315e7143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3ba0792744e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af8d8bdcc64bf0" /><Relationship Type="http://schemas.openxmlformats.org/officeDocument/2006/relationships/notesMaster" Target="/ppt/notesMasters/notesMaster1.xml" Id="Rb8459cc1b1bb4e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e7c0d22db34eec" /><Relationship Type="http://schemas.openxmlformats.org/officeDocument/2006/relationships/notesMaster" Target="/ppt/notesMasters/notesMaster1.xml" Id="R1866904f5e12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33145855546a7" /><Relationship Type="http://schemas.openxmlformats.org/officeDocument/2006/relationships/notesMaster" Target="/ppt/notesMasters/notesMaster1.xml" Id="R39ded500d5ea4b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9bda4be9f94ed0" /><Relationship Type="http://schemas.openxmlformats.org/officeDocument/2006/relationships/notesMaster" Target="/ppt/notesMasters/notesMaster1.xml" Id="R4b93d6a2bd2d4a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f14e0d7a24258" /><Relationship Type="http://schemas.openxmlformats.org/officeDocument/2006/relationships/notesMaster" Target="/ppt/notesMasters/notesMaster1.xml" Id="R477a9a51d73c40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c73e9d347a4c7a" /><Relationship Type="http://schemas.openxmlformats.org/officeDocument/2006/relationships/notesMaster" Target="/ppt/notesMasters/notesMaster1.xml" Id="Rb968300ad7f74c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5bcef5a1634103" /><Relationship Type="http://schemas.openxmlformats.org/officeDocument/2006/relationships/notesMaster" Target="/ppt/notesMasters/notesMaster1.xml" Id="R10af2b6de685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8098f8d8f84480" /><Relationship Type="http://schemas.openxmlformats.org/officeDocument/2006/relationships/notesMaster" Target="/ppt/notesMasters/notesMaster1.xml" Id="R876b400db79d4e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c12b43b5f44bca" /><Relationship Type="http://schemas.openxmlformats.org/officeDocument/2006/relationships/notesMaster" Target="/ppt/notesMasters/notesMaster1.xml" Id="R4478e6a477e443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f405eaaf0b450a" /><Relationship Type="http://schemas.openxmlformats.org/officeDocument/2006/relationships/notesMaster" Target="/ppt/notesMasters/notesMaster1.xml" Id="Rb79010af366343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f50cdf28f14c92" /><Relationship Type="http://schemas.openxmlformats.org/officeDocument/2006/relationships/notesMaster" Target="/ppt/notesMasters/notesMaster1.xml" Id="R3e5cad3cbab94b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b317e20dd14131" /><Relationship Type="http://schemas.openxmlformats.org/officeDocument/2006/relationships/notesMaster" Target="/ppt/notesMasters/notesMaster1.xml" Id="R35f140d002e249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ad208db6ef465f" /><Relationship Type="http://schemas.openxmlformats.org/officeDocument/2006/relationships/notesMaster" Target="/ppt/notesMasters/notesMaster1.xml" Id="Rec0e77f93c8444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d502de76f24d02" /><Relationship Type="http://schemas.openxmlformats.org/officeDocument/2006/relationships/notesMaster" Target="/ppt/notesMasters/notesMaster1.xml" Id="Ra285f1532fae48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58767592514395" /><Relationship Type="http://schemas.openxmlformats.org/officeDocument/2006/relationships/notesMaster" Target="/ppt/notesMasters/notesMaster1.xml" Id="Ra940268fb7b543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8031a67fb44646" /><Relationship Type="http://schemas.openxmlformats.org/officeDocument/2006/relationships/notesMaster" Target="/ppt/notesMasters/notesMaster1.xml" Id="R4c693180db0b4c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4f022fe6364e68" /><Relationship Type="http://schemas.openxmlformats.org/officeDocument/2006/relationships/notesMaster" Target="/ppt/notesMasters/notesMaster1.xml" Id="Rdb425718292547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10fa934fee4afd" /><Relationship Type="http://schemas.openxmlformats.org/officeDocument/2006/relationships/notesMaster" Target="/ppt/notesMasters/notesMaster1.xml" Id="R97dfc52003b64b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63c042150542e7" /><Relationship Type="http://schemas.openxmlformats.org/officeDocument/2006/relationships/notesMaster" Target="/ppt/notesMasters/notesMaster1.xml" Id="R4ffe658c181547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5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Security and Observability. Trust boundaries, secrets, telemetry, and operational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protects the delivery system and makes its behavior visible enough to investigate change, performance, and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Map trust boundaries across source, runners, registries, and targets Retrieve secrets at runtime with bounded identity Collect logs and metrics with useful context Build alerts and dashboards that support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delivery trust boundaries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Every boundary changes the identity, permissions, data exposure, or network reach available to the delivery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threat model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Assets and actors: Which source and artifacts require integrity? Who can approve or trigger deployment? Which identities can reach managed targets? Where can secrets or evidence leak?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Controls and response: How is identity verified? Where is scope enforced? Which events require alerting? How are credentials revoked?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security throughout delivery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Source controls, dependency checks, artifact integrity, protected deployment, and runtime monitoring address different attack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vault access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Authentication: Pipeline proves workload identity Vault evaluates policy A short-lived token scopes access Audit records identify the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Secret use: Job retrieves only required values Values remain masked from output Credentials live only for the task Revocation closes the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runner compromise response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Containment should revoke credentials, isolate the runner, preserve evidence, evaluate affected artifacts, and restore from a trusted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monitoring and observability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Telemetry provides raw signals. Monitoring evaluates known conditions. Observability supports investigation when the failure mode was not predicted.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observability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Applications, containers, Kubernetes, delivery jobs, and managed systems should send correlated events to a common analysis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elastic data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Collection: Application and pipeline logs Container and Kubernetes events Host and workload metrics Synthetic request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Use: Normalize and enrich events Search by deployment identity Build service dashboards Trigger actionable webhook alerts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operational signals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Logs explain events, metrics show trends, traces follow requests, and state collection confirms the behavior of managed infrastructure.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change-aware feedback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Deployment identity and timestamps connect pipeline events to changes in application, cluster, and network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change correlation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Useful audit records link actor, source revision, pipeline, artifact, target, action, result, and observed service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audit event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Identity and intent: Timestamp and correlation identifier Actor and workload identity Source revision and pipeline Target and requested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Execution and outcome: Tool and dependency versions Command or API operation Result and sanitized error detail Artifact, evidence, and cleanup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secrets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Vault responsibilities: Authenticate the workload Issue or return scoped secrets Apply policy and lifetime Record access for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Pipeline responsibilities: Request secrets only at runtime Avoid printing or persisting values Limit the job and target scope Revoke access after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dashboards and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Dashboards: Cluster and workload health Application request success Response time and resource pressure Pipeline and change correlation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Alerts: Identify a condition that needs action Include service and deployment context Use a tested notification path Reduce duplicate and non-actionable signals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synthetic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Test request: Authenticate with a dedicated identity Access the published service endpoint Confirm device data appears Measure total response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Recorded evidence: HTTP result and timing Application instance identity Target device and data timestamp Related pipeline and deployment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Security controls limit what delivery components can do. Observability shows what they did and whether the service remained healthy.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Use short-lived, scoped workload identity Keep audit context across every pipeline stage Correlate deployment and runtime signals Design alerts around an operational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Course content 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808a656f4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ea2c517ebe4c29" /><Relationship Type="http://schemas.openxmlformats.org/officeDocument/2006/relationships/slideLayout" Target="/ppt/slideLayouts/slideLayout1.xml" Id="R2d02e7f9252748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2e7f9252748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cb338d318406f" /><Relationship Type="http://schemas.openxmlformats.org/officeDocument/2006/relationships/image" Target="/ppt/media/image.png" Id="R86dc29e2f4d54da7" /><Relationship Type="http://schemas.openxmlformats.org/officeDocument/2006/relationships/notesSlide" Target="/ppt/notesSlides/notesSlide1.xml" Id="R6801b59702d6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c87a3fe244257" /><Relationship Type="http://schemas.openxmlformats.org/officeDocument/2006/relationships/notesSlide" Target="/ppt/notesSlides/notesSlide2.xml" Id="Rb5a7fc46d9b0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639a06ff24c12" /><Relationship Type="http://schemas.openxmlformats.org/officeDocument/2006/relationships/image" Target="/ppt/media/image2.png" Id="R0905e4c1c1a7459e" /><Relationship Type="http://schemas.openxmlformats.org/officeDocument/2006/relationships/notesSlide" Target="/ppt/notesSlides/notesSlide3.xml" Id="R8e4c0787f266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ca6d53c204567" /><Relationship Type="http://schemas.openxmlformats.org/officeDocument/2006/relationships/notesSlide" Target="/ppt/notesSlides/notesSlide4.xml" Id="R5670df91aac44f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bac7d4d54c72" /><Relationship Type="http://schemas.openxmlformats.org/officeDocument/2006/relationships/image" Target="/ppt/media/image3.png" Id="Rf27fbe0bc3c14417" /><Relationship Type="http://schemas.openxmlformats.org/officeDocument/2006/relationships/notesSlide" Target="/ppt/notesSlides/notesSlide5.xml" Id="R72c158b212ff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9498f68dd4c3d" /><Relationship Type="http://schemas.openxmlformats.org/officeDocument/2006/relationships/notesSlide" Target="/ppt/notesSlides/notesSlide6.xml" Id="R16530a5970eb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f3bc1a953420b" /><Relationship Type="http://schemas.openxmlformats.org/officeDocument/2006/relationships/image" Target="/ppt/media/image4.png" Id="R97df560a304245a8" /><Relationship Type="http://schemas.openxmlformats.org/officeDocument/2006/relationships/notesSlide" Target="/ppt/notesSlides/notesSlide7.xml" Id="R28f3a7e6b66b4f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6356b83e1463c" /><Relationship Type="http://schemas.openxmlformats.org/officeDocument/2006/relationships/image" Target="/ppt/media/image5.png" Id="Rbfc3e68c559349b6" /><Relationship Type="http://schemas.openxmlformats.org/officeDocument/2006/relationships/notesSlide" Target="/ppt/notesSlides/notesSlide8.xml" Id="Rec379ce153364e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6e4dbef0b4998" /><Relationship Type="http://schemas.openxmlformats.org/officeDocument/2006/relationships/image" Target="/ppt/media/image6.png" Id="Raa18fb8f7e79437a" /><Relationship Type="http://schemas.openxmlformats.org/officeDocument/2006/relationships/notesSlide" Target="/ppt/notesSlides/notesSlide9.xml" Id="Rbefdfcdf2fe440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c00e0e8394f4a" /><Relationship Type="http://schemas.openxmlformats.org/officeDocument/2006/relationships/notesSlide" Target="/ppt/notesSlides/notesSlide10.xml" Id="R151cec40a76b4f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fd0e509f34c9f" /><Relationship Type="http://schemas.openxmlformats.org/officeDocument/2006/relationships/image" Target="/ppt/media/image7.png" Id="Re07ec01782bb4b68" /><Relationship Type="http://schemas.openxmlformats.org/officeDocument/2006/relationships/notesSlide" Target="/ppt/notesSlides/notesSlide11.xml" Id="Rffd166dcb28c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3f2d0de0d48a2" /><Relationship Type="http://schemas.openxmlformats.org/officeDocument/2006/relationships/image" Target="/ppt/media/image8.png" Id="Rc351822d4f2e4b1b" /><Relationship Type="http://schemas.openxmlformats.org/officeDocument/2006/relationships/notesSlide" Target="/ppt/notesSlides/notesSlide12.xml" Id="Rc6ded9d3cdda46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e952c2928407d" /><Relationship Type="http://schemas.openxmlformats.org/officeDocument/2006/relationships/image" Target="/ppt/media/image9.png" Id="R3039931dae99416f" /><Relationship Type="http://schemas.openxmlformats.org/officeDocument/2006/relationships/notesSlide" Target="/ppt/notesSlides/notesSlide13.xml" Id="R7145e516e08340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8ba6bdad4a9e" /><Relationship Type="http://schemas.openxmlformats.org/officeDocument/2006/relationships/notesSlide" Target="/ppt/notesSlides/notesSlide14.xml" Id="R5b03ea90d5e34e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1a1b4e9964e8f" /><Relationship Type="http://schemas.openxmlformats.org/officeDocument/2006/relationships/notesSlide" Target="/ppt/notesSlides/notesSlide15.xml" Id="R14fd9661f76c43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29b2e57024219" /><Relationship Type="http://schemas.openxmlformats.org/officeDocument/2006/relationships/notesSlide" Target="/ppt/notesSlides/notesSlide16.xml" Id="R506a81fc4c004c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2c934cf4247ed" /><Relationship Type="http://schemas.openxmlformats.org/officeDocument/2006/relationships/notesSlide" Target="/ppt/notesSlides/notesSlide17.xml" Id="Rbb18e474c1ae44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eabcfa1294f01" /><Relationship Type="http://schemas.openxmlformats.org/officeDocument/2006/relationships/notesSlide" Target="/ppt/notesSlides/notesSlide18.xml" Id="R0ea70597d92245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183b53b694df5" /><Relationship Type="http://schemas.openxmlformats.org/officeDocument/2006/relationships/notesSlide" Target="/ppt/notesSlides/notesSlide19.xml" Id="R768fd053eb0b4c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c29e2f4d54da7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120FF-B54D-4A41-BC3E-5EA466A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CCDC-5EF3-42CE-8DB5-CB9B0AF8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1E706-05CE-4AA8-B721-976CB2D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FCA4E-50B4-4814-80E3-7D1E360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07A40-8C23-41A0-9D81-D116B14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Security and Observability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9D940-B17F-4864-9AFE-CA3ADAF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Trust boundaries, secrets, telemetry, and operational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8E6E6-51FE-4F55-A5D0-5684038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1061379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39A85-8168-49FB-A1A6-7D0B625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BC32B-93C7-4EA3-B927-B3BDCC5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241FB-C4E8-4A5E-90B6-95A3E2A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C82F-E48D-4507-B01A-583EE66E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B2AA-49AD-42BA-9C01-6A3552F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958D-3C68-48FB-8B61-6194F80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F08E8-C04E-48C0-8C87-EDAAD28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protects the delivery system and makes its behavior visible enough to investigate change, performance, and failure.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6D793-8217-44F2-B1D5-7775CF54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F61AC-359A-4074-BEF3-494A77E2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Map trust boundaries across source, runners, registries, and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4EE28-0227-4EE7-AB67-BAB2D71C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96A7C-7EF9-45CD-A3D9-5FFFDB3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Retrieve secrets at runtime with bounded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A8CF0-22C5-4DD6-9461-A83AE2F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7FF97-001A-4D54-9991-1B4A51BB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Collect logs and metrics with useful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023A6-369C-4EB9-B96D-21202D1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82FAE-7E0C-43C5-968E-D2B86C54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alerts and dashboards that support action</a:t>
            </a:r>
          </a:p>
        </p:txBody>
      </p:sp>
    </p:spTree>
    <p:extLst>
      <p:ext uri="{BB962C8B-B14F-4D97-AF65-F5344CB8AC3E}">
        <p14:creationId xmlns:p14="http://schemas.microsoft.com/office/powerpoint/2010/main" val="1538678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62003-55A5-4C20-91AA-D6F793E1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CE37B-7B2A-4B60-8AEE-8A9E36D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95E0E-3996-4188-9DC3-F70A354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46257-AB4B-4FD3-81B9-1720FA5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94607-BE43-4EB7-9460-8067D824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trust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0DED-94AA-41D7-A5E4-6A43EB5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5e4c1c1a7459e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A163-4E47-4769-845D-6EBA72F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6186D-9DB2-4C7F-9CF0-1023011E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Every boundary changes the identity, permissions, data exposure, or network reach available to the delivery workload.</a:t>
            </a:r>
          </a:p>
        </p:txBody>
      </p:sp>
    </p:spTree>
    <p:extLst>
      <p:ext uri="{BB962C8B-B14F-4D97-AF65-F5344CB8AC3E}">
        <p14:creationId xmlns:p14="http://schemas.microsoft.com/office/powerpoint/2010/main" val="1825007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AA0C2-CCC3-4D8A-B6E3-ADFB96C5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8DAB0-CB48-4DE9-8972-5AB182D6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4664C-84AB-49F4-B52A-1528687F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4C1DA-7FBF-433E-8737-F13227F1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5A6DD-965C-40BC-BA77-25FDC531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Threat model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B67F9-42CF-45E5-B735-0856339E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143D7-E1AA-49C1-95FF-5B0DA30C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2B174-7174-4E6D-A2D0-141D511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Assets and 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4121F-98C6-4017-97E3-97CD763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Controls and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C32E9-F264-4E6B-8BA5-CF18938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6C3C4-22A1-4707-B225-1426A6EA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2A0B6-7BE5-47E1-AA10-DE660912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source and artifacts require integrity?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93A6C-559C-48E9-8844-BB2457C4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43079-CBEB-4F4A-9C7C-B94CA9E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1E5D1-3E9C-4A9D-94DD-09948B36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Who can approve or trigger deployment?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DE635-4D9A-41B8-AB06-DCF0DFCE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88545-C33B-45EC-BA7B-B68B4BB7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6ED84-01C9-44A8-9260-346C30B0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identities can reach managed targets?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0AA24-2476-4F7B-8429-6D92A1A0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2CF7C-3F73-4126-9CDF-A8BF83D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FD6AD-AD36-457C-8F6F-2F52DE88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can secrets or evidence leak?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21630-2009-48C4-BF27-4063D78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2F2C5-D955-4DAC-A0BF-DC17EA8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7E554-27DB-4F0D-ADF7-07FAB9E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is identity verified?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514D8-7D97-46F4-9275-DA2598A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CFBEA-FC9D-429C-99A2-BEE2CF5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0027C-78EB-4B97-8286-FFF6421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is scope enforced?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EA3BA-C0B3-47A7-BD4D-527ACD27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D9C6A-E9E4-4360-ABE4-9B8A810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60335-1A01-476A-A2B6-A37834A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events require alerting?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08107-3CA9-4D30-954E-9B05B545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9A7FC-F477-48C9-8205-70C21B6F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26E20-E95A-472D-BB7D-12EBD3D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are credentials revoked?</a:t>
            </a:r>
          </a:p>
        </p:txBody>
      </p:sp>
    </p:spTree>
    <p:extLst>
      <p:ext uri="{BB962C8B-B14F-4D97-AF65-F5344CB8AC3E}">
        <p14:creationId xmlns:p14="http://schemas.microsoft.com/office/powerpoint/2010/main" val="1248578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AA0DA-6392-4708-ADC3-B7CF0F8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C8B0D-1173-4C80-B3EE-5FA69F3C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6E07-C4FB-4332-AD26-41B6AC6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4FC73-EFEB-4293-878C-EFAB439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94D0F-3F46-43DF-9815-ABED3DCE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Security throughout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46393-1378-41F3-8678-85A3A1A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fbe0bc3c14417"/>
          <a:stretch xmlns:a="http://schemas.openxmlformats.org/drawingml/2006/main"/>
        </p:blipFill>
        <p:spPr>
          <a:xfrm xmlns:a="http://schemas.openxmlformats.org/drawingml/2006/main">
            <a:off x="1283771" y="1571625"/>
            <a:ext cx="9624458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5C09B-FA98-4D02-A784-9360EAD9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3E86D-F03A-4637-B7A6-8BBCE10A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controls, dependency checks, artifact integrity, protected deployment, and runtime monitoring address different attack paths.</a:t>
            </a:r>
          </a:p>
        </p:txBody>
      </p:sp>
    </p:spTree>
    <p:extLst>
      <p:ext uri="{BB962C8B-B14F-4D97-AF65-F5344CB8AC3E}">
        <p14:creationId xmlns:p14="http://schemas.microsoft.com/office/powerpoint/2010/main" val="1620063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C05ED-98A6-4FA8-8084-F01194B9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16BD1-9188-425A-B46C-EBF282CA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682A9-B503-4382-B023-B2CBFDE9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989BA-5F88-44F0-9231-927EA17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162C3-F3A1-41EF-99BB-35E15C6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Vault access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40F7D-C368-4E63-8323-CD371060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8556C-0414-44B6-94C4-1AFB7AA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A612F-7E7D-482E-AFD8-7C3F3AA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4517C-8EF4-45A9-9486-48FFB13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Secret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7C064-F5D0-4FC8-A1B6-AA78ABA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EC63B-FC39-4C89-861D-8F2DFE21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878F3-1321-48F9-83A3-73C8D7F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Pipeline proves workload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1CE8E-7057-47F2-AE7D-FD2E3B8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DFFF7-9145-45EE-B2FB-751EA104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D32B8-3C6B-42E2-BEA8-B44FF21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Vault evaluates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2F0C1-360C-4A33-9060-7A5652F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3C5CC-D483-4DAE-8BCF-B9ACC23A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7D549-BF6D-4CC4-BBE5-58F35B6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short-lived token scopes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3A886-0063-44C6-A761-A79848C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63CEB-9293-425F-BC69-5CB26B8B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9773E-B7DD-417F-96D6-C5D809E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Audit records identify the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5CE8A-8786-49F9-BFBF-78D63EA6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DD4E2-15AF-4F83-9DED-670BBBDE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51C68-B069-416B-8E11-CD5FE38B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Job retrieves only required values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474D7-1FCB-4A88-8CA2-41746F14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381EB-9C6D-436A-9447-B3A4BEE0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DF493-A14D-4FC9-B1D2-8C914C6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Values remain masked from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77331F-287E-4BA4-ADCD-E99122A6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12B726-2371-427C-B243-27B55704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5012B-3316-40E5-9694-DD34B300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Credentials live only for the task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B3A5A-D6CA-430A-AD17-3263E895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6A70F-1B35-44F5-A360-8AFBF00E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FD468-8E42-495B-A36E-1B915AD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Revocation closes the session</a:t>
            </a:r>
          </a:p>
        </p:txBody>
      </p:sp>
    </p:spTree>
    <p:extLst>
      <p:ext uri="{BB962C8B-B14F-4D97-AF65-F5344CB8AC3E}">
        <p14:creationId xmlns:p14="http://schemas.microsoft.com/office/powerpoint/2010/main" val="2104387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56C1A-23EB-453B-A57B-5173E2F1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510A4-C0B7-4D0D-A33D-D927E157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425FD-B7EE-464C-815B-D130AF5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BF620-EB03-4973-8191-CDF270F6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672FD-DD82-458F-A59B-7A1C8947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Runner compromise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A0FC5-2C3C-459F-9436-490DCF04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f560a304245a8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4F8B9-A960-43A6-8704-6592181C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49093-3EE2-4592-B9BD-0F259F2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Containment should revoke credentials, isolate the runner, preserve evidence, evaluate affected artifacts, and restore from a trusted baseline.</a:t>
            </a:r>
          </a:p>
        </p:txBody>
      </p:sp>
    </p:spTree>
    <p:extLst>
      <p:ext uri="{BB962C8B-B14F-4D97-AF65-F5344CB8AC3E}">
        <p14:creationId xmlns:p14="http://schemas.microsoft.com/office/powerpoint/2010/main" val="1574715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39A90-B970-4938-AE14-F1AFE941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7687E-5581-422C-A6F0-4F37F1E5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D9698-333D-4450-ACD1-DA5E13E7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0FC8B-0D54-435C-A7DD-53C63243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C4226-84D2-468D-966A-2130908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Monitoring and observability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18545-24F8-447C-A266-189AB02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3e68c559349b6"/>
          <a:stretch xmlns:a="http://schemas.openxmlformats.org/drawingml/2006/main"/>
        </p:blipFill>
        <p:spPr>
          <a:xfrm xmlns:a="http://schemas.openxmlformats.org/drawingml/2006/main">
            <a:off x="609600" y="1955328"/>
            <a:ext cx="10972800" cy="3280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C5E44-C1A6-42A7-8827-0F9634E4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91999-2DFC-4D0E-BF23-5AFD9F57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Telemetry provides raw signals. Monitoring evaluates known conditions. Observability supports investigation when the failure mode was not predicted.</a:t>
            </a:r>
          </a:p>
        </p:txBody>
      </p:sp>
    </p:spTree>
    <p:extLst>
      <p:ext uri="{BB962C8B-B14F-4D97-AF65-F5344CB8AC3E}">
        <p14:creationId xmlns:p14="http://schemas.microsoft.com/office/powerpoint/2010/main" val="1197300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6EFE2-F0DB-4D06-BF7A-86E1D1FC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E0FD-BE98-4B25-B2CD-8FCC26E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B309-952C-466C-AC6E-41D990D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631D-9DC8-4101-BE7D-C92D024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D44C9-BB38-460E-B3F1-05CE7D12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Observability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9944-7CA5-4B62-9BAC-72AA5D8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8fb8f7e79437a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068B2-18F1-44B8-8011-78117D26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56DE5-EAF1-4D44-93F5-0269449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Applications, containers, Kubernetes, delivery jobs, and managed systems should send correlated events to a common analysis path.</a:t>
            </a:r>
          </a:p>
        </p:txBody>
      </p:sp>
    </p:spTree>
    <p:extLst>
      <p:ext uri="{BB962C8B-B14F-4D97-AF65-F5344CB8AC3E}">
        <p14:creationId xmlns:p14="http://schemas.microsoft.com/office/powerpoint/2010/main" val="386395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4CD64-AA1C-4610-BF8B-95E84A8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FB04A-ECFD-43AC-B4F2-0D555129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249E3-53AD-4875-AD11-531E390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53508-DDA5-48E2-9BA0-C7F3802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9E3EE-EF61-45FF-898B-901F9EF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Elastic data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5B02-B4A0-4883-9009-DCAE4F3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F6C7A-3909-402C-B70E-83F6E07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23FB9-1B49-4294-916A-855D2A7B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F8E2-A139-4C39-9F0D-39AA03AB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0B70C-68EC-401F-BF76-220DCB9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30AFF-8B7D-431F-898B-554C4D0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5A6F3-5F3C-4651-8D8E-CF56C26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and pipeline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00B68-380A-46F7-BA11-2CF0297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20FEB-DA70-40FD-A570-FF29D1F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61179-BD7F-4A82-9334-D18E644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 and Kubernetes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60DC0-017C-4710-90CA-621931A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AA5BB-3632-43D1-B819-6CE4B384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E910E-63FB-4852-B07A-5EB4E63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Host and workload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1FE56-D4AB-4E9A-9035-5F1E632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46A74-42C9-45BD-9F37-BA41C49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63F01-CA4E-45FE-8466-BC07085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Synthetic request measurements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BA4FF-4A4B-4687-871F-5CCCF27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DADAB-B80C-422C-8837-72DCDFF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31F46-6336-4574-A1E1-30D1490D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Normalize and enrich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3CC5F-7A19-4F08-88F9-BFD65FDA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70218-2C34-4116-A0F5-BBAACBE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01C85D-9766-4114-96D4-6E75B1F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Search by deployment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43BA7-930D-48B7-B3B6-F85219E3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657C3-18F7-46BC-8693-7C1BBA70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79A3E-4934-4B44-8623-8C95B94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service dashboards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00EB4B-1701-4AAF-B24F-31A39B56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63BEC-46EE-475B-A870-A5AA54DF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B52FC-DCE2-4888-9157-70D37CA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Trigger actionable webhook alerts</a:t>
            </a:r>
          </a:p>
        </p:txBody>
      </p:sp>
    </p:spTree>
    <p:extLst>
      <p:ext uri="{BB962C8B-B14F-4D97-AF65-F5344CB8AC3E}">
        <p14:creationId xmlns:p14="http://schemas.microsoft.com/office/powerpoint/2010/main" val="838518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63656-B51F-403E-8829-8CBFB4E5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C7DC5-89AD-4203-BE02-8EB322B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9FAC-557E-4FFD-8C25-309C49A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EB222-E2A1-4BB8-BF72-BC5365F5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AC580-FF4B-4E8D-8EAF-09D7FAD0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Operational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11B77-FFA1-42BF-8705-F6F6F0A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ec01782bb4b6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8534B-7240-4628-88C0-CE4AC19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D0D72-96AC-494C-9D7C-1E3A264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Logs explain events, metrics show trends, traces follow requests, and state collection confirms the behavior of managed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730250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FCDC1-79CD-4171-9E0F-AE907A6A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D82B9-D975-478E-B33F-578BBC52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15B44-B703-4D0C-8BA2-C11F07E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0DC7C-A81E-4C0B-9D4F-F6B6811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5B5B-4F26-4B2B-8E5B-34BC19EB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Change-aware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8A9B1-F000-4054-A7A1-197BAFEC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1822d4f2e4b1b"/>
          <a:stretch xmlns:a="http://schemas.openxmlformats.org/drawingml/2006/main"/>
        </p:blipFill>
        <p:spPr>
          <a:xfrm xmlns:a="http://schemas.openxmlformats.org/drawingml/2006/main">
            <a:off x="770467" y="1571625"/>
            <a:ext cx="10651067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FBE8E-7AC4-4676-B4C1-20C262B4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221DC-765F-46C7-9441-2257E46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identity and timestamps connect pipeline events to changes in application, cluster, and network behavior.</a:t>
            </a:r>
          </a:p>
        </p:txBody>
      </p:sp>
    </p:spTree>
    <p:extLst>
      <p:ext uri="{BB962C8B-B14F-4D97-AF65-F5344CB8AC3E}">
        <p14:creationId xmlns:p14="http://schemas.microsoft.com/office/powerpoint/2010/main" val="1609667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D56AE-71C1-4A17-AC88-9016DCDD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BFC3-4E6A-41B3-A0D9-AE4B012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B1DEB-7CFB-45AC-B28B-21FC0517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F1F6-5FCF-4F42-847B-580E706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C1B0-6164-4B80-9F1B-22F1E60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Change correlation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DE7B-C30E-4A23-AE9E-AF7511E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9931dae99416f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13CCC-4B7A-4EBF-8878-F255D71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A7809-0C14-4F4B-A289-04528666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Useful audit records link actor, source revision, pipeline, artifact, target, action, result, and observed service outcome.</a:t>
            </a:r>
          </a:p>
        </p:txBody>
      </p:sp>
    </p:spTree>
    <p:extLst>
      <p:ext uri="{BB962C8B-B14F-4D97-AF65-F5344CB8AC3E}">
        <p14:creationId xmlns:p14="http://schemas.microsoft.com/office/powerpoint/2010/main" val="998189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5A1E60-B0C9-4D04-B8BA-CDE8B35B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6EDF5-458E-4A3E-8471-4BEF172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19C7E-D50C-4D64-A714-476A517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C84D3-6374-4809-932A-91FE927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D4359-112A-4CC2-AC06-CB7AF1A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Audit event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18278-BD40-46BA-92C3-7861CD8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83373-91CC-41A9-AC16-694852EE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4155E-89C0-4F5F-94AC-2CFD487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Identity and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B063A-0B2D-4DAD-AE63-846D0E78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Execution and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12A58-0561-4466-A373-9FE3F3A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790CD-6187-4826-B86E-554F1DC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AB1C6-F9D4-4195-A225-05C21FC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Timestamp and correlation identifier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01123-B75C-450D-8E00-CE3ACE9A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67C5E-5600-4672-8AE6-1FD9AFB6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4BC01-C991-44C5-A514-57505BD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Actor and workload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540C0-46A9-49C2-BBF4-D01E53CA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5FF6E-2A4B-403F-B60B-FD68A280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298CD-501F-4E48-8D63-7C37C5C7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revision and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B8BE5-438F-4A8D-A0E5-4D0006A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76280-5DCE-48E3-8A7C-7948B1C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5298D-563D-4AF7-9FFD-3D710A9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and requested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6F6E1-D3C0-4081-92C1-CA43960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B34F7-43F0-4BC1-B0A5-1F5AB7F9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85E3F-ECBF-42A6-9AB7-458C167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Tool and dependency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A2ECF-EC24-4F07-ABF3-58DEDBD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D153E-E653-477D-9A3F-8716B04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BCD92-B2BE-4705-B832-8E3738CE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Command or API operation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F528B-D630-4A78-9A05-99A3D75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288C2-F162-43A9-8B87-54A61708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CEDD7-5B34-4C9B-B92D-9C8D1148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Result and sanitized error detail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DA198-133A-47CD-8F71-59B4C687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B04167-95F8-4CDF-9548-FFFD3771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9A81D7-17F1-4225-A8F9-65D47552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Artifact, evidence, and cleanup status</a:t>
            </a:r>
          </a:p>
        </p:txBody>
      </p:sp>
    </p:spTree>
    <p:extLst>
      <p:ext uri="{BB962C8B-B14F-4D97-AF65-F5344CB8AC3E}">
        <p14:creationId xmlns:p14="http://schemas.microsoft.com/office/powerpoint/2010/main" val="796139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C97CA5-D122-4287-9F9D-C43352D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CF649-C02D-4E36-A1B0-C3838BE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3435D-974D-47C7-A930-E4A9683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203A6-3007-4C5D-8664-CFC6DCC1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6F46A-024C-4783-958D-D94CB5DE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Secrets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CE18-F0E3-4FEE-88E7-13E564F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AD592-0221-403D-A2C1-4F2077F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A9B15-DD2B-4D51-941C-53BFBE29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Vault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0822E-54C3-413F-8FAA-6BAA45E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Pipeline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A9C5-CB21-48A2-A185-0CCC16A3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73017-7AD8-4AD3-8BE8-A7D0BD5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A8D89-491A-4B2B-A417-7009DFF8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Authenticate the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92570-B849-4C42-94DB-698CB55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11FDD-277E-4CB2-A4B7-D4456D82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6D9DF-6EFB-434F-BFE3-03C613B7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Issue or return scoped secrets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A485A-4461-410D-8F09-A20C325F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EEB33-F0FC-4AE0-9F2F-702CA494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7ABBB-9550-4F9F-8270-F986259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Apply policy and lifetime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F67EC-EBF0-4060-B487-05999F24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48267-FAA5-4FA1-A194-6289515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2150E-9FF4-4C0E-9CF1-9345BC8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Record access for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F52B5-716A-4388-8A9A-B16BAA1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EACC7-9067-41CD-9455-8F51B7B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BE6C6-7850-41C6-B69A-9355826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Request secrets only at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FFFAC-C4C8-4A82-9005-C5B6D897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C5A88-26A6-4BA8-93CA-B2FE533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89830-A13C-4C2A-9296-857B351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Avoid printing or persisting values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075E8-C958-4D72-999D-7C877730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EC919-C6E1-464E-A103-2DFEC672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9EAAF-C736-43A0-943F-AA079BF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Limit the job and target scope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35A7D-6F06-4653-8D02-1E3AFC0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31456-F242-4A93-85C1-D825E99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F5C25-DCF1-4B31-A182-A38196A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Revoke access after use</a:t>
            </a:r>
          </a:p>
        </p:txBody>
      </p:sp>
    </p:spTree>
    <p:extLst>
      <p:ext uri="{BB962C8B-B14F-4D97-AF65-F5344CB8AC3E}">
        <p14:creationId xmlns:p14="http://schemas.microsoft.com/office/powerpoint/2010/main" val="2340224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41B40-124D-460B-B3FC-7E2BE1B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F7649-CDF6-4BAD-8D60-B2B736D8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735F2-E3D3-4574-8C7B-FE3054B1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8DE0A-A83D-400E-B6FD-745FFC2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828D-EC58-4B43-8A3A-F3007073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Dashboards and alerts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0D1C0-5ACA-4D9B-8BB2-3E1FEA56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D0DCC-D0AC-4545-8A32-83CFA31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F8D24-1BAE-4CC4-9333-3544B94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Dashboards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D3973-6FED-4F58-A365-78C2B36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Alerts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DF735-8BDC-40EA-9128-9FC8E309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0D509-9940-49F2-AB93-5B5CE9A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637DE-0DBC-43CD-A21B-F4761821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Cluster and workload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BDC14-1FC1-4C05-AA52-96EB1FA1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B78C6-5041-4AD4-8DFE-DB5E203D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71F34-3CFB-4296-B1A0-A0771DA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request success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B9F65-E579-41B8-9E63-B4CA6AC8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C94C-6482-4C17-AE86-68A0097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64A90-444D-40B7-BD4D-7F2B36A9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Response time and resource pressure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E8FE4-9099-40B9-9875-C1C062D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30A05-2790-48D3-8099-3942F1E5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7BF4F-D65F-473B-9414-37C8386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Pipeline and change correlation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AD143-611D-4420-BE95-5C526A9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2DFA4-B8BA-4A45-A7ED-12B3C39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A45B4-C9D1-41BD-94D6-981034F5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Identify a condition that needs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24A3C-160C-4E38-B78B-0E24A53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29677-B06B-4C32-BBC0-4888BC82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07131-4EFE-4DEE-93F4-652DE2A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Include service and deployment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BB842-9792-4728-B9AC-4CEB5A6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2A9D0-1873-454E-84D7-659D0ED7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FFF3F-E155-4F28-A6D1-9C9AE8CD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a tested notification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0E2FDC-C19B-47A4-80B5-D4CDF2A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BC41A5-1DEE-43F6-9761-D2D364F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66A15-7075-4584-841E-0D9EB96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Reduce duplicate and non-actionable signals</a:t>
            </a:r>
          </a:p>
        </p:txBody>
      </p:sp>
    </p:spTree>
    <p:extLst>
      <p:ext uri="{BB962C8B-B14F-4D97-AF65-F5344CB8AC3E}">
        <p14:creationId xmlns:p14="http://schemas.microsoft.com/office/powerpoint/2010/main" val="448097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5E415-6816-4E5C-ACB5-0D6A0AF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36AED-99C6-4774-A0FB-2DDA392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22511-EB56-437A-9B91-84065F36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A608E-2CF6-40FB-A975-704C1DEF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D66FF-3760-4673-9C6D-315B22C8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Synthetic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62861-535B-403F-9B24-D9BC6EB1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4C2CB-31F3-4F78-9E13-2881711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222DF-DC36-4BA3-85B3-BB62563C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Test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6169E-3364-44CA-B104-5546E50F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Recorded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C262C-3DD0-4134-A38E-8F12D1F4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10F4C-FDB5-4BCF-AC2D-F8C404E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C7327-FDEA-4416-8E15-6AC8779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Authenticate with a dedicated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D8310-4ED3-4877-A0D1-56079532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E2384-69FF-4B84-8DFE-5DEE4C8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B5AB8-3540-4AAD-88F0-CE85C4A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Access the published service 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F10B1-8F0B-4DF8-9A99-49B80A9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B80E6-93BF-42B5-BE5A-9752B17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5F90A-26DA-4D0E-BA99-216052C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device data appears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9F373-9482-41F9-961E-11D4ED9A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44E2F-B00D-435C-AF60-5D966376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15A97-DE85-46E4-BB09-355B62F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Measure total response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4E4F3-2568-4DCF-AFAC-2C0BA48B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A253D-D28E-4521-9ED8-5A1FD4A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0EA77-17B1-44EE-9C36-A11B38A5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HTTP result and timing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30FB9-EFD9-4340-A7EC-E618C05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6F314-3772-4D68-A9C6-08BB492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EEB49C-75EF-451B-B274-822A615A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instance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6CE8A-F8EC-4503-B3DC-DA5163B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47D0A-22FA-4B8E-B4F3-4D14B7B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250C6-FEB7-4537-880B-2B868FB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device and data timestamp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278BC-C7D2-4864-9986-497F698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F4AB6-C33C-4953-B01A-9773C07C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7F7877-49D4-4463-A086-8A5B4310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Related pipeline and deployment version</a:t>
            </a:r>
          </a:p>
        </p:txBody>
      </p:sp>
    </p:spTree>
    <p:extLst>
      <p:ext uri="{BB962C8B-B14F-4D97-AF65-F5344CB8AC3E}">
        <p14:creationId xmlns:p14="http://schemas.microsoft.com/office/powerpoint/2010/main" val="1974367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9274B-3601-466D-8CF6-10BE31E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3924E-C3A4-4503-B1E1-973118E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503FF-DB23-40CE-A7BE-5AF2B5ED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071BF-DC40-4A9B-A26B-50F7FF0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8DDBE-8437-4805-A1D2-60EF2CC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971F2-E711-427D-BCB6-C0476E4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C5CE9-0DC0-473A-9667-46876FB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Security controls limit what delivery components can do. Observability shows what they did and whether the service remained healthy.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51E23-A764-4E03-B4CA-792A132B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4FF9-0C01-424A-9E5E-3A0E9A5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short-lived, scoped workload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A8162-F134-4D8F-A1F4-E0E0B115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96156-E0EF-43BA-AFEA-6799927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audit context across every pipeline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AABA6-4676-4DC4-9308-51A951F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60483-E46F-4ABD-8AE2-0AAF74D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Correlate deployment and runtime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BE260-06C5-4E9A-A5AA-410D7AB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6BC0A-4FF1-4168-8A83-831C99B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alerts around an operational response</a:t>
            </a:r>
          </a:p>
        </p:txBody>
      </p:sp>
    </p:spTree>
    <p:extLst>
      <p:ext uri="{BB962C8B-B14F-4D97-AF65-F5344CB8AC3E}">
        <p14:creationId xmlns:p14="http://schemas.microsoft.com/office/powerpoint/2010/main" val="15905562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A6505-CEC7-4B15-B1CB-D9337A5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220D3-3EFA-4040-8745-0372432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172E-689D-4D7A-BFAF-13D17495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EFE6-D00D-4F83-8961-D66CAD4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5B5DC-9762-4E5E-9F73-4EF54F92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5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9A993-9AF3-460C-B414-7D72FACA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3516-81F2-419A-8D6D-925ED9E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48988-C5CC-43C7-B9F4-92079F7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472F0-C660-4057-A51A-EEECC15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6E0B5-28FB-41BD-901E-13C0614E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0337-3D12-4621-B570-88F26E5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Course content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7F052-C0C8-42DA-BC02-E819E5B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C1257-8DE4-4342-936D-C3804E17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728545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2026-09-13T08:27:02.8910000Z</dcterms:created>
  <dcterms:modified xsi:type="dcterms:W3CDTF">2026-09-13T08:27:02.8910000Z</dcterms:modified>
</coreProperties>
</file>