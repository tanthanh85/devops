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0a338d2fc49c5" /><Relationship Type="http://schemas.openxmlformats.org/officeDocument/2006/relationships/extended-properties" Target="/docProps/app.xml" Id="R0c021cc1c26f40ab" /><Relationship Type="http://schemas.openxmlformats.org/officeDocument/2006/relationships/officeDocument" Target="/ppt/presentation.xml" Id="Re4c6b1aa84bc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4022f5f06548e8"/>
  </p:sldMasterIdLst>
  <p:notesMasterIdLst>
    <p:notesMasterId xmlns:r="http://schemas.openxmlformats.org/officeDocument/2006/relationships" r:id="Re83b21e289394367"/>
  </p:notesMasterIdLst>
  <p:sldIdLst>
    <p:sldId xmlns:r="http://schemas.openxmlformats.org/officeDocument/2006/relationships" id="256" r:id="Ra8ee86bfaa864596"/>
    <p:sldId xmlns:r="http://schemas.openxmlformats.org/officeDocument/2006/relationships" id="257" r:id="R9371029c979d4078"/>
    <p:sldId xmlns:r="http://schemas.openxmlformats.org/officeDocument/2006/relationships" id="258" r:id="Rda580adfeb6341b8"/>
    <p:sldId xmlns:r="http://schemas.openxmlformats.org/officeDocument/2006/relationships" id="259" r:id="R4bffca5ea0874ca2"/>
    <p:sldId xmlns:r="http://schemas.openxmlformats.org/officeDocument/2006/relationships" id="260" r:id="Rf4634cb76d4f4764"/>
    <p:sldId xmlns:r="http://schemas.openxmlformats.org/officeDocument/2006/relationships" id="261" r:id="R0e59954d7c414535"/>
    <p:sldId xmlns:r="http://schemas.openxmlformats.org/officeDocument/2006/relationships" id="262" r:id="R5790db289caf40d0"/>
    <p:sldId xmlns:r="http://schemas.openxmlformats.org/officeDocument/2006/relationships" id="263" r:id="Ra43fb03f6c6d4ccb"/>
    <p:sldId xmlns:r="http://schemas.openxmlformats.org/officeDocument/2006/relationships" id="264" r:id="R23a199befd834d58"/>
    <p:sldId xmlns:r="http://schemas.openxmlformats.org/officeDocument/2006/relationships" id="265" r:id="R6ecbf5b458564d6e"/>
    <p:sldId xmlns:r="http://schemas.openxmlformats.org/officeDocument/2006/relationships" id="266" r:id="R21cd053856564c8e"/>
    <p:sldId xmlns:r="http://schemas.openxmlformats.org/officeDocument/2006/relationships" id="267" r:id="R95dbacc97ed84a0c"/>
    <p:sldId xmlns:r="http://schemas.openxmlformats.org/officeDocument/2006/relationships" id="268" r:id="Rf6ac34f792954545"/>
    <p:sldId xmlns:r="http://schemas.openxmlformats.org/officeDocument/2006/relationships" id="269" r:id="R9d8808670dfe4a89"/>
    <p:sldId xmlns:r="http://schemas.openxmlformats.org/officeDocument/2006/relationships" id="270" r:id="R0a3652a4e16e40e1"/>
    <p:sldId xmlns:r="http://schemas.openxmlformats.org/officeDocument/2006/relationships" id="271" r:id="Reaec2c74d9c5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177ed292c47ef" /><Relationship Type="http://schemas.openxmlformats.org/officeDocument/2006/relationships/slideMaster" Target="/ppt/slideMasters/slideMaster1.xml" Id="Rb24022f5f06548e8" /><Relationship Type="http://schemas.openxmlformats.org/officeDocument/2006/relationships/notesMaster" Target="/ppt/notesMasters/notesMaster1.xml" Id="Re83b21e289394367" /><Relationship Type="http://schemas.openxmlformats.org/officeDocument/2006/relationships/presProps" Target="/ppt/presProps.xml" Id="Re18b07964a994bd8" /><Relationship Type="http://schemas.openxmlformats.org/officeDocument/2006/relationships/tableStyles" Target="/ppt/tableStyles.xml" Id="R83cef18df0ce4362" /><Relationship Type="http://schemas.openxmlformats.org/officeDocument/2006/relationships/slide" Target="/ppt/slides/slide1.xml" Id="Ra8ee86bfaa864596" /><Relationship Type="http://schemas.openxmlformats.org/officeDocument/2006/relationships/slide" Target="/ppt/slides/slide2.xml" Id="R9371029c979d4078" /><Relationship Type="http://schemas.openxmlformats.org/officeDocument/2006/relationships/slide" Target="/ppt/slides/slide3.xml" Id="Rda580adfeb6341b8" /><Relationship Type="http://schemas.openxmlformats.org/officeDocument/2006/relationships/slide" Target="/ppt/slides/slide4.xml" Id="R4bffca5ea0874ca2" /><Relationship Type="http://schemas.openxmlformats.org/officeDocument/2006/relationships/slide" Target="/ppt/slides/slide5.xml" Id="Rf4634cb76d4f4764" /><Relationship Type="http://schemas.openxmlformats.org/officeDocument/2006/relationships/slide" Target="/ppt/slides/slide6.xml" Id="R0e59954d7c414535" /><Relationship Type="http://schemas.openxmlformats.org/officeDocument/2006/relationships/slide" Target="/ppt/slides/slide7.xml" Id="R5790db289caf40d0" /><Relationship Type="http://schemas.openxmlformats.org/officeDocument/2006/relationships/slide" Target="/ppt/slides/slide8.xml" Id="Ra43fb03f6c6d4ccb" /><Relationship Type="http://schemas.openxmlformats.org/officeDocument/2006/relationships/slide" Target="/ppt/slides/slide9.xml" Id="R23a199befd834d58" /><Relationship Type="http://schemas.openxmlformats.org/officeDocument/2006/relationships/slide" Target="/ppt/slides/slide10.xml" Id="R6ecbf5b458564d6e" /><Relationship Type="http://schemas.openxmlformats.org/officeDocument/2006/relationships/slide" Target="/ppt/slides/slide11.xml" Id="R21cd053856564c8e" /><Relationship Type="http://schemas.openxmlformats.org/officeDocument/2006/relationships/slide" Target="/ppt/slides/slide12.xml" Id="R95dbacc97ed84a0c" /><Relationship Type="http://schemas.openxmlformats.org/officeDocument/2006/relationships/slide" Target="/ppt/slides/slide13.xml" Id="Rf6ac34f792954545" /><Relationship Type="http://schemas.openxmlformats.org/officeDocument/2006/relationships/slide" Target="/ppt/slides/slide14.xml" Id="R9d8808670dfe4a89" /><Relationship Type="http://schemas.openxmlformats.org/officeDocument/2006/relationships/slide" Target="/ppt/slides/slide15.xml" Id="R0a3652a4e16e40e1" /><Relationship Type="http://schemas.openxmlformats.org/officeDocument/2006/relationships/slide" Target="/ppt/slides/slide16.xml" Id="Reaec2c74d9c5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7b8191b8d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447d692c5419b" /><Relationship Type="http://schemas.openxmlformats.org/officeDocument/2006/relationships/notesMaster" Target="/ppt/notesMasters/notesMaster1.xml" Id="R8808ff1a5771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52107fe8fb4392" /><Relationship Type="http://schemas.openxmlformats.org/officeDocument/2006/relationships/notesMaster" Target="/ppt/notesMasters/notesMaster1.xml" Id="Rd62030995dc543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89c8b04c042c8" /><Relationship Type="http://schemas.openxmlformats.org/officeDocument/2006/relationships/notesMaster" Target="/ppt/notesMasters/notesMaster1.xml" Id="R2c30275aa8a14e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9a7dda4664b4e" /><Relationship Type="http://schemas.openxmlformats.org/officeDocument/2006/relationships/notesMaster" Target="/ppt/notesMasters/notesMaster1.xml" Id="Rdb1262a82e80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ac2ba5034474f" /><Relationship Type="http://schemas.openxmlformats.org/officeDocument/2006/relationships/notesMaster" Target="/ppt/notesMasters/notesMaster1.xml" Id="R4611a67711af48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4785005864709" /><Relationship Type="http://schemas.openxmlformats.org/officeDocument/2006/relationships/notesMaster" Target="/ppt/notesMasters/notesMaster1.xml" Id="R7db66801a307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456cbe28c94790" /><Relationship Type="http://schemas.openxmlformats.org/officeDocument/2006/relationships/notesMaster" Target="/ppt/notesMasters/notesMaster1.xml" Id="R417205377789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b4255c8bd644be" /><Relationship Type="http://schemas.openxmlformats.org/officeDocument/2006/relationships/notesMaster" Target="/ppt/notesMasters/notesMaster1.xml" Id="R35123aaeb584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3e6dfaf7e446af" /><Relationship Type="http://schemas.openxmlformats.org/officeDocument/2006/relationships/notesMaster" Target="/ppt/notesMasters/notesMaster1.xml" Id="Rff922a232cca46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9cccb625a2448c" /><Relationship Type="http://schemas.openxmlformats.org/officeDocument/2006/relationships/notesMaster" Target="/ppt/notesMasters/notesMaster1.xml" Id="R7ecb12e0e36342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766a9fc8044c77" /><Relationship Type="http://schemas.openxmlformats.org/officeDocument/2006/relationships/notesMaster" Target="/ppt/notesMasters/notesMaster1.xml" Id="Re4de5b017c4c4c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0df3653376456a" /><Relationship Type="http://schemas.openxmlformats.org/officeDocument/2006/relationships/notesMaster" Target="/ppt/notesMasters/notesMaster1.xml" Id="R862090d0f59e4c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9235f0bd054410" /><Relationship Type="http://schemas.openxmlformats.org/officeDocument/2006/relationships/notesMaster" Target="/ppt/notesMasters/notesMaster1.xml" Id="R6940454efa0440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2e683fa7714e7c" /><Relationship Type="http://schemas.openxmlformats.org/officeDocument/2006/relationships/notesMaster" Target="/ppt/notesMasters/notesMaster1.xml" Id="Raa64da77dde64d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6c7abf0b0b4dfc" /><Relationship Type="http://schemas.openxmlformats.org/officeDocument/2006/relationships/notesMaster" Target="/ppt/notesMasters/notesMaster1.xml" Id="R74148ebf884e43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877876a0e1429b" /><Relationship Type="http://schemas.openxmlformats.org/officeDocument/2006/relationships/notesMaster" Target="/ppt/notesMasters/notesMaster1.xml" Id="Ra37d903d8bc8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1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Introducing the DevOps Model. People, process, technology,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explains how software delivery practices turn useful automation into a service that a team can review, release, and operate.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Use CALMS to examine delivery capability Trace work through the complete lifecycle Distinguish continuous integration, delivery, and deployment Identify flow constraints and useful measures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models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Manual work, individually operated automation, and pipeline delivery differ in ownership, repeatability, validation,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calms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Culture and sharing shape ownership. Automation and lean practices improve flow. Measurement shows whether the system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calms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Flow and ownership: Who owns the service outcome? Where does work wait? How large are typical changes? How does knowledge move between people?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Automation and evidence: Which decisions are repeatable? Which failures stop promotion? What evidence supports a release? How does production feedback reach planning?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complete devops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Delivery continues after deployment. Operation, observation, learning, and retirement complete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lifecycle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release: Define the expected outcome Design interfaces and controls Integrate small changes Build and qualify an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release: Deploy within approved scope Observe service behavior Recover when outcomes differ Retire access and obsolete versions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evidence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release decision depends on traceable evidence that connects source, build inputs, tests, approvals, deployment, and observed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feedback speeds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Fast checks protect developer flow. Broader integration and operational feedback answer questions that local tests cannot.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Version control, runners, registries, deployment targets, and observability systems form one delivery system with distinct trust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release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Candidate identity: Source revision Dependency versions Build environment Artifact digest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Qualification evidence: Test results Security findings Approval record Deployment and post-check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ci, delivery, and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Continuous integration: Integrates small changes frequently Builds and tests every candidate Returns feedback to the author Keeps the main branch releasable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Release choices: Continuous delivery keeps approval Continuous deployment removes manual approval Both require a qualified artifact Promotion should preserve artifact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value stream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Improvement begins by measuring where work waits, where changes fail, and where teams repeat manual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delivery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Flow: Lead time for a change Deployment frequency Time waiting for approval Time spent repeating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Stability: Change failure rate Time to restore service Escaped defects Incomplete or missing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DevOps treats delivery as an engineering system whose output includes working software and credible operational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Shared ownership matters as much as automation Small batches reduce review and recovery risk Pipelines should promote an identified artifact Feedback must reach the people who can act on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Infrastructure as Code and On-Demand Environments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89fcb2922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51cdaac974efc" /><Relationship Type="http://schemas.openxmlformats.org/officeDocument/2006/relationships/slideLayout" Target="/ppt/slideLayouts/slideLayout1.xml" Id="R53321f056778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21f056778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71bb736e94db5" /><Relationship Type="http://schemas.openxmlformats.org/officeDocument/2006/relationships/image" Target="/ppt/media/image.png" Id="Rcf38a21e1af24f3d" /><Relationship Type="http://schemas.openxmlformats.org/officeDocument/2006/relationships/notesSlide" Target="/ppt/notesSlides/notesSlide1.xml" Id="Rc7e68b45b08f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b768b81ad4d5a" /><Relationship Type="http://schemas.openxmlformats.org/officeDocument/2006/relationships/notesSlide" Target="/ppt/notesSlides/notesSlide2.xml" Id="R2304c75741bb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8aef9002244bc" /><Relationship Type="http://schemas.openxmlformats.org/officeDocument/2006/relationships/image" Target="/ppt/media/image2.png" Id="Rbdd5ef592d8e4a9f" /><Relationship Type="http://schemas.openxmlformats.org/officeDocument/2006/relationships/notesSlide" Target="/ppt/notesSlides/notesSlide3.xml" Id="R20cda803e83e40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013700284d9b" /><Relationship Type="http://schemas.openxmlformats.org/officeDocument/2006/relationships/image" Target="/ppt/media/image3.png" Id="Rde8abd5a19ec4f3f" /><Relationship Type="http://schemas.openxmlformats.org/officeDocument/2006/relationships/notesSlide" Target="/ppt/notesSlides/notesSlide4.xml" Id="R398b267743d4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d5bd0eb254905" /><Relationship Type="http://schemas.openxmlformats.org/officeDocument/2006/relationships/notesSlide" Target="/ppt/notesSlides/notesSlide5.xml" Id="Rcbfdfff3d281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dc8dcec4b4653" /><Relationship Type="http://schemas.openxmlformats.org/officeDocument/2006/relationships/image" Target="/ppt/media/image4.png" Id="R6e0af61c648046b8" /><Relationship Type="http://schemas.openxmlformats.org/officeDocument/2006/relationships/notesSlide" Target="/ppt/notesSlides/notesSlide6.xml" Id="R6fd3b35ca08b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878be288147dc" /><Relationship Type="http://schemas.openxmlformats.org/officeDocument/2006/relationships/notesSlide" Target="/ppt/notesSlides/notesSlide7.xml" Id="Rc9014b94900b44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1483ab8254766" /><Relationship Type="http://schemas.openxmlformats.org/officeDocument/2006/relationships/image" Target="/ppt/media/image5.png" Id="R91483e9226ff41ce" /><Relationship Type="http://schemas.openxmlformats.org/officeDocument/2006/relationships/notesSlide" Target="/ppt/notesSlides/notesSlide8.xml" Id="R553521da31f84b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e730fbf7c4477" /><Relationship Type="http://schemas.openxmlformats.org/officeDocument/2006/relationships/image" Target="/ppt/media/image6.png" Id="R78e9fa5cfb6e4b45" /><Relationship Type="http://schemas.openxmlformats.org/officeDocument/2006/relationships/notesSlide" Target="/ppt/notesSlides/notesSlide9.xml" Id="Rb0d7383d20b241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a388bedb44219" /><Relationship Type="http://schemas.openxmlformats.org/officeDocument/2006/relationships/image" Target="/ppt/media/image7.png" Id="R7a766c440d984d73" /><Relationship Type="http://schemas.openxmlformats.org/officeDocument/2006/relationships/notesSlide" Target="/ppt/notesSlides/notesSlide10.xml" Id="Rd7c23763a16347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3e08a866426a" /><Relationship Type="http://schemas.openxmlformats.org/officeDocument/2006/relationships/notesSlide" Target="/ppt/notesSlides/notesSlide11.xml" Id="Rcc491491270248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1c6088f374e8f" /><Relationship Type="http://schemas.openxmlformats.org/officeDocument/2006/relationships/notesSlide" Target="/ppt/notesSlides/notesSlide12.xml" Id="Rdb1862d56a9640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bd1d5f7a94d71" /><Relationship Type="http://schemas.openxmlformats.org/officeDocument/2006/relationships/image" Target="/ppt/media/image8.png" Id="Rcb61f84da22d4db6" /><Relationship Type="http://schemas.openxmlformats.org/officeDocument/2006/relationships/notesSlide" Target="/ppt/notesSlides/notesSlide13.xml" Id="Rb19a1f6d889842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6aa86fd949bd" /><Relationship Type="http://schemas.openxmlformats.org/officeDocument/2006/relationships/notesSlide" Target="/ppt/notesSlides/notesSlide14.xml" Id="R31b6bedfa9f146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9c6644ba44216" /><Relationship Type="http://schemas.openxmlformats.org/officeDocument/2006/relationships/notesSlide" Target="/ppt/notesSlides/notesSlide15.xml" Id="Ra7e6c103ea1e45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eafb02fcd4fac" /><Relationship Type="http://schemas.openxmlformats.org/officeDocument/2006/relationships/notesSlide" Target="/ppt/notesSlides/notesSlide16.xml" Id="Ra18f261b5f344f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8a21e1af24f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202A-8A0B-4149-947B-E941F87C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7DCF3-F96C-4F1E-B795-FCB564CB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946A-880A-47ED-A967-098C690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085FA-DB37-499E-AA08-2B7513D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2CB8C-6FA1-4A6A-8A87-A7588772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Introducing the DevOps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F590A-7464-42D4-945B-A96227D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People, process, technology, and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7F7E-EF4C-4451-AC40-A2D75612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187170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A0365-85F4-4C97-AAEF-1146B69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9DD4F-5CAC-4A75-AAEB-E013D8C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18FEE-A654-47CF-B687-334A326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8476A-BD4D-412D-A262-3B4E806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430EE-5D81-41C7-806F-1C96F85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4E23E-0D49-4AB9-AA36-55756C7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83F9A-8DBF-4A1D-99AD-6D96474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explains how software delivery practices turn useful automation into a service that a team can review, release, and operate.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A9708-F5AD-40EA-9ADF-8760202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4F47-0CBD-49B9-BDCA-79BED13F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CALMS to examine delivery 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6029C-3699-4AFE-AB4F-5594C49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AB3EC-6FB4-4096-B6D7-2557506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Trace work through the complete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AE4A0-1721-41F0-AA31-D0864572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3927D-F35A-4834-A66B-9C7C351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Distinguish continuous integration, delivery, and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B39A6-B151-49DA-BA46-690782B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2802F-E892-4869-9964-7A8B315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Identify flow constraints and useful measures</a:t>
            </a:r>
          </a:p>
        </p:txBody>
      </p:sp>
    </p:spTree>
    <p:extLst>
      <p:ext uri="{BB962C8B-B14F-4D97-AF65-F5344CB8AC3E}">
        <p14:creationId xmlns:p14="http://schemas.microsoft.com/office/powerpoint/2010/main" val="654856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D828-F909-434F-8804-9568622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90542-EDEB-4807-B17C-05528C9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434D-589B-4F98-8297-401B2B9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631C-95F9-4BB1-8A9F-420B37D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DB0E2-55D7-4C4D-9D9D-886EBD2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00F9C-EB46-4C13-8A1C-8807E21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5ef592d8e4a9f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04DBF-9E10-453C-811E-964EA2E4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AB94B-814D-49D3-BEEC-5544F1B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Manual work, individually operated automation, and pipeline delivery differ in ownership, repeatability, validation,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2144926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82B6A-28DF-4CB8-AFEF-258E5B54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001A5-5580-4C13-AF68-B60444A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2C039-2903-4189-B009-01FB2D18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D0A51-97B6-4978-82D0-9857A5B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190DF-7656-4B98-B1DF-7E84FE6C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CALMS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3E4B-F234-4CF0-8616-85A1CFC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abd5a19ec4f3f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BD961-F691-4E2C-B804-B267988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13E3F-5F9D-4569-9CAD-D43A989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Culture and sharing shape ownership. Automation and lean practices improve flow. Measurement shows whether the system works.</a:t>
            </a:r>
          </a:p>
        </p:txBody>
      </p:sp>
    </p:spTree>
    <p:extLst>
      <p:ext uri="{BB962C8B-B14F-4D97-AF65-F5344CB8AC3E}">
        <p14:creationId xmlns:p14="http://schemas.microsoft.com/office/powerpoint/2010/main" val="266533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EAD1F-BE1D-477E-8431-D686C82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DABD5-5612-47CA-8876-5CDFB6E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8CEB9-6D45-458C-A668-A3B57CD4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AA102-53D5-4E7F-B960-36B954B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1123A-E423-4682-8670-A99A2C42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CALMS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7BCC0-A0AD-401E-93FF-01B0D32D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B7116-8533-472E-AE32-8531B1C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CE7A-7227-4C5B-BF6A-6B91363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Flow and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ECB0D-63D9-49C7-AF09-DB3C4CEC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Automation and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016AD-4DA8-42A4-968F-B1C7E2F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07733-3CCF-4357-8CA2-8C88FE9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5C304-124C-4AD7-A591-A9BD824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Who owns the service outcome?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9B13A-053B-4C3A-8CFC-22EA526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9D223-ADE1-4774-8077-E1B0B2F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FAB28-94EC-4E8C-B49E-B3C45F05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does work wait?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4680C-77B4-4143-8DF7-42BB864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DF5E1-EF9E-48A2-868E-EB2540F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0A0B3-D4FF-410E-B824-38DA5D64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large are typical changes?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EED0B-BAB3-4998-BD21-2FDD59A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69729-8C98-4C7E-8B9F-127F448D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0025B-B888-4E25-AF2A-62BA99B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does knowledge move between people?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36D80-276B-47ED-B930-A1C1F76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3DC75-98B3-4A31-8502-C1ED44B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57D7D-4EB4-4B82-849E-BBDA10DA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decisions are repeatable?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B72C4-A1F1-4782-9E45-45B02B8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E60E1-DDBD-4744-A47F-59204568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13C21-6C7D-4B45-9BD1-7E11C52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failures stop promotion?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93529-5423-47D2-8AF4-3C3A87B5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7A11A-EB56-439F-9106-77EC4FE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A3797-8EDD-40D7-8997-80A63CB1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What evidence supports a release?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B0B6-5E2C-4F66-A6DA-2E0528A2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F52CEF-1B41-4A03-8407-3FD62DF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BECFE-6794-420C-8D2D-D0DC4B1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does production feedback reach planning?</a:t>
            </a:r>
          </a:p>
        </p:txBody>
      </p:sp>
    </p:spTree>
    <p:extLst>
      <p:ext uri="{BB962C8B-B14F-4D97-AF65-F5344CB8AC3E}">
        <p14:creationId xmlns:p14="http://schemas.microsoft.com/office/powerpoint/2010/main" val="410560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08FD8-34A2-4EEB-9C97-32CF8FD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6317F-8E1B-4545-8C90-20B1442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5DBDA-C85A-4F13-9CE3-CD45311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78247-6665-4BD4-AA58-72EBA06E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5FEB-3EA8-4C5F-B2DF-259CEA1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Complete DevOps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AD410-469B-4AF6-B3BC-3ECB91D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af61c648046b8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45A9-23E4-40AA-BDE1-97E7CE6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E99CA-24FC-41E3-8B97-353E3972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Delivery continues after deployment. Operation, observation, learning, and retirement complete the lifecycle.</a:t>
            </a:r>
          </a:p>
        </p:txBody>
      </p:sp>
    </p:spTree>
    <p:extLst>
      <p:ext uri="{BB962C8B-B14F-4D97-AF65-F5344CB8AC3E}">
        <p14:creationId xmlns:p14="http://schemas.microsoft.com/office/powerpoint/2010/main" val="1448529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94E22-40F8-4E3C-9503-6B14733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3DE1A-D5D9-46AA-9666-53D4B82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BC675-4B9C-43C3-B901-0A81D84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5E12F-5132-4756-8826-D69AEAD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AFC08-F49F-4BB4-83C4-8A92416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Lifecycle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C7B5-560F-4D55-980B-B42B64E3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5F5C-16D5-4BB0-A709-FB59701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D7C4E-B6F3-4E4B-9895-0ECE371F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BAD4-1517-4832-B87C-3611AA76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88250-84BD-4435-AE73-5A659D1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1F05-1FED-4B36-B49E-5E66234F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C8AE7-E426-4BB3-97B6-379EA4B8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Define the expected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8CEF0-88D5-4F29-B199-5F7904BA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F724C-1423-4067-B407-23BC72AF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4B865-ADF7-44F8-AA65-0DA31715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interfaces and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4AB7B-A0B9-4DC2-BB46-7309B7B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88862-B11F-46BE-87E7-33A11201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66259-FAC0-44F3-BFC0-F9FB5E2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Integrate small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268BC-26C3-46F1-A210-F35E0DC0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17EF0-72C2-4638-93DB-5F265B2C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4A691-D907-49AB-8445-AED9AE3E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and qualify an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838E1-3247-436E-B603-AA16A41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5D52E-5AE3-42B6-A907-82DD8C9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8F540-2752-4953-8CDA-0DDC9B0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 within approved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B8160-7BCA-4299-B335-C6C7784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D4C43-DD32-4A66-95F9-2D686246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4C5C7-D2AF-4F57-A031-04221F3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 service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83BCA-3C83-4A82-A80B-6898D03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3E582-09BC-4DAF-8DD8-B6F79D3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6F1C6-C2FE-4A7F-A390-63E3B02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Recover when outcomes differ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9CFE6-B050-4127-BE2F-9DDBA38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79556-84EB-4582-A5A1-77328AD6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D5FDD-16A4-489A-BF5C-95EAE10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Retire access and obsolete versions</a:t>
            </a:r>
          </a:p>
        </p:txBody>
      </p:sp>
    </p:spTree>
    <p:extLst>
      <p:ext uri="{BB962C8B-B14F-4D97-AF65-F5344CB8AC3E}">
        <p14:creationId xmlns:p14="http://schemas.microsoft.com/office/powerpoint/2010/main" val="929490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272BD-F4B5-4D01-A398-9592B082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C8C4-2811-4581-9146-67FC285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4516-6956-444C-902A-8802EF3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D9C1D-5E10-467A-B9D3-EC3382B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23AEB-5F19-40CC-969B-906CC12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Evidence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F7907-9BE3-4DA1-B7E6-E0CA5D12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3e9226ff41ce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646A-F31D-4D1D-8635-2EEC915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4A39-8EAA-4703-B2C4-E2AB949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release decision depends on traceable evidence that connects source, build inputs, tests, approvals, deployment, and observed outcome.</a:t>
            </a:r>
          </a:p>
        </p:txBody>
      </p:sp>
    </p:spTree>
    <p:extLst>
      <p:ext uri="{BB962C8B-B14F-4D97-AF65-F5344CB8AC3E}">
        <p14:creationId xmlns:p14="http://schemas.microsoft.com/office/powerpoint/2010/main" val="223063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2B9D-84F8-40CA-A6DB-2DC5F22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52EA6-1A0A-44E2-B31A-822BA7B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1A9F-C4F3-4B3D-A600-5C82915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5EE6-26AA-4442-897E-5FD649BF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0E6E6-BEB4-45A0-BAA8-7858B7E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Feedback speeds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EE93E-A5AA-4B18-89BB-61DE66C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9fa5cfb6e4b45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2322B-9CFA-4793-939A-E8AE1A1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D6E41-70C2-4CBB-8049-012DADB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Fast checks protect developer flow. Broader integration and operational feedback answer questions that local tests cannot.</a:t>
            </a:r>
          </a:p>
        </p:txBody>
      </p:sp>
    </p:spTree>
    <p:extLst>
      <p:ext uri="{BB962C8B-B14F-4D97-AF65-F5344CB8AC3E}">
        <p14:creationId xmlns:p14="http://schemas.microsoft.com/office/powerpoint/2010/main" val="1412346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8A23D-61FF-4CB4-B5CF-8A73D1E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D05BF-8338-4B86-93B1-ADB282B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CEEED-C8DF-4DA1-ACCE-72E82CD3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D9B25-73BA-487C-81A3-B662641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6CB6C-DFD6-428C-9DAA-DCDCEEEE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B6CF-D214-42E3-B0AE-3F14C301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66c440d984d73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EAAC-01D5-4DC0-8C14-306A7BD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AFFAC-F685-45C3-81F0-5F66C96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Version control, runners, registries, deployment targets, and observability systems form one delivery system with distinct trust boundaries.</a:t>
            </a:r>
          </a:p>
        </p:txBody>
      </p:sp>
    </p:spTree>
    <p:extLst>
      <p:ext uri="{BB962C8B-B14F-4D97-AF65-F5344CB8AC3E}">
        <p14:creationId xmlns:p14="http://schemas.microsoft.com/office/powerpoint/2010/main" val="915840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D2D0D-DA5E-464F-A2E2-B2BACF2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1EABD-F4AB-4F50-83A4-F2988FB0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4C0CB-4696-49F2-AD50-37F4590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58E1-F9A6-46B7-8933-58DEDE1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EAAD-97D2-4E9B-9883-E4650A6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Release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454EB-598A-4494-96B1-1C63FCB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993A7-4BD5-47FD-BBCD-676BF83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F0BBF-9040-420B-BF2B-0A6B0A9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Candidate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E4719-4FB3-40D1-B6C8-1361D53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Qualification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0411-3F57-44C2-A381-73D9333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C098-E961-4EA5-8126-47D8013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123EC-C977-4EC5-8263-B703B69F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3FC18-78A6-4611-813C-BD5F5B81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80043-DA8E-42A8-A9FA-9068FA05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C6F5A-50E5-43C4-896F-BED15641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Dependency versions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9BC4D-C7C2-4D53-96AC-CB26D19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6594E-8C05-4DDC-9097-4677AA4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09183-CFB0-44CC-8F28-185C7FF8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environment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8D52F-75BF-4066-92D4-4AEBAC1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13F48-4F7D-4CD2-8015-BC347E92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A37A8-2B95-42CD-9783-3817CF2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 digest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FA630-2E43-4054-B009-B84EF156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5ED53-2C53-4966-BB54-975BF61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62E34-258A-4900-84B2-6F13EEC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Test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28993-F0BA-4565-A984-49D8470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A06CD-9F94-4420-8AB8-21DA2BE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96D76-39EB-4015-8110-BE09DBD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Security findings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34D58-3B68-405A-B62E-E507802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0BFC4-0851-4EAB-84FA-F5FE8E2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8030D-B861-4190-87C9-19F47E4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Approval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76A96-0F57-4A0E-91C1-7E8E8AA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80B01-0455-4F14-8691-9DED8D5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74466-4A5E-458B-BC4A-AE815F0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and post-check results</a:t>
            </a:r>
          </a:p>
        </p:txBody>
      </p:sp>
    </p:spTree>
    <p:extLst>
      <p:ext uri="{BB962C8B-B14F-4D97-AF65-F5344CB8AC3E}">
        <p14:creationId xmlns:p14="http://schemas.microsoft.com/office/powerpoint/2010/main" val="114567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27198-3300-4F8F-BED3-ABC79FA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AB68C-D465-4C46-9289-47DF5A5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4414-6BF5-4A4E-9B8F-E2FC3AD4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25AC2-98F3-4E8B-92CF-515EA47F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E919-9F5A-40C9-AC0C-7F542C37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CI, delivery, and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9904A-9FF6-46F2-B9AB-54CDFA6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85C2F-54EA-40A7-84C4-1D98C88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AA2A-035A-452B-A32E-EC07F24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Continuous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3BA49-9170-4B48-90CE-FBD05B3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Release choices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C142D-4123-4779-B0BA-1CC20DA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FCDF1-4EFE-46FA-85E6-5BD2F98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4E10B-A10F-40F8-A13C-942FD44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Integrates small changes frequently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BE609-65C0-4A71-9F7A-D5F1B71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603D6-40D3-4374-B85D-326CA6E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37032-2171-4C21-B03A-F53120B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Builds and tests every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950F9-46F1-4897-B714-7A5D442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394B-4653-4B74-A4FD-C6333F7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EC52C-A24D-40DC-8CF6-521DA2B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Returns feedback to the author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77362-905E-49ED-959B-B00B975B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2CC17-C05F-4B64-8C15-F2018AE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AC0D5-CAD9-43C6-82B0-2F1741F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Keeps the main branch releasable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4261A-A827-4AC9-B99E-0C0BBCD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364EF-094A-4483-B685-443C4CB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07B8C-CF99-4185-8B4B-6B6D761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Continuous delivery keeps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E48B1-FF69-4424-9E1F-98FA5142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21C55-7C80-40F9-A5A1-8A4EB5C9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93DE1-1D05-4FE0-A57E-0E51C02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Continuous deployment removes manual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24B12-4EBE-42FF-A4C6-5F2D100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D08DF-4207-485F-A786-7F075DE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016A7-5EC1-408E-91E7-A305FD7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Both require a qualified artifact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917B9-CCF9-4939-ABBF-D061B16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4141D-CC8A-4716-8D07-B1979E4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39F8E-62C2-42C1-898D-7758922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Promotion should preserve artifact identity</a:t>
            </a:r>
          </a:p>
        </p:txBody>
      </p:sp>
    </p:spTree>
    <p:extLst>
      <p:ext uri="{BB962C8B-B14F-4D97-AF65-F5344CB8AC3E}">
        <p14:creationId xmlns:p14="http://schemas.microsoft.com/office/powerpoint/2010/main" val="900754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50035-F788-40EF-A35B-752B41B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A7BDA-A9F9-404D-885D-8A66685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845BE-4095-4D05-A336-CE49E2F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4C95B-8273-4511-8D91-A084998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7FC3F-0C4D-4A99-9B1A-909104B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Value 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4B96-8495-4A76-9ED4-67ECBD6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1f84da22d4db6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D532-E3FF-489A-986C-AA5A825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26F2-DF93-4207-97A9-755A4E1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Improvement begins by measuring where work waits, where changes fail, and where teams repeat manual decisions.</a:t>
            </a:r>
          </a:p>
        </p:txBody>
      </p:sp>
    </p:spTree>
    <p:extLst>
      <p:ext uri="{BB962C8B-B14F-4D97-AF65-F5344CB8AC3E}">
        <p14:creationId xmlns:p14="http://schemas.microsoft.com/office/powerpoint/2010/main" val="788155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4F0AA3-3ABD-4ECB-B400-52B1F9F0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1004-7033-4F5B-87F5-42E47C0D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0EE7F-3DCD-4A4F-A5A8-C913CA6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E80E-724E-4274-8F0A-7A75B3B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C109F-CF9E-4486-8E02-6BD91EE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measures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CEFA0-BD1D-47B1-A18E-2E6540E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FFC7-9CA6-4382-9972-613D06C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67038-F6A0-4F88-B842-6F91339A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870A-5104-4F12-8A15-FE6F0336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7CD9D-EADB-48A5-AD5D-3E41FBB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8F14-432A-4550-8575-01E43BAA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CB805-CB1D-4343-9134-3E4AD92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Lead time for a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6ECF2-4533-4D29-AEE9-B39B665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7EA1A-4851-41D4-A87F-FC66FF7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95477-4AE8-4BE2-9CF6-B849FF4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frequency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4098B-5B51-4A86-A30A-B957BD4E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C825E-7132-4534-8B63-7496CF6A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DF13A-7835-4FE9-9A31-F38216A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waiting for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2F137-BAD9-4272-A279-8AC9988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A12B2-87AE-4EF7-9CE4-717614C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929BA-66D3-4829-9D77-B7A470E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spent repeating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6C237-FD79-42B9-8488-7B62AB5D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06D33-1A9C-4298-BA7F-A8DD408F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51C14-6FA8-4390-80BC-9417C86B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Change failure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DBC73-4648-4A39-B4C3-E3CCFDE7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04A7B-286C-4602-A34A-0B33620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80F5D-238E-47A4-BE54-734D1B4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to restore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1ED06-1368-48F2-8CD5-9154807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5B8AB-DA5C-4C41-8C0C-DB2EBDF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DD5A6-04F1-4FDF-83C9-95563D6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Escaped defects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ADA62-E389-4508-B2F1-44A3EF4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846942-5841-4959-B4E3-CE3C11C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9B2AB-1F42-4EB1-907A-5EB0C54C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Incomplete or missing evidence</a:t>
            </a:r>
          </a:p>
        </p:txBody>
      </p:sp>
    </p:spTree>
    <p:extLst>
      <p:ext uri="{BB962C8B-B14F-4D97-AF65-F5344CB8AC3E}">
        <p14:creationId xmlns:p14="http://schemas.microsoft.com/office/powerpoint/2010/main" val="1107907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FEC58-7B04-4B2D-AB11-F5637DB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9AEC5-1D91-487E-B264-2FD45A40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FE41-2EA5-411F-82B5-CD9BD61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4430-2133-46DD-B1A7-43EFA49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1690C-7BF9-4EB1-A02F-9C3AB96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E16FA-01E6-4BE7-8541-C87AA40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DA1EB-AFFE-4C18-8C39-306AEA8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DevOps treats delivery as an engineering system whose output includes working software and credible operational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62749-B55E-4495-AA55-C0B76379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8600-83C2-406A-BC07-6CEF769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Shared ownership matters as much as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C3CE1-8250-4A7D-B64A-4BD148D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EDBF7-33CD-4A38-A8E9-8D3E7D16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Small batches reduce review and recovery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8FC91-8958-4DDE-AB0B-AF9C873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53C90-6497-4218-A571-CE6DEA2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Pipelines should promote an identified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4CD2B-DED6-4E5E-B2D9-058C2B0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288B1-1484-4254-A4F3-12ABF07B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Feedback must reach the people who can act on it</a:t>
            </a:r>
          </a:p>
        </p:txBody>
      </p:sp>
    </p:spTree>
    <p:extLst>
      <p:ext uri="{BB962C8B-B14F-4D97-AF65-F5344CB8AC3E}">
        <p14:creationId xmlns:p14="http://schemas.microsoft.com/office/powerpoint/2010/main" val="133746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7CBBE-F22B-4CF1-9F7B-F101173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6D99E-A41E-4D99-80FC-03761FF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471F4-00C0-4988-97BB-972769F2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4AB16-4D09-47BD-A490-4F485B0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5105D-25A3-4335-A307-57D3E87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1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A986-4900-4781-9C60-18FA0BB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0C60-2475-4C8A-AF47-15A35921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CB32-A26B-4FE0-8348-2A024E57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E23B0-2B89-48F3-A981-D7D7651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EAB94-6F17-4055-9EFC-5829C5E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2BBEF-683D-4C5C-85BA-CA2DA06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Infrastructure as Code and On-Demand Environments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F762-3F66-40E2-B55D-DF20EE3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135EC-3B20-4783-A5B6-32F0E14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527642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2026-09-13T08:26:51.3700000Z</dcterms:created>
  <dcterms:modified xsi:type="dcterms:W3CDTF">2026-09-13T08:26:51.3700000Z</dcterms:modified>
</coreProperties>
</file>