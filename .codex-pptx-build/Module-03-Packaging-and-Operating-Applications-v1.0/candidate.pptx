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dcbf88a8984fb8" /><Relationship Type="http://schemas.openxmlformats.org/officeDocument/2006/relationships/extended-properties" Target="/docProps/app.xml" Id="R1ac272a7bacd40cf" /><Relationship Type="http://schemas.openxmlformats.org/officeDocument/2006/relationships/officeDocument" Target="/ppt/presentation.xml" Id="R93c4d65b3e6149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b34429164f4069"/>
  </p:sldMasterIdLst>
  <p:notesMasterIdLst>
    <p:notesMasterId xmlns:r="http://schemas.openxmlformats.org/officeDocument/2006/relationships" r:id="Rf613a61082bd451b"/>
  </p:notesMasterIdLst>
  <p:sldIdLst>
    <p:sldId xmlns:r="http://schemas.openxmlformats.org/officeDocument/2006/relationships" id="256" r:id="R9b3d04652a714f43"/>
    <p:sldId xmlns:r="http://schemas.openxmlformats.org/officeDocument/2006/relationships" id="257" r:id="Redaf0b411353486a"/>
    <p:sldId xmlns:r="http://schemas.openxmlformats.org/officeDocument/2006/relationships" id="258" r:id="Re48a305ca9d842dc"/>
    <p:sldId xmlns:r="http://schemas.openxmlformats.org/officeDocument/2006/relationships" id="259" r:id="R5d7a4eef082149fb"/>
    <p:sldId xmlns:r="http://schemas.openxmlformats.org/officeDocument/2006/relationships" id="260" r:id="R7d5755b1949f4390"/>
    <p:sldId xmlns:r="http://schemas.openxmlformats.org/officeDocument/2006/relationships" id="261" r:id="Rb7c8175b9435470e"/>
    <p:sldId xmlns:r="http://schemas.openxmlformats.org/officeDocument/2006/relationships" id="262" r:id="Re6f6e59bbf234d55"/>
    <p:sldId xmlns:r="http://schemas.openxmlformats.org/officeDocument/2006/relationships" id="263" r:id="R870db00f3f454819"/>
    <p:sldId xmlns:r="http://schemas.openxmlformats.org/officeDocument/2006/relationships" id="264" r:id="R4f98f010d06544c9"/>
    <p:sldId xmlns:r="http://schemas.openxmlformats.org/officeDocument/2006/relationships" id="265" r:id="Ra6215b86b79043e2"/>
    <p:sldId xmlns:r="http://schemas.openxmlformats.org/officeDocument/2006/relationships" id="266" r:id="R531cfcc61c03459d"/>
    <p:sldId xmlns:r="http://schemas.openxmlformats.org/officeDocument/2006/relationships" id="267" r:id="Rfedce78ec637408e"/>
    <p:sldId xmlns:r="http://schemas.openxmlformats.org/officeDocument/2006/relationships" id="268" r:id="Rb5f9a6d8c4ca4890"/>
    <p:sldId xmlns:r="http://schemas.openxmlformats.org/officeDocument/2006/relationships" id="269" r:id="R20263012b35f45c6"/>
    <p:sldId xmlns:r="http://schemas.openxmlformats.org/officeDocument/2006/relationships" id="270" r:id="Reaaef51d763e472d"/>
    <p:sldId xmlns:r="http://schemas.openxmlformats.org/officeDocument/2006/relationships" id="271" r:id="R8122a1f63dc44e00"/>
    <p:sldId xmlns:r="http://schemas.openxmlformats.org/officeDocument/2006/relationships" id="272" r:id="R86f3298e08a74227"/>
    <p:sldId xmlns:r="http://schemas.openxmlformats.org/officeDocument/2006/relationships" id="273" r:id="R7485727dca004f7a"/>
    <p:sldId xmlns:r="http://schemas.openxmlformats.org/officeDocument/2006/relationships" id="274" r:id="R0c1e80d266494a5f"/>
    <p:sldId xmlns:r="http://schemas.openxmlformats.org/officeDocument/2006/relationships" id="275" r:id="R6ea053abdd934096"/>
    <p:sldId xmlns:r="http://schemas.openxmlformats.org/officeDocument/2006/relationships" id="276" r:id="Ra70afff0ce9947c2"/>
    <p:sldId xmlns:r="http://schemas.openxmlformats.org/officeDocument/2006/relationships" id="277" r:id="R93e6fbc5d95644d8"/>
    <p:sldId xmlns:r="http://schemas.openxmlformats.org/officeDocument/2006/relationships" id="278" r:id="R1a3e11ad8f634d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1235916a5a4a49" /><Relationship Type="http://schemas.openxmlformats.org/officeDocument/2006/relationships/slideMaster" Target="/ppt/slideMasters/slideMaster1.xml" Id="Rcfb34429164f4069" /><Relationship Type="http://schemas.openxmlformats.org/officeDocument/2006/relationships/notesMaster" Target="/ppt/notesMasters/notesMaster1.xml" Id="Rf613a61082bd451b" /><Relationship Type="http://schemas.openxmlformats.org/officeDocument/2006/relationships/presProps" Target="/ppt/presProps.xml" Id="R349fea2dce3f4c45" /><Relationship Type="http://schemas.openxmlformats.org/officeDocument/2006/relationships/tableStyles" Target="/ppt/tableStyles.xml" Id="R4d42ed1433b14583" /><Relationship Type="http://schemas.openxmlformats.org/officeDocument/2006/relationships/slide" Target="/ppt/slides/slide1.xml" Id="R9b3d04652a714f43" /><Relationship Type="http://schemas.openxmlformats.org/officeDocument/2006/relationships/slide" Target="/ppt/slides/slide2.xml" Id="Redaf0b411353486a" /><Relationship Type="http://schemas.openxmlformats.org/officeDocument/2006/relationships/slide" Target="/ppt/slides/slide3.xml" Id="Re48a305ca9d842dc" /><Relationship Type="http://schemas.openxmlformats.org/officeDocument/2006/relationships/slide" Target="/ppt/slides/slide4.xml" Id="R5d7a4eef082149fb" /><Relationship Type="http://schemas.openxmlformats.org/officeDocument/2006/relationships/slide" Target="/ppt/slides/slide5.xml" Id="R7d5755b1949f4390" /><Relationship Type="http://schemas.openxmlformats.org/officeDocument/2006/relationships/slide" Target="/ppt/slides/slide6.xml" Id="Rb7c8175b9435470e" /><Relationship Type="http://schemas.openxmlformats.org/officeDocument/2006/relationships/slide" Target="/ppt/slides/slide7.xml" Id="Re6f6e59bbf234d55" /><Relationship Type="http://schemas.openxmlformats.org/officeDocument/2006/relationships/slide" Target="/ppt/slides/slide8.xml" Id="R870db00f3f454819" /><Relationship Type="http://schemas.openxmlformats.org/officeDocument/2006/relationships/slide" Target="/ppt/slides/slide9.xml" Id="R4f98f010d06544c9" /><Relationship Type="http://schemas.openxmlformats.org/officeDocument/2006/relationships/slide" Target="/ppt/slides/slide10.xml" Id="Ra6215b86b79043e2" /><Relationship Type="http://schemas.openxmlformats.org/officeDocument/2006/relationships/slide" Target="/ppt/slides/slide11.xml" Id="R531cfcc61c03459d" /><Relationship Type="http://schemas.openxmlformats.org/officeDocument/2006/relationships/slide" Target="/ppt/slides/slide12.xml" Id="Rfedce78ec637408e" /><Relationship Type="http://schemas.openxmlformats.org/officeDocument/2006/relationships/slide" Target="/ppt/slides/slide13.xml" Id="Rb5f9a6d8c4ca4890" /><Relationship Type="http://schemas.openxmlformats.org/officeDocument/2006/relationships/slide" Target="/ppt/slides/slide14.xml" Id="R20263012b35f45c6" /><Relationship Type="http://schemas.openxmlformats.org/officeDocument/2006/relationships/slide" Target="/ppt/slides/slide15.xml" Id="Reaaef51d763e472d" /><Relationship Type="http://schemas.openxmlformats.org/officeDocument/2006/relationships/slide" Target="/ppt/slides/slide16.xml" Id="R8122a1f63dc44e00" /><Relationship Type="http://schemas.openxmlformats.org/officeDocument/2006/relationships/slide" Target="/ppt/slides/slide17.xml" Id="R86f3298e08a74227" /><Relationship Type="http://schemas.openxmlformats.org/officeDocument/2006/relationships/slide" Target="/ppt/slides/slide18.xml" Id="R7485727dca004f7a" /><Relationship Type="http://schemas.openxmlformats.org/officeDocument/2006/relationships/slide" Target="/ppt/slides/slide19.xml" Id="R0c1e80d266494a5f" /><Relationship Type="http://schemas.openxmlformats.org/officeDocument/2006/relationships/slide" Target="/ppt/slides/slide20.xml" Id="R6ea053abdd934096" /><Relationship Type="http://schemas.openxmlformats.org/officeDocument/2006/relationships/slide" Target="/ppt/slides/slide21.xml" Id="Ra70afff0ce9947c2" /><Relationship Type="http://schemas.openxmlformats.org/officeDocument/2006/relationships/slide" Target="/ppt/slides/slide22.xml" Id="R93e6fbc5d95644d8" /><Relationship Type="http://schemas.openxmlformats.org/officeDocument/2006/relationships/slide" Target="/ppt/slides/slide23.xml" Id="R1a3e11ad8f634d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3336d851e845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2957ece9f54ef9" /><Relationship Type="http://schemas.openxmlformats.org/officeDocument/2006/relationships/notesMaster" Target="/ppt/notesMasters/notesMaster1.xml" Id="Rdb3ee7ff492046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acaef483744fed" /><Relationship Type="http://schemas.openxmlformats.org/officeDocument/2006/relationships/notesMaster" Target="/ppt/notesMasters/notesMaster1.xml" Id="R2ae572d7edde42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7add0b10ae40aa" /><Relationship Type="http://schemas.openxmlformats.org/officeDocument/2006/relationships/notesMaster" Target="/ppt/notesMasters/notesMaster1.xml" Id="R2106497c41f7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4c21da701f4e9a" /><Relationship Type="http://schemas.openxmlformats.org/officeDocument/2006/relationships/notesMaster" Target="/ppt/notesMasters/notesMaster1.xml" Id="Rc32b43c64af446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e75c3d4a404d83" /><Relationship Type="http://schemas.openxmlformats.org/officeDocument/2006/relationships/notesMaster" Target="/ppt/notesMasters/notesMaster1.xml" Id="R43893e7e50b445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78a49339b4d59" /><Relationship Type="http://schemas.openxmlformats.org/officeDocument/2006/relationships/notesMaster" Target="/ppt/notesMasters/notesMaster1.xml" Id="R75d924b2da7043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94b1b5a661436a" /><Relationship Type="http://schemas.openxmlformats.org/officeDocument/2006/relationships/notesMaster" Target="/ppt/notesMasters/notesMaster1.xml" Id="Reaa59f1a178946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a46cef40bd423e" /><Relationship Type="http://schemas.openxmlformats.org/officeDocument/2006/relationships/notesMaster" Target="/ppt/notesMasters/notesMaster1.xml" Id="R48a9294147c04a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db77cd089244c4" /><Relationship Type="http://schemas.openxmlformats.org/officeDocument/2006/relationships/notesMaster" Target="/ppt/notesMasters/notesMaster1.xml" Id="Rd550955343714b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c46649aba24ae7" /><Relationship Type="http://schemas.openxmlformats.org/officeDocument/2006/relationships/notesMaster" Target="/ppt/notesMasters/notesMaster1.xml" Id="R0548a727163242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334cac58e64974" /><Relationship Type="http://schemas.openxmlformats.org/officeDocument/2006/relationships/notesMaster" Target="/ppt/notesMasters/notesMaster1.xml" Id="Reca991d9379a43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d768e2a1c44050" /><Relationship Type="http://schemas.openxmlformats.org/officeDocument/2006/relationships/notesMaster" Target="/ppt/notesMasters/notesMaster1.xml" Id="Rd86fb235fedd42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c3453adb674b24" /><Relationship Type="http://schemas.openxmlformats.org/officeDocument/2006/relationships/notesMaster" Target="/ppt/notesMasters/notesMaster1.xml" Id="R7af163110efd41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9731bd108341fe" /><Relationship Type="http://schemas.openxmlformats.org/officeDocument/2006/relationships/notesMaster" Target="/ppt/notesMasters/notesMaster1.xml" Id="R09d0d025ab6b43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d3095b5a914f82" /><Relationship Type="http://schemas.openxmlformats.org/officeDocument/2006/relationships/notesMaster" Target="/ppt/notesMasters/notesMaster1.xml" Id="R41a96df9e10b40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91f998547a4be5" /><Relationship Type="http://schemas.openxmlformats.org/officeDocument/2006/relationships/notesMaster" Target="/ppt/notesMasters/notesMaster1.xml" Id="R625805fcdf1b4c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f6d71d5e864ded" /><Relationship Type="http://schemas.openxmlformats.org/officeDocument/2006/relationships/notesMaster" Target="/ppt/notesMasters/notesMaster1.xml" Id="R40b088528a3446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27417eaeae47a1" /><Relationship Type="http://schemas.openxmlformats.org/officeDocument/2006/relationships/notesMaster" Target="/ppt/notesMasters/notesMaster1.xml" Id="R193cdbfb011a47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d0fc4355c848de" /><Relationship Type="http://schemas.openxmlformats.org/officeDocument/2006/relationships/notesMaster" Target="/ppt/notesMasters/notesMaster1.xml" Id="R2b3a9e18ee464d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aa4d73a6110405d" /><Relationship Type="http://schemas.openxmlformats.org/officeDocument/2006/relationships/notesMaster" Target="/ppt/notesMasters/notesMaster1.xml" Id="Rcd9d5d56a1fe4a3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53b549349a4a9f" /><Relationship Type="http://schemas.openxmlformats.org/officeDocument/2006/relationships/notesMaster" Target="/ppt/notesMasters/notesMaster1.xml" Id="Rc3fa1ad7ca4c4f7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ed0959fa7bb4a0c" /><Relationship Type="http://schemas.openxmlformats.org/officeDocument/2006/relationships/notesMaster" Target="/ppt/notesMasters/notesMaster1.xml" Id="R4ce9d86545a544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4f90f6da8e4a6a" /><Relationship Type="http://schemas.openxmlformats.org/officeDocument/2006/relationships/notesMaster" Target="/ppt/notesMasters/notesMaster1.xml" Id="R79cc38cd7bab41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3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Packaging and Operating Applications. Docker, Compose, and Kubernetes.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packages an automation service into containers, combines its tiers, and deploys the application on an orchestration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Explain image and container boundaries Build a secure and reproducible image Operate a multitier application with Compose Deploy and scale services with Kubernetes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containers and virtual machines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Containers share the host kernel, while virtual machines include a guest operating system. Each model provides a different isolation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docker architecture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client requests operations from the daemon. The daemon builds images, manages networks and volumes, and starts containers.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docker object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Build objects: Dockerfile Build context Image layers Immutable image reference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Runtime objects: Container process Network attachment Volume mount Environment and secret inputs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image and container lifecycle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Dockerfile produces an image. A container is a runtime instance whose writable state should remain disposable unless data uses a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image layers and cache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Layer order affects rebuild speed and reproducibility. Stable dependencies should precede frequently changing application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runtime boundary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Configuration, secrets, persistent data, logs, and network access cross the container boundary through explicit runtime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container network planes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Application traffic, management access, and external device connections have different reachability and security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dockerfile anatomy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useful Dockerfile selects a trusted base, installs pinned dependencies, copies only required files, sets a non-root user, and defines startup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multistage build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Build tools remain in an intermediate stage, while the runtime image receives only the application and required dependencies.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secure image supply chain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Scanning, signing, provenance, and registry policy help the platform distinguish a trusted release from an arbitrary image.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compose service model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Compose declares services, networks, volumes, health checks, and runtime inputs for a complete application on one Docker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compose failure boundaries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service failure should remain diagnosable through independent health checks, logs, restart behavior, and dependency timeouts.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service contracts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web, application, and database tiers depend on explicit ports, data formats, readiness signals, and failure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readiness chain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running process may still be unable to serve requests. Readiness checks should reflect the next service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kubernetes suitability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Kubernetes adds scheduling, health reconciliation, service discovery, and scaling, but it also adds operational complexity.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kubernetes architecture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control plane maintains desired state while worker nodes run Pods and expose services through stable discovery and routing.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automation on kubernetes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Deployments operate stateless application tiers, Services provide discovery, and stateful dependencies use deliberate persistence and recovery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worker access to managed systems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Network reach, workload identity, secrets, and policy determine whether a Pod can reach and change an external managed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health probes and recovery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Startup, readiness, and liveness probes answer different questions and drive different recovery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A container image packages the application. Compose connects services on one host. Kubernetes operates replicated services across a cluster.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Keep images small, pinned, and non-root Move configuration and secrets outside the image Design explicit service and readiness contracts Scale stateless tiers while protecting persistent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Next: Continuous Integration, Delivery, and Deployment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13233152041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66a3cf8b0b40b3" /><Relationship Type="http://schemas.openxmlformats.org/officeDocument/2006/relationships/slideLayout" Target="/ppt/slideLayouts/slideLayout1.xml" Id="R1778a6545bf141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8a6545bf141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1d70c4e3e420f" /><Relationship Type="http://schemas.openxmlformats.org/officeDocument/2006/relationships/image" Target="/ppt/media/image.png" Id="R0ba7b9a96a484710" /><Relationship Type="http://schemas.openxmlformats.org/officeDocument/2006/relationships/notesSlide" Target="/ppt/notesSlides/notesSlide1.xml" Id="Ra89f98f5b20c4d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451ba71ad41e2" /><Relationship Type="http://schemas.openxmlformats.org/officeDocument/2006/relationships/notesSlide" Target="/ppt/notesSlides/notesSlide2.xml" Id="Re152935df66349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a65fe5e614edd" /><Relationship Type="http://schemas.openxmlformats.org/officeDocument/2006/relationships/image" Target="/ppt/media/image2.png" Id="R3ba51c2c9401419d" /><Relationship Type="http://schemas.openxmlformats.org/officeDocument/2006/relationships/notesSlide" Target="/ppt/notesSlides/notesSlide3.xml" Id="Ra7b626749d9147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0d56b950248aa" /><Relationship Type="http://schemas.openxmlformats.org/officeDocument/2006/relationships/image" Target="/ppt/media/image3.png" Id="R4a1c1d236c76461e" /><Relationship Type="http://schemas.openxmlformats.org/officeDocument/2006/relationships/notesSlide" Target="/ppt/notesSlides/notesSlide4.xml" Id="Rd36788c1712340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9ffb487fb4d5d" /><Relationship Type="http://schemas.openxmlformats.org/officeDocument/2006/relationships/notesSlide" Target="/ppt/notesSlides/notesSlide5.xml" Id="R431a4b2555ba41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6df1777bd4ffe" /><Relationship Type="http://schemas.openxmlformats.org/officeDocument/2006/relationships/image" Target="/ppt/media/image4.png" Id="R0bdfd5f33d8f49dd" /><Relationship Type="http://schemas.openxmlformats.org/officeDocument/2006/relationships/notesSlide" Target="/ppt/notesSlides/notesSlide6.xml" Id="Ra9bd8f7e835c4d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56578a888495a" /><Relationship Type="http://schemas.openxmlformats.org/officeDocument/2006/relationships/image" Target="/ppt/media/image5.png" Id="R29d99a11c8604258" /><Relationship Type="http://schemas.openxmlformats.org/officeDocument/2006/relationships/notesSlide" Target="/ppt/notesSlides/notesSlide7.xml" Id="R35652fbb9af74c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0b9febcf34467" /><Relationship Type="http://schemas.openxmlformats.org/officeDocument/2006/relationships/image" Target="/ppt/media/image6.png" Id="R410f8701b61a4b5a" /><Relationship Type="http://schemas.openxmlformats.org/officeDocument/2006/relationships/notesSlide" Target="/ppt/notesSlides/notesSlide8.xml" Id="Rdcc4a537fcf24a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0181c0dbb4acd" /><Relationship Type="http://schemas.openxmlformats.org/officeDocument/2006/relationships/image" Target="/ppt/media/image7.png" Id="Rb8bc40d0640e4c08" /><Relationship Type="http://schemas.openxmlformats.org/officeDocument/2006/relationships/notesSlide" Target="/ppt/notesSlides/notesSlide9.xml" Id="Rc0d8d289527047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7c4db2650412e" /><Relationship Type="http://schemas.openxmlformats.org/officeDocument/2006/relationships/image" Target="/ppt/media/image8.png" Id="R8cc492280e5c4b93" /><Relationship Type="http://schemas.openxmlformats.org/officeDocument/2006/relationships/notesSlide" Target="/ppt/notesSlides/notesSlide10.xml" Id="Radc9522de6f54a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7296a55dd4af6" /><Relationship Type="http://schemas.openxmlformats.org/officeDocument/2006/relationships/image" Target="/ppt/media/image9.png" Id="R4e82bb7c723e4499" /><Relationship Type="http://schemas.openxmlformats.org/officeDocument/2006/relationships/notesSlide" Target="/ppt/notesSlides/notesSlide11.xml" Id="R25177d3d976a4f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71482739645ff" /><Relationship Type="http://schemas.openxmlformats.org/officeDocument/2006/relationships/image" Target="/ppt/media/image10.png" Id="R5c4f5309654e440e" /><Relationship Type="http://schemas.openxmlformats.org/officeDocument/2006/relationships/notesSlide" Target="/ppt/notesSlides/notesSlide12.xml" Id="Ra541e680afe14b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1a31e6c5948ab" /><Relationship Type="http://schemas.openxmlformats.org/officeDocument/2006/relationships/image" Target="/ppt/media/image11.png" Id="Ra00e8f09214944d3" /><Relationship Type="http://schemas.openxmlformats.org/officeDocument/2006/relationships/notesSlide" Target="/ppt/notesSlides/notesSlide13.xml" Id="R152ed2e3d63746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c66fa2dda4129" /><Relationship Type="http://schemas.openxmlformats.org/officeDocument/2006/relationships/image" Target="/ppt/media/image12.png" Id="Rc953af7b15de4b0d" /><Relationship Type="http://schemas.openxmlformats.org/officeDocument/2006/relationships/notesSlide" Target="/ppt/notesSlides/notesSlide14.xml" Id="Rea75f099457640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7a31e21484eae" /><Relationship Type="http://schemas.openxmlformats.org/officeDocument/2006/relationships/image" Target="/ppt/media/image13.png" Id="R9cad44b92ef94713" /><Relationship Type="http://schemas.openxmlformats.org/officeDocument/2006/relationships/notesSlide" Target="/ppt/notesSlides/notesSlide15.xml" Id="Rded7cee4f8754a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e4224f8a34106" /><Relationship Type="http://schemas.openxmlformats.org/officeDocument/2006/relationships/image" Target="/ppt/media/image14.png" Id="Rd8b97ae2a8ef45f4" /><Relationship Type="http://schemas.openxmlformats.org/officeDocument/2006/relationships/notesSlide" Target="/ppt/notesSlides/notesSlide16.xml" Id="R081ace783ea94a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1af210ef5473d" /><Relationship Type="http://schemas.openxmlformats.org/officeDocument/2006/relationships/image" Target="/ppt/media/image15.png" Id="R9e1d9258b05d4327" /><Relationship Type="http://schemas.openxmlformats.org/officeDocument/2006/relationships/notesSlide" Target="/ppt/notesSlides/notesSlide17.xml" Id="R68e666b437f04a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ee1880d844b56" /><Relationship Type="http://schemas.openxmlformats.org/officeDocument/2006/relationships/image" Target="/ppt/media/image16.png" Id="R1a5bac369bde4259" /><Relationship Type="http://schemas.openxmlformats.org/officeDocument/2006/relationships/notesSlide" Target="/ppt/notesSlides/notesSlide18.xml" Id="R49c4b9389a4643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45bb7c6bb4f02" /><Relationship Type="http://schemas.openxmlformats.org/officeDocument/2006/relationships/image" Target="/ppt/media/image17.png" Id="R2ec2e24a811b4c52" /><Relationship Type="http://schemas.openxmlformats.org/officeDocument/2006/relationships/notesSlide" Target="/ppt/notesSlides/notesSlide19.xml" Id="Rccf664cd1f224a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480dc713a48d3" /><Relationship Type="http://schemas.openxmlformats.org/officeDocument/2006/relationships/image" Target="/ppt/media/image18.png" Id="Re288378f7940470f" /><Relationship Type="http://schemas.openxmlformats.org/officeDocument/2006/relationships/notesSlide" Target="/ppt/notesSlides/notesSlide20.xml" Id="R6e16d1e013b941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c45cb8d3345b9" /><Relationship Type="http://schemas.openxmlformats.org/officeDocument/2006/relationships/image" Target="/ppt/media/image19.png" Id="Rc400c453f5d944c2" /><Relationship Type="http://schemas.openxmlformats.org/officeDocument/2006/relationships/notesSlide" Target="/ppt/notesSlides/notesSlide21.xml" Id="Rf92d553007fa44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744102fdd4a2e" /><Relationship Type="http://schemas.openxmlformats.org/officeDocument/2006/relationships/notesSlide" Target="/ppt/notesSlides/notesSlide22.xml" Id="R1a89362e47f34e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4eda5b8424fb0" /><Relationship Type="http://schemas.openxmlformats.org/officeDocument/2006/relationships/notesSlide" Target="/ppt/notesSlides/notesSlide23.xml" Id="Rc6de26a0527c4e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7b9a96a484710"/>
          <a:srcRect xmlns:a="http://schemas.openxmlformats.org/drawingml/2006/main" l="0" t="30099" r="0" b="30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A29DE-66DF-4A7C-92B9-C6ECCA3E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3E352-F755-4824-904B-1FCA3E7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AF794-C300-42BA-9F37-BCB23187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F137F-9AD3-4FDC-8F89-2CC4AE41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3D983-710A-4F1F-8337-B14D2A92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Packaging and Operating Applications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342FA-A2D0-43CD-9CA2-6CC59245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Docker, Compose, and Kubernetes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DE6B6-E090-4225-A414-202A9D4E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</p:spTree>
    <p:extLst>
      <p:ext uri="{BB962C8B-B14F-4D97-AF65-F5344CB8AC3E}">
        <p14:creationId xmlns:p14="http://schemas.microsoft.com/office/powerpoint/2010/main" val="1888957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10B80-483F-442F-A15B-B1C4702F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91406-9A43-4A3A-B8A3-7F232EC7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F6336-C3B6-4F57-9E00-6D863AD7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BA52E-6525-43A7-A253-E3352E11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A8204-D292-480E-AC15-1B1CB412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9DA6D-097F-475B-9F52-8519AEBA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61D8B-04D7-4DCB-BB7B-C0098375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packages an automation service into containers, combines its tiers, and deploys the application on an orchestration platform.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F4B4A-3A18-4336-AFF5-CDF69624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C6C21-0614-4710-A862-5A573DFC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Explain image and container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18365-A3D3-4CDC-BAA9-D31716BB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C6220-BFFC-4143-8834-639C0BB2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a secure and reproducible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0E8CF-6CDF-4C96-8402-DF63F428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8973D-0355-415D-A6B0-8EC3C270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Operate a multitier application with Compose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DB5B3-358F-444E-8420-61F17162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61CA2-2DED-48AD-9EB5-B1348A11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 and scale services with Kubernetes</a:t>
            </a:r>
          </a:p>
        </p:txBody>
      </p:sp>
    </p:spTree>
    <p:extLst>
      <p:ext uri="{BB962C8B-B14F-4D97-AF65-F5344CB8AC3E}">
        <p14:creationId xmlns:p14="http://schemas.microsoft.com/office/powerpoint/2010/main" val="385632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F2DB9-F997-4692-A491-BEE6C822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65F6D-B45A-4D22-AE2D-147AB13F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2E62E-20B4-4437-84FD-14CF9228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C95D6-09AC-4659-84F4-338DFA92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60718-7B6F-4C83-9320-E0876F96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Containers and virtual machines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53DF1-B523-4B52-ADD3-1E050F4A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51c2c9401419d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92553-10D9-4A4F-A06D-0D60432A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C76D4-B999-4D0D-8B8F-526A7E3A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Containers share the host kernel, while virtual machines include a guest operating system. Each model provides a different isolation boundary.</a:t>
            </a:r>
          </a:p>
        </p:txBody>
      </p:sp>
    </p:spTree>
    <p:extLst>
      <p:ext uri="{BB962C8B-B14F-4D97-AF65-F5344CB8AC3E}">
        <p14:creationId xmlns:p14="http://schemas.microsoft.com/office/powerpoint/2010/main" val="1426027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AFC90-A484-4246-9E3C-A73F046E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45816-5AC6-4529-8FFD-61982606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C63FC-8369-427A-A936-948F55F4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5A89A-10E8-487D-8823-91882B56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22730-7678-4E55-852D-E8B89CA5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Docker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46490-307E-4F7D-976A-4AD109A7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c1d236c76461e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4EFBB-EDEE-4E7E-810C-D01C951C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EEE3B-E839-414A-B326-00E53B1B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client requests operations from the daemon. The daemon builds images, manages networks and volumes, and starts containers.</a:t>
            </a:r>
          </a:p>
        </p:txBody>
      </p:sp>
    </p:spTree>
    <p:extLst>
      <p:ext uri="{BB962C8B-B14F-4D97-AF65-F5344CB8AC3E}">
        <p14:creationId xmlns:p14="http://schemas.microsoft.com/office/powerpoint/2010/main" val="1358720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994C09-47FB-4C79-9EC1-3662ACD4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02944-BBB2-4F63-B4E8-3A7F2F62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E7501-D54B-4284-BE2E-96EBD851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5C1E9-211A-49B3-BAD8-A44B4EA4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A6E33-5DA1-4DFF-A870-B5A43452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Docker object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FC2D2-4543-4270-B07E-FB1B9434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4976B-0FDB-4E23-9DF3-1CE8F4F5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88E73-F1F5-4F6B-A92D-000A5B2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Build objects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DB2D6-25D9-4193-9811-2EA1065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Runtime objects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C9D09-9040-4EDE-8E41-6B440DB2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B5E19-F737-4648-82B8-F644E9E0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1C170-02DD-46C2-BBB4-C9F79B07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Dockerfile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E2A0E-9F9C-472C-A680-90924A47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A0A2E-652E-44E2-A643-8008D31C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69C00-5AB9-4316-810E-9DEC5C9B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44C16-403E-4480-8DBF-6A7CA24E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35C7C-E7F7-4336-96F5-C31C7F89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DFFCD-1C30-4D40-A530-2B00B242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Image layers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6DBC1-A739-41BA-A619-209BAC0B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4074F-1C1A-455D-AC81-40D3ACAE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B40CD-7493-416B-B798-B599B89E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Immutable image reference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AA3ED-FDF9-4D67-B047-0EA3270F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4C12A-4FC7-45D8-9341-D2AAF012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33D64-32EC-4484-836A-E9E197A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Container process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2B9C1-F568-4C18-A62A-ECC16B96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2D8BF-836A-40FA-935B-B63281E0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BB0DB0-F011-4538-BD5B-4F6F2A77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Network attachment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89EC5F-1884-4C8D-8EAA-55EE9B78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90B1D3-DD94-4852-9CDA-020ADAE3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9AA8E-1513-417C-B78D-2FC3AAE1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Volume mount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8A74EA-7C26-4986-AFDC-96655C55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F76CE1-7ACB-4E0F-9486-61F85D81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51407-7199-483F-AA92-6DE2AB7E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Environment and secret inputs</a:t>
            </a:r>
          </a:p>
        </p:txBody>
      </p:sp>
    </p:spTree>
    <p:extLst>
      <p:ext uri="{BB962C8B-B14F-4D97-AF65-F5344CB8AC3E}">
        <p14:creationId xmlns:p14="http://schemas.microsoft.com/office/powerpoint/2010/main" val="977235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D3039-7499-41DC-B5A8-B21E1F3F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16DA3-4965-44A0-8402-590E015B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076E9-A1E6-473B-A5CE-72D54996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BBE26-34D0-470F-88BB-33E25C83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9C000-5D17-4C0D-B548-889439C7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Image and container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D3481-266C-4B11-843E-2C94DF85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fd5f33d8f49dd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2FCA8-C4ED-4072-A728-8FC21958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2F789-A830-485B-B4F5-95828F75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Dockerfile produces an image. A container is a runtime instance whose writable state should remain disposable unless data uses a volume.</a:t>
            </a:r>
          </a:p>
        </p:txBody>
      </p:sp>
    </p:spTree>
    <p:extLst>
      <p:ext uri="{BB962C8B-B14F-4D97-AF65-F5344CB8AC3E}">
        <p14:creationId xmlns:p14="http://schemas.microsoft.com/office/powerpoint/2010/main" val="1858589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73F85-52F1-4B90-99F7-269DB39F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54CB7-2988-4BF2-AD49-2DCC7F06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98EF7-8F7C-4DD8-92D7-B2EEE8B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88728-1BE4-4975-ADB7-E6FCC816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4CA45-3746-4DF6-B633-B11915CA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Image layers and cache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CCA42-B9E7-4D9C-9472-24ABD253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99a11c8604258"/>
          <a:stretch xmlns:a="http://schemas.openxmlformats.org/drawingml/2006/main"/>
        </p:blipFill>
        <p:spPr>
          <a:xfrm xmlns:a="http://schemas.openxmlformats.org/drawingml/2006/main">
            <a:off x="609600" y="1621696"/>
            <a:ext cx="10972800" cy="39479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CE96B-862B-48E6-80E0-060F3F21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3CEED-0F93-4AB5-A3C2-DA2033DB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Layer order affects rebuild speed and reproducibility. Stable dependencies should precede frequently changing application source.</a:t>
            </a:r>
          </a:p>
        </p:txBody>
      </p:sp>
    </p:spTree>
    <p:extLst>
      <p:ext uri="{BB962C8B-B14F-4D97-AF65-F5344CB8AC3E}">
        <p14:creationId xmlns:p14="http://schemas.microsoft.com/office/powerpoint/2010/main" val="1188806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CB46F-0850-44D6-9AD0-7A5A59C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5D186-4400-4C02-A563-F55AA558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17D66-F797-4981-93AD-45AD316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AD7C1-A4D0-4A14-9E48-076F01F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2D434-ED9C-4A7B-8E90-3FFDFF07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Runtime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60297-40CE-4B69-B2F4-ED849217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f8701b61a4b5a"/>
          <a:stretch xmlns:a="http://schemas.openxmlformats.org/drawingml/2006/main"/>
        </p:blipFill>
        <p:spPr>
          <a:xfrm xmlns:a="http://schemas.openxmlformats.org/drawingml/2006/main">
            <a:off x="609600" y="1621696"/>
            <a:ext cx="10972800" cy="39479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01BCE-2D57-4337-B6B7-9EE85A06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94E92-87B9-44FD-9C45-0F815E49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Configuration, secrets, persistent data, logs, and network access cross the container boundary through explicit runtime interfaces.</a:t>
            </a:r>
          </a:p>
        </p:txBody>
      </p:sp>
    </p:spTree>
    <p:extLst>
      <p:ext uri="{BB962C8B-B14F-4D97-AF65-F5344CB8AC3E}">
        <p14:creationId xmlns:p14="http://schemas.microsoft.com/office/powerpoint/2010/main" val="19880415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48193-0F32-4C02-80B2-B62E298F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68598-0214-42A0-B5C4-8E3BEC83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3A843-AE51-4D1F-AE5C-377ABBE9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C77D1-5497-4010-AD33-4180BEDC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AC2DF-DA35-403A-93D9-2E7E13AF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Container network planes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E5102-D7FF-4E7E-B342-B9628923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c40d0640e4c08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45153-21E8-45EB-924C-B51D6A5D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8A92F-3A10-4357-8448-AFDEF844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Application traffic, management access, and external device connections have different reachability and security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8544746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DC1AA-2C23-44C7-933F-E273A8AF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645F0-B325-4CFA-A943-C525303A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EFF32-2597-4ABC-A340-8885CF28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2E6B8-7F9C-4165-9BC5-CE690529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6AA65-D7BD-4A5F-BF48-72911229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Dockerfile anatomy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01A06-2108-4147-9952-2C585618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492280e5c4b93"/>
          <a:stretch xmlns:a="http://schemas.openxmlformats.org/drawingml/2006/main"/>
        </p:blipFill>
        <p:spPr>
          <a:xfrm xmlns:a="http://schemas.openxmlformats.org/drawingml/2006/main">
            <a:off x="1283771" y="1571625"/>
            <a:ext cx="9624458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D2C99-68CA-476E-AEEF-0057CBBF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AA4B8-4234-4A8E-8F3C-C59C69F3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useful Dockerfile selects a trusted base, installs pinned dependencies, copies only required files, sets a non-root user, and defines startup behavior.</a:t>
            </a:r>
          </a:p>
        </p:txBody>
      </p:sp>
    </p:spTree>
    <p:extLst>
      <p:ext uri="{BB962C8B-B14F-4D97-AF65-F5344CB8AC3E}">
        <p14:creationId xmlns:p14="http://schemas.microsoft.com/office/powerpoint/2010/main" val="6741278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F13EB-B238-4C39-91F5-016B3E26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57B29-F923-49AA-9B0F-D0367828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A4C64-653D-45F0-AE2C-CD4BCAB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C64D9-18DC-4CCE-B0AD-403A38CB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D05E0-CCC9-4DC0-A515-A3E49D91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Multistage 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B3240-4F30-4E48-94A4-1084793B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2bb7c723e4499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CAAF3-C4DD-4BDB-AF4D-6E1BE16C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68CB1-C035-43D5-89B5-134580ED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tools remain in an intermediate stage, while the runtime image receives only the application and required dependencies.</a:t>
            </a:r>
          </a:p>
        </p:txBody>
      </p:sp>
    </p:spTree>
    <p:extLst>
      <p:ext uri="{BB962C8B-B14F-4D97-AF65-F5344CB8AC3E}">
        <p14:creationId xmlns:p14="http://schemas.microsoft.com/office/powerpoint/2010/main" val="10241370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F7C58-63D8-4469-9D25-7E02CAD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C2BBC-F850-476D-A95D-A746189D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6D14E-B139-47A9-8306-38481AAE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DCAC7-C443-428C-9503-44D58750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B6D40-3EBC-4079-B296-CF1C7080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Secure image supply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216F1-D5E7-43F7-A4A4-7A362A69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f5309654e440e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3554E-29A0-44F1-91C3-47BE07D2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963FC-7C02-46D5-87DE-127ACF72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Scanning, signing, provenance, and registry policy help the platform distinguish a trusted release from an arbitrary image.</a:t>
            </a:r>
          </a:p>
        </p:txBody>
      </p:sp>
    </p:spTree>
    <p:extLst>
      <p:ext uri="{BB962C8B-B14F-4D97-AF65-F5344CB8AC3E}">
        <p14:creationId xmlns:p14="http://schemas.microsoft.com/office/powerpoint/2010/main" val="7097306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EEB90-04BB-46A5-B406-CB573DE9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B1E92-3152-4157-8245-6363CB28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BF073-3748-4974-9998-265C98E5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F7F87-91E0-4C9D-88E3-96104B89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4679C-B671-452D-8FAE-E948857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Compose service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1A731-50A7-462A-B21B-8DC987D3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e8f09214944d3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86A06-8BFB-4B2D-AAD4-003FC7B0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D2540-E212-4C67-8361-8633FA1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Compose declares services, networks, volumes, health checks, and runtime inputs for a complete application on one Docker host.</a:t>
            </a:r>
          </a:p>
        </p:txBody>
      </p:sp>
    </p:spTree>
    <p:extLst>
      <p:ext uri="{BB962C8B-B14F-4D97-AF65-F5344CB8AC3E}">
        <p14:creationId xmlns:p14="http://schemas.microsoft.com/office/powerpoint/2010/main" val="15224889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68907-5643-4F08-BF7C-C8FCB091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59BCB-657E-41AC-947B-48E1E225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E9473-2C11-498E-A4CC-74A19D8D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35E3F-5943-43A6-9692-05611C4E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D1E48-7F9C-4808-831E-A00181F8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Compose failure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84BA5-2896-40B5-A401-BDAA13D4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3af7b15de4b0d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7D6EF-F266-482C-97F4-A7940F75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7341A-CEF1-4BE4-A8EC-546C86FF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service failure should remain diagnosable through independent health checks, logs, restart behavior, and dependency timeouts.</a:t>
            </a:r>
          </a:p>
        </p:txBody>
      </p:sp>
    </p:spTree>
    <p:extLst>
      <p:ext uri="{BB962C8B-B14F-4D97-AF65-F5344CB8AC3E}">
        <p14:creationId xmlns:p14="http://schemas.microsoft.com/office/powerpoint/2010/main" val="9757940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9192A-0FDF-4859-92F0-5203EE60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25D34-F934-441B-AC28-F0CEEFDA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65819-95E4-4A55-975A-85A1CBE2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6FDD7-8A23-41EF-8035-BA54BEDE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00753-82CE-4C52-8E88-A13E6091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Service contracts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AA618-E3CF-4046-96DA-AB1771E7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d44b92ef94713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C8290-EB4B-4539-B80E-9EC840BB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5529D-94A2-47B8-87C6-C68D2D3B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web, application, and database tiers depend on explicit ports, data formats, readiness signals, and failure behavior.</a:t>
            </a:r>
          </a:p>
        </p:txBody>
      </p:sp>
    </p:spTree>
    <p:extLst>
      <p:ext uri="{BB962C8B-B14F-4D97-AF65-F5344CB8AC3E}">
        <p14:creationId xmlns:p14="http://schemas.microsoft.com/office/powerpoint/2010/main" val="12661138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39A4B-3164-4397-93D0-8A220CA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E471A-478B-4D06-AB50-1D5F3DF6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D4E9B-C81D-4321-8BBA-B53FEC3E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E0627-445F-4CAB-98D5-D8A7A59B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0998C-987D-43CC-806A-F749FF71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Readiness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9095F-56B2-4187-96CE-B41DD122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97ae2a8ef45f4"/>
          <a:stretch xmlns:a="http://schemas.openxmlformats.org/drawingml/2006/main"/>
        </p:blipFill>
        <p:spPr>
          <a:xfrm xmlns:a="http://schemas.openxmlformats.org/drawingml/2006/main">
            <a:off x="609600" y="1621696"/>
            <a:ext cx="10972800" cy="39479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86F00-2698-4C5D-9B39-527286BA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E4284-9FB5-40F4-829A-A0DDD5B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running process may still be unable to serve requests. Readiness checks should reflect the next service dependency.</a:t>
            </a:r>
          </a:p>
        </p:txBody>
      </p:sp>
    </p:spTree>
    <p:extLst>
      <p:ext uri="{BB962C8B-B14F-4D97-AF65-F5344CB8AC3E}">
        <p14:creationId xmlns:p14="http://schemas.microsoft.com/office/powerpoint/2010/main" val="18789443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EC015-6ABF-483D-B058-70EA58B5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88D1F-4CA3-4EFB-9077-8CA859B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B92D7-9FBA-4FB2-BA2D-A5FD17D8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AFAEB-0B05-4538-9753-901A6AFB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F99AF-0B87-42A4-B099-6F1AE440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Kubernetes suitability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22B5E-E7B6-40BA-820C-0E22DB5A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d9258b05d4327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70BF4-9A15-452A-B38A-EEB6E0F8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3C926-F527-4004-A932-0E41DD75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Kubernetes adds scheduling, health reconciliation, service discovery, and scaling, but it also adds operational complexity.</a:t>
            </a:r>
          </a:p>
        </p:txBody>
      </p:sp>
    </p:spTree>
    <p:extLst>
      <p:ext uri="{BB962C8B-B14F-4D97-AF65-F5344CB8AC3E}">
        <p14:creationId xmlns:p14="http://schemas.microsoft.com/office/powerpoint/2010/main" val="2551360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F82BC-C423-416C-9F1B-2655AFE3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B8DD3-6AEF-46DE-9F1C-651EFECC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080F6-D4E9-4EF2-B043-BFC0C6F5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F9B81-74B8-4029-B278-8F522CC6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0B9FE-FDBE-4612-A6BB-0E22BA6C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Kubernetes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9027C-AE19-49A4-9F68-1F9F8059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bac369bde4259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8FBEE-C7A3-4596-BCF7-64EEBC28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34B7F-654C-419C-B9E9-F9968CB0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control plane maintains desired state while worker nodes run Pods and expose services through stable discovery and routing.</a:t>
            </a:r>
          </a:p>
        </p:txBody>
      </p:sp>
    </p:spTree>
    <p:extLst>
      <p:ext uri="{BB962C8B-B14F-4D97-AF65-F5344CB8AC3E}">
        <p14:creationId xmlns:p14="http://schemas.microsoft.com/office/powerpoint/2010/main" val="17724124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DE62D-9794-4538-8700-64E1921D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AF778-1E6C-4DBF-8676-FA54AC0B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5DFC4-CE44-4D75-BB25-367A86CF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AEF53-C731-4A92-9AF7-B705996E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759E7-2ACC-43CE-A825-84C99FA8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Automation on Kubernetes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0A9B0-D481-4EF0-9F26-39E98473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2e24a811b4c52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83948-F51B-4977-8D56-1219327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DCD05-3F20-464B-8FEC-DF043D8A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Deployments operate stateless application tiers, Services provide discovery, and stateful dependencies use deliberate persistence and recovery controls.</a:t>
            </a:r>
          </a:p>
        </p:txBody>
      </p:sp>
    </p:spTree>
    <p:extLst>
      <p:ext uri="{BB962C8B-B14F-4D97-AF65-F5344CB8AC3E}">
        <p14:creationId xmlns:p14="http://schemas.microsoft.com/office/powerpoint/2010/main" val="14118920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CE53E-C695-4F2A-9DA0-79E71A66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3EF71-1906-4E50-93DE-2A3A54A9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2A40D-76F9-46E0-867A-7C815B1B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8C02D-2D5C-45BE-9344-0185DABC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CA136-2AD7-4E01-AEAC-02F70910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Worker access to managed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F5458-A1C4-4C50-B8C1-D9AD1447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8378f7940470f"/>
          <a:stretch xmlns:a="http://schemas.openxmlformats.org/drawingml/2006/main"/>
        </p:blipFill>
        <p:spPr>
          <a:xfrm xmlns:a="http://schemas.openxmlformats.org/drawingml/2006/main">
            <a:off x="1283771" y="1571625"/>
            <a:ext cx="9624458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635FB-E647-46F8-92B1-756ADC23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E80E3-F103-476D-8B9A-DA2B5F8A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Network reach, workload identity, secrets, and policy determine whether a Pod can reach and change an external managed system.</a:t>
            </a:r>
          </a:p>
        </p:txBody>
      </p:sp>
    </p:spTree>
    <p:extLst>
      <p:ext uri="{BB962C8B-B14F-4D97-AF65-F5344CB8AC3E}">
        <p14:creationId xmlns:p14="http://schemas.microsoft.com/office/powerpoint/2010/main" val="3620813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25111-8D52-44FF-B911-3B1B61F9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82E59-259D-4F12-808E-01D9F925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61BB9-486B-4BE4-AB87-840798E6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567D8-C723-4F67-B832-47581929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1B5D4-355C-4E6A-8272-5A00F83B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Health probes and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53DCE-0CEB-4274-B209-7041B788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0c453f5d944c2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EB65C-7E1E-4088-95C8-F310A62D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DC27E-9677-4384-A704-DE20834F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Startup, readiness, and liveness probes answer different questions and drive different recovery actions.</a:t>
            </a:r>
          </a:p>
        </p:txBody>
      </p:sp>
    </p:spTree>
    <p:extLst>
      <p:ext uri="{BB962C8B-B14F-4D97-AF65-F5344CB8AC3E}">
        <p14:creationId xmlns:p14="http://schemas.microsoft.com/office/powerpoint/2010/main" val="7611533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C15E8-3917-494B-B373-2EE59D1C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F961A-56D7-4009-8D2D-1DE86599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08A20-FCF3-43D6-A0A4-2A61E16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096FF-673D-4A06-A932-5ED3F993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114FC-0C54-4826-9DC2-677AD8C5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CBE6C-5D37-46BF-A550-8A7FCA40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7DC74-E4C3-4EF1-B2C6-91CE907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A container image packages the application. Compose connects services on one host. Kubernetes operates replicated services across a cluster.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6E500-731D-4402-9436-576AA062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93076-C4EB-4CE7-8004-639C9DF0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Keep images small, pinned, and non-root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0C575-CCFC-4590-BC9E-34103B0F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CBD04-4464-4C6E-9D2A-199D9EE9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Move configuration and secrets outside the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3B0A3-22C4-4D6A-BF49-905873B4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11A6E-D2AE-455B-816C-5B5EE2AF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explicit service and readiness contracts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D7F00-9881-44FB-BD23-01F05DD1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6A883-E601-4E11-921F-45CE21A0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Scale stateless tiers while protecting persistent state</a:t>
            </a:r>
          </a:p>
        </p:txBody>
      </p:sp>
    </p:spTree>
    <p:extLst>
      <p:ext uri="{BB962C8B-B14F-4D97-AF65-F5344CB8AC3E}">
        <p14:creationId xmlns:p14="http://schemas.microsoft.com/office/powerpoint/2010/main" val="6550423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3F903-6431-4ABD-A82E-B0411230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53C37-04CE-4DA9-BE1A-C6B8C92F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2BD47-0D6A-4E1A-A23C-6E64088D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66D17-780F-4A83-8B8F-F04003A9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F2900-FCFD-412B-B833-E9528836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3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59931-CC61-49BC-9D32-4BDA1EF4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D43BA-706C-4CAE-A46D-D48183A7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84794-3F5B-4C51-B77A-91CB9E5A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DAD42-DC9F-47DD-AA82-92A2FABD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5312E-2BD0-4113-8908-E6CA5780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E72C0-013F-4D74-B3C8-0DD1BDA6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Next: Continuous Integration, Delivery, and Deployment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C48F6-7B0F-492A-9A87-DB2C1F71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495AD-A2E4-4A14-9D55-B917840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1188251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2026-09-13T08:26:57.1550000Z</dcterms:created>
  <dcterms:modified xsi:type="dcterms:W3CDTF">2026-09-13T08:26:57.1550000Z</dcterms:modified>
</coreProperties>
</file>