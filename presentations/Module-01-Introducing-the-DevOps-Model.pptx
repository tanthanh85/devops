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e2758dcaf44cdb" /><Relationship Type="http://schemas.openxmlformats.org/officeDocument/2006/relationships/extended-properties" Target="/docProps/app.xml" Id="R4298176035e54e83" /><Relationship Type="http://schemas.openxmlformats.org/officeDocument/2006/relationships/officeDocument" Target="/ppt/presentation.xml" Id="Rae1293de83604050" /></Relationships>
</file>

<file path=ppt/presentation.xml><?xml version="1.0" encoding="utf-8"?>
<p:presentation xmlns:p="http://schemas.openxmlformats.org/presentationml/2006/main">
  <p:sldMasterIdLst>
    <p:sldMasterId xmlns:r="http://schemas.openxmlformats.org/officeDocument/2006/relationships" id="2147483648" r:id="R3ea9bced786449cc"/>
  </p:sldMasterIdLst>
  <p:notesMasterIdLst>
    <p:notesMasterId xmlns:r="http://schemas.openxmlformats.org/officeDocument/2006/relationships" r:id="R8c86a75f6c6a421a"/>
  </p:notesMasterIdLst>
  <p:sldIdLst>
    <p:sldId xmlns:r="http://schemas.openxmlformats.org/officeDocument/2006/relationships" id="256" r:id="R3fece078226345b3"/>
    <p:sldId xmlns:r="http://schemas.openxmlformats.org/officeDocument/2006/relationships" id="257" r:id="R1ffac45d6e3b43a8"/>
    <p:sldId xmlns:r="http://schemas.openxmlformats.org/officeDocument/2006/relationships" id="258" r:id="Rcaaf4caea5174733"/>
    <p:sldId xmlns:r="http://schemas.openxmlformats.org/officeDocument/2006/relationships" id="259" r:id="R39511b65054e4b93"/>
    <p:sldId xmlns:r="http://schemas.openxmlformats.org/officeDocument/2006/relationships" id="260" r:id="Rbc68c31a7e2847be"/>
    <p:sldId xmlns:r="http://schemas.openxmlformats.org/officeDocument/2006/relationships" id="261" r:id="R0df265eea5d340ab"/>
    <p:sldId xmlns:r="http://schemas.openxmlformats.org/officeDocument/2006/relationships" id="262" r:id="R19086af51348472f"/>
    <p:sldId xmlns:r="http://schemas.openxmlformats.org/officeDocument/2006/relationships" id="263" r:id="Rdf5559dfbd7e4b9b"/>
    <p:sldId xmlns:r="http://schemas.openxmlformats.org/officeDocument/2006/relationships" id="264" r:id="R7d8bbf38277a483a"/>
    <p:sldId xmlns:r="http://schemas.openxmlformats.org/officeDocument/2006/relationships" id="265" r:id="R002ef792de934bc4"/>
    <p:sldId xmlns:r="http://schemas.openxmlformats.org/officeDocument/2006/relationships" id="266" r:id="Re7eaf677c6364455"/>
    <p:sldId xmlns:r="http://schemas.openxmlformats.org/officeDocument/2006/relationships" id="267" r:id="R343fb2a95dcc4d4f"/>
    <p:sldId xmlns:r="http://schemas.openxmlformats.org/officeDocument/2006/relationships" id="268" r:id="R878093eb7eb94712"/>
    <p:sldId xmlns:r="http://schemas.openxmlformats.org/officeDocument/2006/relationships" id="269" r:id="R269923c44b214a4f"/>
    <p:sldId xmlns:r="http://schemas.openxmlformats.org/officeDocument/2006/relationships" id="270" r:id="R64d0c7c76c2d4931"/>
    <p:sldId xmlns:r="http://schemas.openxmlformats.org/officeDocument/2006/relationships" id="271" r:id="R12c8452fa9cd49ca"/>
    <p:sldId xmlns:r="http://schemas.openxmlformats.org/officeDocument/2006/relationships" id="272" r:id="Rfc2ff438327642a0"/>
    <p:sldId xmlns:r="http://schemas.openxmlformats.org/officeDocument/2006/relationships" id="273" r:id="Rf9d969d1e2bf40e9"/>
    <p:sldId xmlns:r="http://schemas.openxmlformats.org/officeDocument/2006/relationships" id="274" r:id="Rc82152708b194bdd"/>
    <p:sldId xmlns:r="http://schemas.openxmlformats.org/officeDocument/2006/relationships" id="275" r:id="Rd410aa8a8c83430f"/>
    <p:sldId xmlns:r="http://schemas.openxmlformats.org/officeDocument/2006/relationships" id="276" r:id="R57dd99a5c88d44cd"/>
    <p:sldId xmlns:r="http://schemas.openxmlformats.org/officeDocument/2006/relationships" id="277" r:id="Ra7af3b14ee8744d0"/>
    <p:sldId xmlns:r="http://schemas.openxmlformats.org/officeDocument/2006/relationships" id="278" r:id="R223a76666bc3407c"/>
    <p:sldId xmlns:r="http://schemas.openxmlformats.org/officeDocument/2006/relationships" id="279" r:id="Re4b80f73439c42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f8994bcb2e4afa" /><Relationship Type="http://schemas.openxmlformats.org/officeDocument/2006/relationships/slideMaster" Target="/ppt/slideMasters/slideMaster1.xml" Id="R3ea9bced786449cc" /><Relationship Type="http://schemas.openxmlformats.org/officeDocument/2006/relationships/notesMaster" Target="/ppt/notesMasters/notesMaster1.xml" Id="R8c86a75f6c6a421a" /><Relationship Type="http://schemas.openxmlformats.org/officeDocument/2006/relationships/presProps" Target="/ppt/presProps.xml" Id="R1b8892ebfb464bf0" /><Relationship Type="http://schemas.openxmlformats.org/officeDocument/2006/relationships/tableStyles" Target="/ppt/tableStyles.xml" Id="R89946882c79c4171" /><Relationship Type="http://schemas.openxmlformats.org/officeDocument/2006/relationships/slide" Target="/ppt/slides/slide1.xml" Id="R3fece078226345b3" /><Relationship Type="http://schemas.openxmlformats.org/officeDocument/2006/relationships/slide" Target="/ppt/slides/slide2.xml" Id="R1ffac45d6e3b43a8" /><Relationship Type="http://schemas.openxmlformats.org/officeDocument/2006/relationships/slide" Target="/ppt/slides/slide3.xml" Id="Rcaaf4caea5174733" /><Relationship Type="http://schemas.openxmlformats.org/officeDocument/2006/relationships/slide" Target="/ppt/slides/slide4.xml" Id="R39511b65054e4b93" /><Relationship Type="http://schemas.openxmlformats.org/officeDocument/2006/relationships/slide" Target="/ppt/slides/slide5.xml" Id="Rbc68c31a7e2847be" /><Relationship Type="http://schemas.openxmlformats.org/officeDocument/2006/relationships/slide" Target="/ppt/slides/slide6.xml" Id="R0df265eea5d340ab" /><Relationship Type="http://schemas.openxmlformats.org/officeDocument/2006/relationships/slide" Target="/ppt/slides/slide7.xml" Id="R19086af51348472f" /><Relationship Type="http://schemas.openxmlformats.org/officeDocument/2006/relationships/slide" Target="/ppt/slides/slide8.xml" Id="Rdf5559dfbd7e4b9b" /><Relationship Type="http://schemas.openxmlformats.org/officeDocument/2006/relationships/slide" Target="/ppt/slides/slide9.xml" Id="R7d8bbf38277a483a" /><Relationship Type="http://schemas.openxmlformats.org/officeDocument/2006/relationships/slide" Target="/ppt/slides/slide10.xml" Id="R002ef792de934bc4" /><Relationship Type="http://schemas.openxmlformats.org/officeDocument/2006/relationships/slide" Target="/ppt/slides/slide11.xml" Id="Re7eaf677c6364455" /><Relationship Type="http://schemas.openxmlformats.org/officeDocument/2006/relationships/slide" Target="/ppt/slides/slide12.xml" Id="R343fb2a95dcc4d4f" /><Relationship Type="http://schemas.openxmlformats.org/officeDocument/2006/relationships/slide" Target="/ppt/slides/slide13.xml" Id="R878093eb7eb94712" /><Relationship Type="http://schemas.openxmlformats.org/officeDocument/2006/relationships/slide" Target="/ppt/slides/slide14.xml" Id="R269923c44b214a4f" /><Relationship Type="http://schemas.openxmlformats.org/officeDocument/2006/relationships/slide" Target="/ppt/slides/slide15.xml" Id="R64d0c7c76c2d4931" /><Relationship Type="http://schemas.openxmlformats.org/officeDocument/2006/relationships/slide" Target="/ppt/slides/slide16.xml" Id="R12c8452fa9cd49ca" /><Relationship Type="http://schemas.openxmlformats.org/officeDocument/2006/relationships/slide" Target="/ppt/slides/slide17.xml" Id="Rfc2ff438327642a0" /><Relationship Type="http://schemas.openxmlformats.org/officeDocument/2006/relationships/slide" Target="/ppt/slides/slide18.xml" Id="Rf9d969d1e2bf40e9" /><Relationship Type="http://schemas.openxmlformats.org/officeDocument/2006/relationships/slide" Target="/ppt/slides/slide19.xml" Id="Rc82152708b194bdd" /><Relationship Type="http://schemas.openxmlformats.org/officeDocument/2006/relationships/slide" Target="/ppt/slides/slide20.xml" Id="Rd410aa8a8c83430f" /><Relationship Type="http://schemas.openxmlformats.org/officeDocument/2006/relationships/slide" Target="/ppt/slides/slide21.xml" Id="R57dd99a5c88d44cd" /><Relationship Type="http://schemas.openxmlformats.org/officeDocument/2006/relationships/slide" Target="/ppt/slides/slide22.xml" Id="Ra7af3b14ee8744d0" /><Relationship Type="http://schemas.openxmlformats.org/officeDocument/2006/relationships/slide" Target="/ppt/slides/slide23.xml" Id="R223a76666bc3407c" /><Relationship Type="http://schemas.openxmlformats.org/officeDocument/2006/relationships/slide" Target="/ppt/slides/slide24.xml" Id="Re4b80f73439c42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ce3d0c9ca45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93d18144914d99" /><Relationship Type="http://schemas.openxmlformats.org/officeDocument/2006/relationships/notesMaster" Target="/ppt/notesMasters/notesMaster1.xml" Id="R120d7f59308041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8a064a100041a3" /><Relationship Type="http://schemas.openxmlformats.org/officeDocument/2006/relationships/notesMaster" Target="/ppt/notesMasters/notesMaster1.xml" Id="Rfe7d0fd9380144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dfd371a32b4208" /><Relationship Type="http://schemas.openxmlformats.org/officeDocument/2006/relationships/notesMaster" Target="/ppt/notesMasters/notesMaster1.xml" Id="R75017848a2584c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7ef35180f94453" /><Relationship Type="http://schemas.openxmlformats.org/officeDocument/2006/relationships/notesMaster" Target="/ppt/notesMasters/notesMaster1.xml" Id="Raaa874df514548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97dded34924cda" /><Relationship Type="http://schemas.openxmlformats.org/officeDocument/2006/relationships/notesMaster" Target="/ppt/notesMasters/notesMaster1.xml" Id="R02e61ec0a1dd4f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0e173d5bfd4203" /><Relationship Type="http://schemas.openxmlformats.org/officeDocument/2006/relationships/notesMaster" Target="/ppt/notesMasters/notesMaster1.xml" Id="R72acbfb2876f41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0e1b5749d0425b" /><Relationship Type="http://schemas.openxmlformats.org/officeDocument/2006/relationships/notesMaster" Target="/ppt/notesMasters/notesMaster1.xml" Id="Rc35680529b4c43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3a02fb9d434558" /><Relationship Type="http://schemas.openxmlformats.org/officeDocument/2006/relationships/notesMaster" Target="/ppt/notesMasters/notesMaster1.xml" Id="Rd00cbbba4bc340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9b89969b3646b1" /><Relationship Type="http://schemas.openxmlformats.org/officeDocument/2006/relationships/notesMaster" Target="/ppt/notesMasters/notesMaster1.xml" Id="R568e53b52f4d43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f48a3da6444095" /><Relationship Type="http://schemas.openxmlformats.org/officeDocument/2006/relationships/notesMaster" Target="/ppt/notesMasters/notesMaster1.xml" Id="Rd57f767d37dc4f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9e9c5aa1ba4ae0" /><Relationship Type="http://schemas.openxmlformats.org/officeDocument/2006/relationships/notesMaster" Target="/ppt/notesMasters/notesMaster1.xml" Id="R7b50256ad22649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d8d2d116eb4e9f" /><Relationship Type="http://schemas.openxmlformats.org/officeDocument/2006/relationships/notesMaster" Target="/ppt/notesMasters/notesMaster1.xml" Id="Rad65fdf19d6d4b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eac58e91a44bee" /><Relationship Type="http://schemas.openxmlformats.org/officeDocument/2006/relationships/notesMaster" Target="/ppt/notesMasters/notesMaster1.xml" Id="Ra4c0590e96f0467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2807d5a6894c4a" /><Relationship Type="http://schemas.openxmlformats.org/officeDocument/2006/relationships/notesMaster" Target="/ppt/notesMasters/notesMaster1.xml" Id="R9b9f3fa0998941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3be47e42dfe445d" /><Relationship Type="http://schemas.openxmlformats.org/officeDocument/2006/relationships/notesMaster" Target="/ppt/notesMasters/notesMaster1.xml" Id="R7d8a6e0a487142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8acafef1194345" /><Relationship Type="http://schemas.openxmlformats.org/officeDocument/2006/relationships/notesMaster" Target="/ppt/notesMasters/notesMaster1.xml" Id="R50d1b7d3776442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d1a25237df4d69" /><Relationship Type="http://schemas.openxmlformats.org/officeDocument/2006/relationships/notesMaster" Target="/ppt/notesMasters/notesMaster1.xml" Id="R3e944b01ec3f41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f3a5edb44a4feb" /><Relationship Type="http://schemas.openxmlformats.org/officeDocument/2006/relationships/notesMaster" Target="/ppt/notesMasters/notesMaster1.xml" Id="Rf78b9987298440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564ed4ff7e421d" /><Relationship Type="http://schemas.openxmlformats.org/officeDocument/2006/relationships/notesMaster" Target="/ppt/notesMasters/notesMaster1.xml" Id="R5bee40e963594c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67b852466024f13" /><Relationship Type="http://schemas.openxmlformats.org/officeDocument/2006/relationships/notesMaster" Target="/ppt/notesMasters/notesMaster1.xml" Id="Rf7e8aa7b121f427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220a7762c804798" /><Relationship Type="http://schemas.openxmlformats.org/officeDocument/2006/relationships/notesMaster" Target="/ppt/notesMasters/notesMaster1.xml" Id="R13ea8c7e19d64c0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b2bbee674a24ad7" /><Relationship Type="http://schemas.openxmlformats.org/officeDocument/2006/relationships/notesMaster" Target="/ppt/notesMasters/notesMaster1.xml" Id="R801a9c290f8e492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357b910eb8944c7" /><Relationship Type="http://schemas.openxmlformats.org/officeDocument/2006/relationships/notesMaster" Target="/ppt/notesMasters/notesMaster1.xml" Id="R77aa780e644e4f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b9f5f1518d64aab" /><Relationship Type="http://schemas.openxmlformats.org/officeDocument/2006/relationships/notesMaster" Target="/ppt/notesMasters/notesMaster1.xml" Id="R5a91bf6fd2d14b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DevOps as an operating model for delivering and running software. The course uses generic software deployment patterns, then shows where those practices strengthen existing network automation. Learners bring automation knowledge from Module 0. This module adds shared ownership, repeatable delivery, evidence, and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introduction to set expectations. Learners already understand scripting, APIs, orchestration, and network automation. The module adds a delivery and operating model. It covers CALMS, lifecycle responsibilities, evidence, feedback loops, delivery metrics, and trust boundaries. Examples remain generic to software delivery, with network automation used to show practical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a successful local automation task with an operated delivery system. The local task can be technically correct and still depend on one workstation, one engineer, or one sequence of undocumented steps. DevOps makes the work reproducible and reviewable, then connects deployment to ongoing service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DevOps through people, process, technology, and value. The center of the model is the service outcome. Technology provides automation, but people agree on ownership and process defines how evidence supports decisions. This avoids reducing DevOps to a CI product or a collection of scripts.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CALMS as Culture, Automation, Lean, Measurement, and Sharing. Treat the dimensions as a diagnostic model. A team should identify observable behavior, choose a small improvement, and measure the result. A single numeric maturity score usually hides the constraint that matters most.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Culture does not erase specialist responsibilities or access boundaries. It creates a shared definition of success. Before deployment, the participants agree on acceptance criteria, release scope, observability, and recovery. After deployment, ownership continues through operation, diagnosis, and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Reliable automation covers build, tests, security controls, deployment, verification, recovery, and cleanup. Manual decisions may remain appropriate, but the approver needs an exact commit, artifact identity, target, proposed effect, and evidence. Automating an unclear process simply executes ambiguity faster.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Lean focuses on flow. Look for work waiting in queues, repeated environment setup, oversized branches, and tests that run too late. Smaller changes simplify review and failure analysis. Lean does not remove security or approval. It designs those controls so they produce reliable evidence with less delay.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four DORA measures as system measures. Lead time and deployment frequency describe flow. Change failure rate and recovery time describe stability. For network or infrastructure automation, define the event boundaries carefully. Pair delivery data with service signals such as latency, reachability, error rate, and availability. Never use these measures to rank individuals.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Sharing means that another engineer can reproduce the work and understand the operating assumptions. Store code, decisions, tests, pipeline definitions, runbooks, dashboards, and incident findings in accessible systems. Review the material for usability. A file that exists but cannot guide action is weak evidence of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reinforcing loop. Culture makes a failure discussable. Sharing preserves what the team learned. Automation encodes the new procedure. Lean reduces the size and delay of the next change. Measurement shows whether the change improved the system. Use the imbalance example to show why a technically advanced pipeline can remain operationally fragile.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columns to compare the source of truth, execution method, evidence, and recovery approach. Automation improves consistency, while the DevOps pipeline adds review, protected execution, retained evidence, and tested recovery. This distinction prevents the common assumption that any automated task already represents DevOps.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complete lifecycle as logical responsibilities rather than a rigid sequence or a set of departments. Plan and design define outcomes and constraints. Development and integration produce a reviewable change. Build and test create an identifiable artifact and confidence. Release and deployment control exposure. Operation and observation return evidence to planning. Retirement closes ownership safely.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evidence produced before a build exists. Planning identifies the problem, owner, risk, and measurable outcome. Design records interfaces, trust boundaries, state ownership, failure behavior, and deployment assumptions. Development keeps the change small and testable. Integration combines automated checks with human review of intent and 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build converts reviewed source and declared dependencies into an identifiable artifact. Record the digest and connect it to tests, SBOM, provenance, and scan results. Promote that same digest. A release is an artifact plus the evidence that makes it eligible for deployment. Continuous delivery can stop at an approval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deployment acceptance from service success. A platform may accept an update while the application remains unhealthy. Use immediate readiness and acceptance checks, then observe behavior over an appropriate window. Recovery can mean rollback or forward remediation. Retirement revokes credentials, removes owned infrastructure, handles data, and preserves required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chain from requirement through runtime evidence. Each gate makes a decision using evidence tied to the same identity. The merge gate reviews source. Build acceptance identifies the artifact. Production promotion binds artifact, target, risk, and recovery. Completion requires operational evidence. Changing any material element can require renewed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each loop has a different owner and destination. Developer checks return quickly to source. Integration and security checks guide merge and release. Runtime signals reveal behavior under representative load and real dependencies. Longer reviews expose recurring incidents, capacity trends, and architecture constraints. Every loop must feed a change to code, policy, tests, documentation, or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integration validates combined work frequently. Continuous delivery produces a validated release that remains ready for controlled deployment. Continuous deployment automatically promotes every qualifying release. The last model requires strong automated confidence, observability, rollback or remediation, and organizational acceptance of the risk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value stream mapping with touch time and wait time. The example shows short execution surrounded by days of queueing. Improving a ten minute task will not materially reduce lead time if review or environment access remains the constraint. Select one constraint, run a small experiment, and measure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generic DevOps model back to network automation at a high level. Existing Python, Ansible, and API logic can remain. DevOps adds versioned intent, layered tests, an identified runtime artifact, protected execution, post-change verification, and evidence. Avoid assuming a specific platform or device operating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trust transition. Unprivileged validation builds and tests the artifact without access to the deployment target. Approval binds commit, artifact digest, target, and evidence. A protected runner receives a restricted job and the minimum identity and route required. The label protected is insufficient unless job selection, identity, and network reachability enforce the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page as the formal takeaway review. Revisit shared ownership, small controlled changes, connected evidence, and continuous learning. Ask learners to identify one current delivery constraint and the CALMS dimension most closely related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module here. Confirm questions, then preview Module 2: containers provide a practical runtime boundary for consistent dependencies, packaging, testing, and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6f124cf3354b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b391dafaeb4361" /><Relationship Type="http://schemas.openxmlformats.org/officeDocument/2006/relationships/slideLayout" Target="/ppt/slideLayouts/slideLayout1.xml" Id="Ra1104e291d9640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104e291d9640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fce05e18764e00" /><Relationship Type="http://schemas.openxmlformats.org/officeDocument/2006/relationships/image" Target="/ppt/media/image.png" Id="R849adff342894262" /><Relationship Type="http://schemas.openxmlformats.org/officeDocument/2006/relationships/notesSlide" Target="/ppt/notesSlides/notesSlide1.xml" Id="Rabe655cd395047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8c60991e084e29" /><Relationship Type="http://schemas.openxmlformats.org/officeDocument/2006/relationships/image" Target="/ppt/media/image2.png" Id="Ree449f1683a04021" /><Relationship Type="http://schemas.openxmlformats.org/officeDocument/2006/relationships/image" Target="/ppt/media/image.svg" Id="R727bf002905b4fe4" /><Relationship Type="http://schemas.openxmlformats.org/officeDocument/2006/relationships/image" Target="/ppt/media/image3.png" Id="R9b3a7cb6e4004373" /><Relationship Type="http://schemas.openxmlformats.org/officeDocument/2006/relationships/image" Target="/ppt/media/image2.svg" Id="R455a04e56bce43d9" /><Relationship Type="http://schemas.openxmlformats.org/officeDocument/2006/relationships/image" Target="/ppt/media/image4.png" Id="R55764c4342b04405" /><Relationship Type="http://schemas.openxmlformats.org/officeDocument/2006/relationships/image" Target="/ppt/media/image3.svg" Id="Rfb63e79520184ede" /><Relationship Type="http://schemas.openxmlformats.org/officeDocument/2006/relationships/image" Target="/ppt/media/image5.png" Id="Rf9c1134fbe874274" /><Relationship Type="http://schemas.openxmlformats.org/officeDocument/2006/relationships/image" Target="/ppt/media/image4.svg" Id="R6248d88aca454de9" /><Relationship Type="http://schemas.openxmlformats.org/officeDocument/2006/relationships/image" Target="/ppt/media/image6.png" Id="R42b352b57f2548b6" /><Relationship Type="http://schemas.openxmlformats.org/officeDocument/2006/relationships/image" Target="/ppt/media/image5.svg" Id="R072b416a80894a1d" /><Relationship Type="http://schemas.openxmlformats.org/officeDocument/2006/relationships/image" Target="/ppt/media/image7.png" Id="R8a5fafc3e85f4ca8" /><Relationship Type="http://schemas.openxmlformats.org/officeDocument/2006/relationships/image" Target="/ppt/media/image6.svg" Id="R99afc8c8203e4ef8" /><Relationship Type="http://schemas.openxmlformats.org/officeDocument/2006/relationships/notesSlide" Target="/ppt/notesSlides/notesSlide2.xml" Id="Rf85d64c9dddb44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7d023b015474c34" /><Relationship Type="http://schemas.openxmlformats.org/officeDocument/2006/relationships/notesSlide" Target="/ppt/notesSlides/notesSlide3.xml" Id="R420e7c21308a40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76e46919c347c9" /><Relationship Type="http://schemas.openxmlformats.org/officeDocument/2006/relationships/image" Target="/ppt/media/image8.png" Id="R91d921808a0c4307" /><Relationship Type="http://schemas.openxmlformats.org/officeDocument/2006/relationships/image" Target="/ppt/media/image7.svg" Id="R7727ee6302454257" /><Relationship Type="http://schemas.openxmlformats.org/officeDocument/2006/relationships/image" Target="/ppt/media/image9.png" Id="Rd042c3b8083e473d" /><Relationship Type="http://schemas.openxmlformats.org/officeDocument/2006/relationships/image" Target="/ppt/media/image8.svg" Id="R5462e954b2114135" /><Relationship Type="http://schemas.openxmlformats.org/officeDocument/2006/relationships/image" Target="/ppt/media/image10.png" Id="Rb7faaf81692f437a" /><Relationship Type="http://schemas.openxmlformats.org/officeDocument/2006/relationships/image" Target="/ppt/media/image9.svg" Id="R8224983610f741f0" /><Relationship Type="http://schemas.openxmlformats.org/officeDocument/2006/relationships/image" Target="/ppt/media/image11.png" Id="Re83b57964a564413" /><Relationship Type="http://schemas.openxmlformats.org/officeDocument/2006/relationships/image" Target="/ppt/media/image10.svg" Id="R307c630d8fd54f07" /><Relationship Type="http://schemas.openxmlformats.org/officeDocument/2006/relationships/image" Target="/ppt/media/image12.png" Id="Rec6ec7bda0b747af" /><Relationship Type="http://schemas.openxmlformats.org/officeDocument/2006/relationships/image" Target="/ppt/media/image11.svg" Id="R046999525e5a4dfa" /><Relationship Type="http://schemas.openxmlformats.org/officeDocument/2006/relationships/notesSlide" Target="/ppt/notesSlides/notesSlide4.xml" Id="R4b5d2e5e9b7d41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56af1c13b44640" /><Relationship Type="http://schemas.openxmlformats.org/officeDocument/2006/relationships/image" Target="/ppt/media/image13.png" Id="Rc894e25010f84bdd" /><Relationship Type="http://schemas.openxmlformats.org/officeDocument/2006/relationships/image" Target="/ppt/media/image12.svg" Id="Rafd927186b464963" /><Relationship Type="http://schemas.openxmlformats.org/officeDocument/2006/relationships/image" Target="/ppt/media/image14.png" Id="R958f17c010114802" /><Relationship Type="http://schemas.openxmlformats.org/officeDocument/2006/relationships/image" Target="/ppt/media/image13.svg" Id="Ra9070a0f93894304" /><Relationship Type="http://schemas.openxmlformats.org/officeDocument/2006/relationships/image" Target="/ppt/media/image15.png" Id="Rf9f4caa084744db9" /><Relationship Type="http://schemas.openxmlformats.org/officeDocument/2006/relationships/image" Target="/ppt/media/image14.svg" Id="R9caa1b5fcc8a4be3" /><Relationship Type="http://schemas.openxmlformats.org/officeDocument/2006/relationships/image" Target="/ppt/media/image16.png" Id="R4b4fdc85b2234867" /><Relationship Type="http://schemas.openxmlformats.org/officeDocument/2006/relationships/image" Target="/ppt/media/image15.svg" Id="Red1d33bf24bc4d78" /><Relationship Type="http://schemas.openxmlformats.org/officeDocument/2006/relationships/image" Target="/ppt/media/image17.png" Id="R79915ec0cad94bbc" /><Relationship Type="http://schemas.openxmlformats.org/officeDocument/2006/relationships/image" Target="/ppt/media/image16.svg" Id="R4a6c3f6bb376433d" /><Relationship Type="http://schemas.openxmlformats.org/officeDocument/2006/relationships/notesSlide" Target="/ppt/notesSlides/notesSlide5.xml" Id="R4551d700a14441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b55644533c46e1" /><Relationship Type="http://schemas.openxmlformats.org/officeDocument/2006/relationships/image" Target="/ppt/media/image18.png" Id="Rc1a6084b36544969" /><Relationship Type="http://schemas.openxmlformats.org/officeDocument/2006/relationships/image" Target="/ppt/media/image17.svg" Id="R47c858d3562a45ad" /><Relationship Type="http://schemas.openxmlformats.org/officeDocument/2006/relationships/image" Target="/ppt/media/image19.png" Id="R639f393aba4a4de3" /><Relationship Type="http://schemas.openxmlformats.org/officeDocument/2006/relationships/image" Target="/ppt/media/image18.svg" Id="R5a07c0f9fab94317" /><Relationship Type="http://schemas.openxmlformats.org/officeDocument/2006/relationships/image" Target="/ppt/media/image20.png" Id="Rfbd0da91538a4925" /><Relationship Type="http://schemas.openxmlformats.org/officeDocument/2006/relationships/image" Target="/ppt/media/image19.svg" Id="R5f254c8ac61d4dcc" /><Relationship Type="http://schemas.openxmlformats.org/officeDocument/2006/relationships/image" Target="/ppt/media/image21.png" Id="Re7c69f83ac214103" /><Relationship Type="http://schemas.openxmlformats.org/officeDocument/2006/relationships/image" Target="/ppt/media/image20.svg" Id="R29b53903dfed4f24" /><Relationship Type="http://schemas.openxmlformats.org/officeDocument/2006/relationships/notesSlide" Target="/ppt/notesSlides/notesSlide6.xml" Id="R66b63451041647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ab691f89dd47bb" /><Relationship Type="http://schemas.openxmlformats.org/officeDocument/2006/relationships/image" Target="/ppt/media/image22.png" Id="Rdb5717cb90964076" /><Relationship Type="http://schemas.openxmlformats.org/officeDocument/2006/relationships/image" Target="/ppt/media/image21.svg" Id="Raa587cc17360446d" /><Relationship Type="http://schemas.openxmlformats.org/officeDocument/2006/relationships/image" Target="/ppt/media/image23.png" Id="Rc1677d8dec2b40cb" /><Relationship Type="http://schemas.openxmlformats.org/officeDocument/2006/relationships/image" Target="/ppt/media/image22.svg" Id="Re56b74c75a0749e0" /><Relationship Type="http://schemas.openxmlformats.org/officeDocument/2006/relationships/image" Target="/ppt/media/image24.png" Id="R6f51e97c416a4000" /><Relationship Type="http://schemas.openxmlformats.org/officeDocument/2006/relationships/image" Target="/ppt/media/image23.svg" Id="R6f4410bd64794553" /><Relationship Type="http://schemas.openxmlformats.org/officeDocument/2006/relationships/image" Target="/ppt/media/image25.png" Id="R56b0027a13234a9e" /><Relationship Type="http://schemas.openxmlformats.org/officeDocument/2006/relationships/image" Target="/ppt/media/image24.svg" Id="R93f58a32ffee4689" /><Relationship Type="http://schemas.openxmlformats.org/officeDocument/2006/relationships/image" Target="/ppt/media/image26.png" Id="R74d05b09814c4919" /><Relationship Type="http://schemas.openxmlformats.org/officeDocument/2006/relationships/image" Target="/ppt/media/image25.svg" Id="R69ad5d5d76ac4ebe" /><Relationship Type="http://schemas.openxmlformats.org/officeDocument/2006/relationships/notesSlide" Target="/ppt/notesSlides/notesSlide7.xml" Id="R4825e68213624f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4fa2423e224742" /><Relationship Type="http://schemas.openxmlformats.org/officeDocument/2006/relationships/notesSlide" Target="/ppt/notesSlides/notesSlide8.xml" Id="Rb2deeb5d061847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2e484e5ac74e56" /><Relationship Type="http://schemas.openxmlformats.org/officeDocument/2006/relationships/notesSlide" Target="/ppt/notesSlides/notesSlide9.xml" Id="R84388d7ae7ec4b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c768a1b61a243ef" /><Relationship Type="http://schemas.openxmlformats.org/officeDocument/2006/relationships/image" Target="/ppt/media/image27.png" Id="R9c1d636d711c4a84" /><Relationship Type="http://schemas.openxmlformats.org/officeDocument/2006/relationships/image" Target="/ppt/media/image26.svg" Id="Rd98c38573da34d90" /><Relationship Type="http://schemas.openxmlformats.org/officeDocument/2006/relationships/image" Target="/ppt/media/image28.png" Id="R6eefbbb520214faf" /><Relationship Type="http://schemas.openxmlformats.org/officeDocument/2006/relationships/image" Target="/ppt/media/image27.svg" Id="Ree2d9bc044764414" /><Relationship Type="http://schemas.openxmlformats.org/officeDocument/2006/relationships/image" Target="/ppt/media/image29.png" Id="R05723098b2074f2b" /><Relationship Type="http://schemas.openxmlformats.org/officeDocument/2006/relationships/image" Target="/ppt/media/image28.svg" Id="Ra655dcb380474b61" /><Relationship Type="http://schemas.openxmlformats.org/officeDocument/2006/relationships/image" Target="/ppt/media/image30.png" Id="Raaf222364ac34b26" /><Relationship Type="http://schemas.openxmlformats.org/officeDocument/2006/relationships/image" Target="/ppt/media/image29.svg" Id="Ra53ff8dbd77543fd" /><Relationship Type="http://schemas.openxmlformats.org/officeDocument/2006/relationships/image" Target="/ppt/media/image31.png" Id="R468e4297eccd4456" /><Relationship Type="http://schemas.openxmlformats.org/officeDocument/2006/relationships/image" Target="/ppt/media/image30.svg" Id="R006ecc1085254c07" /><Relationship Type="http://schemas.openxmlformats.org/officeDocument/2006/relationships/notesSlide" Target="/ppt/notesSlides/notesSlide10.xml" Id="R2425604de0f646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ccb3b8985a41c4" /><Relationship Type="http://schemas.openxmlformats.org/officeDocument/2006/relationships/image" Target="/ppt/media/image32.png" Id="R426bb890dd4a4035" /><Relationship Type="http://schemas.openxmlformats.org/officeDocument/2006/relationships/image" Target="/ppt/media/image31.svg" Id="Rf593b49dace04f77" /><Relationship Type="http://schemas.openxmlformats.org/officeDocument/2006/relationships/image" Target="/ppt/media/image33.png" Id="R6e8887904cd540fa" /><Relationship Type="http://schemas.openxmlformats.org/officeDocument/2006/relationships/image" Target="/ppt/media/image32.svg" Id="R525299464ef14822" /><Relationship Type="http://schemas.openxmlformats.org/officeDocument/2006/relationships/image" Target="/ppt/media/image34.png" Id="Rc7ad8b9fb73846e7" /><Relationship Type="http://schemas.openxmlformats.org/officeDocument/2006/relationships/image" Target="/ppt/media/image33.svg" Id="Red6c074b83524b2e" /><Relationship Type="http://schemas.openxmlformats.org/officeDocument/2006/relationships/image" Target="/ppt/media/image35.png" Id="R393fdf985556405c" /><Relationship Type="http://schemas.openxmlformats.org/officeDocument/2006/relationships/image" Target="/ppt/media/image34.svg" Id="R28ad3e11b530465e" /><Relationship Type="http://schemas.openxmlformats.org/officeDocument/2006/relationships/image" Target="/ppt/media/image36.png" Id="R99c8218280754482" /><Relationship Type="http://schemas.openxmlformats.org/officeDocument/2006/relationships/image" Target="/ppt/media/image35.svg" Id="R92608e882fe147af" /><Relationship Type="http://schemas.openxmlformats.org/officeDocument/2006/relationships/notesSlide" Target="/ppt/notesSlides/notesSlide11.xml" Id="R98c5436259934c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067f8db19fd41fb" /><Relationship Type="http://schemas.openxmlformats.org/officeDocument/2006/relationships/notesSlide" Target="/ppt/notesSlides/notesSlide12.xml" Id="R1fe6ec739bc848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5c00d741164674" /><Relationship Type="http://schemas.openxmlformats.org/officeDocument/2006/relationships/image" Target="/ppt/media/image37.png" Id="Ra89c74e4d14c4880" /><Relationship Type="http://schemas.openxmlformats.org/officeDocument/2006/relationships/image" Target="/ppt/media/image36.svg" Id="R86749001163046b6" /><Relationship Type="http://schemas.openxmlformats.org/officeDocument/2006/relationships/image" Target="/ppt/media/image38.png" Id="Rc3d3e2c5570d4a06" /><Relationship Type="http://schemas.openxmlformats.org/officeDocument/2006/relationships/image" Target="/ppt/media/image37.svg" Id="Rda22150868654ac4" /><Relationship Type="http://schemas.openxmlformats.org/officeDocument/2006/relationships/image" Target="/ppt/media/image39.png" Id="Rb87553771daa40f1" /><Relationship Type="http://schemas.openxmlformats.org/officeDocument/2006/relationships/image" Target="/ppt/media/image38.svg" Id="R1b0cec7594aa4a39" /><Relationship Type="http://schemas.openxmlformats.org/officeDocument/2006/relationships/image" Target="/ppt/media/image40.png" Id="R09dd9148cfe34494" /><Relationship Type="http://schemas.openxmlformats.org/officeDocument/2006/relationships/image" Target="/ppt/media/image39.svg" Id="R6af3fe6490944586" /><Relationship Type="http://schemas.openxmlformats.org/officeDocument/2006/relationships/image" Target="/ppt/media/image41.png" Id="R0d89b8e2666b4ecc" /><Relationship Type="http://schemas.openxmlformats.org/officeDocument/2006/relationships/image" Target="/ppt/media/image40.svg" Id="Ra5f258748cb54931" /><Relationship Type="http://schemas.openxmlformats.org/officeDocument/2006/relationships/notesSlide" Target="/ppt/notesSlides/notesSlide13.xml" Id="R5e45b1cfcfc34b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d1d110b8b034a29" /><Relationship Type="http://schemas.openxmlformats.org/officeDocument/2006/relationships/image" Target="/ppt/media/image42.png" Id="R6621a2ed7e894a91" /><Relationship Type="http://schemas.openxmlformats.org/officeDocument/2006/relationships/image" Target="/ppt/media/image41.svg" Id="R432699274daa46bd" /><Relationship Type="http://schemas.openxmlformats.org/officeDocument/2006/relationships/image" Target="/ppt/media/image43.png" Id="R816c1d2117404125" /><Relationship Type="http://schemas.openxmlformats.org/officeDocument/2006/relationships/image" Target="/ppt/media/image42.svg" Id="Rc9bfc91c329b4146" /><Relationship Type="http://schemas.openxmlformats.org/officeDocument/2006/relationships/image" Target="/ppt/media/image44.png" Id="Rbdc4002136be4ac8" /><Relationship Type="http://schemas.openxmlformats.org/officeDocument/2006/relationships/image" Target="/ppt/media/image43.svg" Id="Rb2c0989754f844cb" /><Relationship Type="http://schemas.openxmlformats.org/officeDocument/2006/relationships/image" Target="/ppt/media/image45.png" Id="R216a59d4ecf44dac" /><Relationship Type="http://schemas.openxmlformats.org/officeDocument/2006/relationships/image" Target="/ppt/media/image44.svg" Id="R4690e25e5a3f4285" /><Relationship Type="http://schemas.openxmlformats.org/officeDocument/2006/relationships/notesSlide" Target="/ppt/notesSlides/notesSlide14.xml" Id="R8c278841e8924b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195a3705d14f51" /><Relationship Type="http://schemas.openxmlformats.org/officeDocument/2006/relationships/notesSlide" Target="/ppt/notesSlides/notesSlide15.xml" Id="Rcfe6d6c9e1aa43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c64041b9184ead" /><Relationship Type="http://schemas.openxmlformats.org/officeDocument/2006/relationships/image" Target="/ppt/media/image46.png" Id="R2db4504238c64af3" /><Relationship Type="http://schemas.openxmlformats.org/officeDocument/2006/relationships/image" Target="/ppt/media/image45.svg" Id="R21a67ce1bd7848db" /><Relationship Type="http://schemas.openxmlformats.org/officeDocument/2006/relationships/image" Target="/ppt/media/image47.png" Id="R1e2e291791e6442e" /><Relationship Type="http://schemas.openxmlformats.org/officeDocument/2006/relationships/image" Target="/ppt/media/image46.svg" Id="R5b42e8e7d47c4132" /><Relationship Type="http://schemas.openxmlformats.org/officeDocument/2006/relationships/image" Target="/ppt/media/image48.png" Id="R5f0816105a594ac0" /><Relationship Type="http://schemas.openxmlformats.org/officeDocument/2006/relationships/image" Target="/ppt/media/image47.svg" Id="R6b49975201e0432e" /><Relationship Type="http://schemas.openxmlformats.org/officeDocument/2006/relationships/image" Target="/ppt/media/image49.png" Id="Rabb0cbf934aa4a97" /><Relationship Type="http://schemas.openxmlformats.org/officeDocument/2006/relationships/image" Target="/ppt/media/image48.svg" Id="Rbdbf56ffa5c44052" /><Relationship Type="http://schemas.openxmlformats.org/officeDocument/2006/relationships/image" Target="/ppt/media/image50.png" Id="R355bae7afd82497c" /><Relationship Type="http://schemas.openxmlformats.org/officeDocument/2006/relationships/image" Target="/ppt/media/image49.svg" Id="R824277f63f184e83" /><Relationship Type="http://schemas.openxmlformats.org/officeDocument/2006/relationships/notesSlide" Target="/ppt/notesSlides/notesSlide16.xml" Id="Rad230484b8eb41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a61be9621043ad" /><Relationship Type="http://schemas.openxmlformats.org/officeDocument/2006/relationships/image" Target="/ppt/media/image51.png" Id="Rc75c385eaaf74800" /><Relationship Type="http://schemas.openxmlformats.org/officeDocument/2006/relationships/image" Target="/ppt/media/image50.svg" Id="R3577a090fe1d4de6" /><Relationship Type="http://schemas.openxmlformats.org/officeDocument/2006/relationships/image" Target="/ppt/media/image52.png" Id="R42aba7b473ec4168" /><Relationship Type="http://schemas.openxmlformats.org/officeDocument/2006/relationships/image" Target="/ppt/media/image51.svg" Id="Rf9414ae7fc9b475a" /><Relationship Type="http://schemas.openxmlformats.org/officeDocument/2006/relationships/image" Target="/ppt/media/image53.png" Id="Rf8caf28f82394ce6" /><Relationship Type="http://schemas.openxmlformats.org/officeDocument/2006/relationships/image" Target="/ppt/media/image52.svg" Id="Rddee8a23185a4f7c" /><Relationship Type="http://schemas.openxmlformats.org/officeDocument/2006/relationships/image" Target="/ppt/media/image54.png" Id="R1c0bec3b330a4d63" /><Relationship Type="http://schemas.openxmlformats.org/officeDocument/2006/relationships/image" Target="/ppt/media/image53.svg" Id="Ra2f184c822164fcc" /><Relationship Type="http://schemas.openxmlformats.org/officeDocument/2006/relationships/image" Target="/ppt/media/image55.png" Id="R859462d106f04170" /><Relationship Type="http://schemas.openxmlformats.org/officeDocument/2006/relationships/image" Target="/ppt/media/image54.svg" Id="R5ba614f612794317" /><Relationship Type="http://schemas.openxmlformats.org/officeDocument/2006/relationships/image" Target="/ppt/media/image56.png" Id="R09faa02ea80c4375" /><Relationship Type="http://schemas.openxmlformats.org/officeDocument/2006/relationships/image" Target="/ppt/media/image55.svg" Id="R12bad6840f384639" /><Relationship Type="http://schemas.openxmlformats.org/officeDocument/2006/relationships/notesSlide" Target="/ppt/notesSlides/notesSlide17.xml" Id="R6386e8622bf64c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f98b98c46a343aa" /><Relationship Type="http://schemas.openxmlformats.org/officeDocument/2006/relationships/notesSlide" Target="/ppt/notesSlides/notesSlide18.xml" Id="R6dfbbe1efbbe477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fe8c8b782d46a5" /><Relationship Type="http://schemas.openxmlformats.org/officeDocument/2006/relationships/notesSlide" Target="/ppt/notesSlides/notesSlide19.xml" Id="R5e5dd9b4186141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a51f9d52ec54fe8" /><Relationship Type="http://schemas.openxmlformats.org/officeDocument/2006/relationships/image" Target="/ppt/media/image57.png" Id="R2fe23b3fa3d84a5d" /><Relationship Type="http://schemas.openxmlformats.org/officeDocument/2006/relationships/image" Target="/ppt/media/image56.svg" Id="Ra40d38932789477c" /><Relationship Type="http://schemas.openxmlformats.org/officeDocument/2006/relationships/image" Target="/ppt/media/image58.png" Id="R58d7d86726444458" /><Relationship Type="http://schemas.openxmlformats.org/officeDocument/2006/relationships/image" Target="/ppt/media/image57.svg" Id="Rb7aa9e5cd2b349ae" /><Relationship Type="http://schemas.openxmlformats.org/officeDocument/2006/relationships/image" Target="/ppt/media/image59.png" Id="Rcb59789bd6c24413" /><Relationship Type="http://schemas.openxmlformats.org/officeDocument/2006/relationships/image" Target="/ppt/media/image58.svg" Id="R6b4035cf817d48a3" /><Relationship Type="http://schemas.openxmlformats.org/officeDocument/2006/relationships/image" Target="/ppt/media/image60.png" Id="Rde185f84736440aa" /><Relationship Type="http://schemas.openxmlformats.org/officeDocument/2006/relationships/image" Target="/ppt/media/image59.svg" Id="Rb7ea784da48e4c97" /><Relationship Type="http://schemas.openxmlformats.org/officeDocument/2006/relationships/image" Target="/ppt/media/image61.png" Id="R60720605139b44f6" /><Relationship Type="http://schemas.openxmlformats.org/officeDocument/2006/relationships/image" Target="/ppt/media/image60.svg" Id="Raa9db6710fc94c2e" /><Relationship Type="http://schemas.openxmlformats.org/officeDocument/2006/relationships/notesSlide" Target="/ppt/notesSlides/notesSlide20.xml" Id="R75d227cf7b2945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613e1005b8f4c40" /><Relationship Type="http://schemas.openxmlformats.org/officeDocument/2006/relationships/image" Target="/ppt/media/image62.png" Id="R8b7f24ace13145d1" /><Relationship Type="http://schemas.openxmlformats.org/officeDocument/2006/relationships/image" Target="/ppt/media/image61.svg" Id="R42f20e3859d74f0c" /><Relationship Type="http://schemas.openxmlformats.org/officeDocument/2006/relationships/image" Target="/ppt/media/image63.png" Id="Ra3770ee8b74e4cc5" /><Relationship Type="http://schemas.openxmlformats.org/officeDocument/2006/relationships/image" Target="/ppt/media/image62.svg" Id="R8a5f56d1be354dbc" /><Relationship Type="http://schemas.openxmlformats.org/officeDocument/2006/relationships/image" Target="/ppt/media/image64.png" Id="R363f5ed4f8eb49ac" /><Relationship Type="http://schemas.openxmlformats.org/officeDocument/2006/relationships/image" Target="/ppt/media/image63.svg" Id="R5ca746b1916f4e8e" /><Relationship Type="http://schemas.openxmlformats.org/officeDocument/2006/relationships/image" Target="/ppt/media/image65.png" Id="R491a0aa6b8d74873" /><Relationship Type="http://schemas.openxmlformats.org/officeDocument/2006/relationships/image" Target="/ppt/media/image64.svg" Id="R5d1ac3f0d61c48da" /><Relationship Type="http://schemas.openxmlformats.org/officeDocument/2006/relationships/image" Target="/ppt/media/image66.png" Id="R17bd40ccb66a48e0" /><Relationship Type="http://schemas.openxmlformats.org/officeDocument/2006/relationships/image" Target="/ppt/media/image65.svg" Id="R03d772cd5fd34308" /><Relationship Type="http://schemas.openxmlformats.org/officeDocument/2006/relationships/notesSlide" Target="/ppt/notesSlides/notesSlide21.xml" Id="R7364d4c9da7448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e58a6f3986f4d32" /><Relationship Type="http://schemas.openxmlformats.org/officeDocument/2006/relationships/image" Target="/ppt/media/image67.png" Id="R2b2e755569544042" /><Relationship Type="http://schemas.openxmlformats.org/officeDocument/2006/relationships/image" Target="/ppt/media/image66.svg" Id="R15697757a32441db" /><Relationship Type="http://schemas.openxmlformats.org/officeDocument/2006/relationships/image" Target="/ppt/media/image68.png" Id="Rea4701df5e5048df" /><Relationship Type="http://schemas.openxmlformats.org/officeDocument/2006/relationships/image" Target="/ppt/media/image67.svg" Id="R2e5d4a8d2623427e" /><Relationship Type="http://schemas.openxmlformats.org/officeDocument/2006/relationships/image" Target="/ppt/media/image69.png" Id="R7bd8fc31a6a2446a" /><Relationship Type="http://schemas.openxmlformats.org/officeDocument/2006/relationships/image" Target="/ppt/media/image68.svg" Id="Re0552339953b4756" /><Relationship Type="http://schemas.openxmlformats.org/officeDocument/2006/relationships/image" Target="/ppt/media/image70.png" Id="Re24db89541134f49" /><Relationship Type="http://schemas.openxmlformats.org/officeDocument/2006/relationships/image" Target="/ppt/media/image69.svg" Id="Rba2ed3d072be4de7" /><Relationship Type="http://schemas.openxmlformats.org/officeDocument/2006/relationships/image" Target="/ppt/media/image71.png" Id="Re67ff3935b7e45e5" /><Relationship Type="http://schemas.openxmlformats.org/officeDocument/2006/relationships/image" Target="/ppt/media/image70.svg" Id="R9d6a5ae985fe4ce9" /><Relationship Type="http://schemas.openxmlformats.org/officeDocument/2006/relationships/notesSlide" Target="/ppt/notesSlides/notesSlide22.xml" Id="Rfb311dd90ebf4d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554b9d009f44eb5" /><Relationship Type="http://schemas.openxmlformats.org/officeDocument/2006/relationships/notesSlide" Target="/ppt/notesSlides/notesSlide23.xml" Id="R2d3c1225246c435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418e618b1554e31" /><Relationship Type="http://schemas.openxmlformats.org/officeDocument/2006/relationships/image" Target="/ppt/media/image72.png" Id="R1e75aa12c8fb445f" /><Relationship Type="http://schemas.openxmlformats.org/officeDocument/2006/relationships/image" Target="/ppt/media/image73.png" Id="Rebed857980314f46" /><Relationship Type="http://schemas.openxmlformats.org/officeDocument/2006/relationships/image" Target="/ppt/media/image71.svg" Id="R41ce37640abb4194" /><Relationship Type="http://schemas.openxmlformats.org/officeDocument/2006/relationships/notesSlide" Target="/ppt/notesSlides/notesSlide24.xml" Id="Rb9a5b1cb622e4eb9" /></Relationships>
</file>

<file path=ppt/slides/slide1.xml><?xml version="1.0" encoding="utf-8"?>
<p:sld xmlns:p="http://schemas.openxmlformats.org/presentationml/2006/main">
  <p:cSld>
    <p:bg>
      <p:bgPr>
        <a:solidFill xmlns:a="http://schemas.openxmlformats.org/drawingml/2006/main">
          <a:srgbClr val="051A31"/>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49adff3428942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841491-98A3-41C5-9160-59D0E4C63FE2}"/>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061C35">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0BF74FA-F104-4CB5-A966-0AE9E469D744}"/>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9237EA0-6710-4E4F-98A5-837A1E21AB6D}"/>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81D75BC-D5C3-4476-B33E-813846FC8E84}"/>
              </a:ext>
            </a:extLst>
          </p:cNvPr>
          <p:cNvSpPr>
            <a:spLocks xmlns:a="http://schemas.openxmlformats.org/drawingml/2006/main" noGrp="1"/>
          </p:cNvSpPr>
          <p:nvPr/>
        </p:nvSpPr>
        <p:spPr>
          <a:xfrm xmlns:a="http://schemas.openxmlformats.org/drawingml/2006/main">
            <a:off x="457200" y="190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Introducing the DevOps Model</a:t>
            </a:r>
          </a:p>
        </p:txBody>
      </p:sp>
      <p:sp>
        <p:nvSpPr>
          <p:cNvPr id="6" name="">
            <a:extLst xmlns:a="http://schemas.openxmlformats.org/drawingml/2006/main">
              <a:ext uri="{FF2B5EF4-FFF2-40B4-BE49-F238E27FC236}">
                <a16:creationId xmlns:a16="http://schemas.microsoft.com/office/drawing/2014/main" id="{9625E45B-A394-4311-B056-383D9E2CF065}"/>
              </a:ext>
            </a:extLst>
          </p:cNvPr>
          <p:cNvSpPr>
            <a:spLocks xmlns:a="http://schemas.openxmlformats.org/drawingml/2006/main" noGrp="1"/>
          </p:cNvSpPr>
          <p:nvPr/>
        </p:nvSpPr>
        <p:spPr>
          <a:xfrm xmlns:a="http://schemas.openxmlformats.org/drawingml/2006/main">
            <a:off x="457200" y="1695450"/>
            <a:ext cx="4476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INTRODUCING</a:t>
            </a:r>
          </a:p>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THE DEVOPS MODEL</a:t>
            </a:r>
          </a:p>
        </p:txBody>
      </p:sp>
      <p:sp>
        <p:nvSpPr>
          <p:cNvPr id="7" name="">
            <a:extLst xmlns:a="http://schemas.openxmlformats.org/drawingml/2006/main">
              <a:ext uri="{FF2B5EF4-FFF2-40B4-BE49-F238E27FC236}">
                <a16:creationId xmlns:a16="http://schemas.microsoft.com/office/drawing/2014/main" id="{42ECFE91-5352-4818-9179-763C5350931D}"/>
              </a:ext>
            </a:extLst>
          </p:cNvPr>
          <p:cNvSpPr>
            <a:spLocks xmlns:a="http://schemas.openxmlformats.org/drawingml/2006/main" noGrp="1"/>
          </p:cNvSpPr>
          <p:nvPr/>
        </p:nvSpPr>
        <p:spPr>
          <a:xfrm xmlns:a="http://schemas.openxmlformats.org/drawingml/2006/main">
            <a:off x="476250" y="3190875"/>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defRPr sz="1725" b="1">
                <a:solidFill>
                  <a:srgbClr val="8DDBF3"/>
                </a:solidFill>
                <a:latin typeface="Helvetica Neue"/>
                <a:ea typeface="Helvetica Neue"/>
                <a:cs typeface="Helvetica Neue"/>
              </a:defRPr>
            </a:pPr>
            <a:r>
              <a:rPr sz="1725" b="1">
                <a:solidFill>
                  <a:srgbClr val="8DDBF3"/>
                </a:solidFill>
                <a:latin typeface="Helvetica Neue"/>
                <a:ea typeface="Helvetica Neue"/>
                <a:cs typeface="Helvetica Neue"/>
              </a:rPr>
              <a:t>From capable automation to reliable delivery</a:t>
            </a:r>
          </a:p>
        </p:txBody>
      </p:sp>
      <p:sp>
        <p:nvSpPr>
          <p:cNvPr id="8" name="">
            <a:extLst xmlns:a="http://schemas.openxmlformats.org/drawingml/2006/main">
              <a:ext uri="{FF2B5EF4-FFF2-40B4-BE49-F238E27FC236}">
                <a16:creationId xmlns:a16="http://schemas.microsoft.com/office/drawing/2014/main" id="{43F427AE-798F-4D5D-BB6C-D45478AA70E6}"/>
              </a:ext>
            </a:extLst>
          </p:cNvPr>
          <p:cNvSpPr>
            <a:spLocks xmlns:a="http://schemas.openxmlformats.org/drawingml/2006/main" noGrp="1"/>
          </p:cNvSpPr>
          <p:nvPr/>
        </p:nvSpPr>
        <p:spPr>
          <a:xfrm xmlns:a="http://schemas.openxmlformats.org/drawingml/2006/main">
            <a:off x="476250" y="39433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People   Process   Technology   Value</a:t>
            </a:r>
          </a:p>
        </p:txBody>
      </p:sp>
      <p:sp>
        <p:nvSpPr>
          <p:cNvPr id="9" name="">
            <a:extLst xmlns:a="http://schemas.openxmlformats.org/drawingml/2006/main">
              <a:ext uri="{FF2B5EF4-FFF2-40B4-BE49-F238E27FC236}">
                <a16:creationId xmlns:a16="http://schemas.microsoft.com/office/drawing/2014/main" id="{E1BED59C-CFE4-42CB-B965-4F547AE4051A}"/>
              </a:ext>
            </a:extLst>
          </p:cNvPr>
          <p:cNvSpPr>
            <a:spLocks xmlns:a="http://schemas.openxmlformats.org/drawingml/2006/main" noGrp="1"/>
          </p:cNvSpPr>
          <p:nvPr/>
        </p:nvSpPr>
        <p:spPr>
          <a:xfrm xmlns:a="http://schemas.openxmlformats.org/drawingml/2006/main">
            <a:off x="476250" y="4552950"/>
            <a:ext cx="838200" cy="381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FE3BA2-44C6-4FDF-A591-4217ACFBA3FA}"/>
              </a:ext>
            </a:extLst>
          </p:cNvPr>
          <p:cNvSpPr>
            <a:spLocks xmlns:a="http://schemas.openxmlformats.org/drawingml/2006/main" noGrp="1"/>
          </p:cNvSpPr>
          <p:nvPr/>
        </p:nvSpPr>
        <p:spPr>
          <a:xfrm xmlns:a="http://schemas.openxmlformats.org/drawingml/2006/main">
            <a:off x="476250" y="47053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Change together.</a:t>
            </a:r>
          </a:p>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Deliver with evidence.</a:t>
            </a:r>
          </a:p>
        </p:txBody>
      </p:sp>
      <p:sp>
        <p:nvSpPr>
          <p:cNvPr id="11" name="">
            <a:extLst xmlns:a="http://schemas.openxmlformats.org/drawingml/2006/main">
              <a:ext uri="{FF2B5EF4-FFF2-40B4-BE49-F238E27FC236}">
                <a16:creationId xmlns:a16="http://schemas.microsoft.com/office/drawing/2014/main" id="{F5CE3582-E335-4A90-93FC-A13C568516D2}"/>
              </a:ext>
            </a:extLst>
          </p:cNvPr>
          <p:cNvSpPr>
            <a:spLocks xmlns:a="http://schemas.openxmlformats.org/drawingml/2006/main" noGrp="1"/>
          </p:cNvSpPr>
          <p:nvPr/>
        </p:nvSpPr>
        <p:spPr>
          <a:xfrm xmlns:a="http://schemas.openxmlformats.org/drawingml/2006/main">
            <a:off x="476250" y="6153150"/>
            <a:ext cx="428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C6E8F5"/>
                </a:solidFill>
                <a:latin typeface="Helvetica Neue"/>
                <a:ea typeface="Helvetica Neue"/>
                <a:cs typeface="Helvetica Neue"/>
              </a:defRPr>
            </a:pPr>
            <a:r>
              <a:rPr sz="975" b="1">
                <a:solidFill>
                  <a:srgbClr val="C6E8F5"/>
                </a:solidFill>
                <a:latin typeface="Helvetica Neue"/>
                <a:ea typeface="Helvetica Neue"/>
                <a:cs typeface="Helvetica Neue"/>
              </a:rPr>
              <a:t>DEVOPS PRACTICES FOR SOFTWARE DELIVERY</a:t>
            </a:r>
          </a:p>
        </p:txBody>
      </p:sp>
    </p:spTree>
    <p:extLst>
      <p:ext uri="{BB962C8B-B14F-4D97-AF65-F5344CB8AC3E}">
        <p14:creationId xmlns:p14="http://schemas.microsoft.com/office/powerpoint/2010/main" val="927611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B861967-2DDA-439D-B27B-D7C0483C202E}"/>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F2E0CA-43A7-4250-806B-0A3F54E20BCE}"/>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B1715E2-9BAE-4F07-8BD6-110C12BDFEF6}"/>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1D400818-1EC7-4E99-B48B-93CDFEF43983}"/>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Module Introduction</a:t>
            </a:r>
          </a:p>
        </p:txBody>
      </p:sp>
      <p:sp>
        <p:nvSpPr>
          <p:cNvPr id="5" name="">
            <a:extLst xmlns:a="http://schemas.openxmlformats.org/drawingml/2006/main">
              <a:ext uri="{FF2B5EF4-FFF2-40B4-BE49-F238E27FC236}">
                <a16:creationId xmlns:a16="http://schemas.microsoft.com/office/drawing/2014/main" id="{1CA3336B-EE5F-44B4-9F27-3F500069D023}"/>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082B59"/>
                </a:solidFill>
                <a:latin typeface="Helvetica Neue"/>
                <a:ea typeface="Helvetica Neue"/>
                <a:cs typeface="Helvetica Neue"/>
              </a:defRPr>
            </a:pPr>
            <a:r>
              <a:rPr sz="2550" b="1">
                <a:solidFill>
                  <a:srgbClr val="082B59"/>
                </a:solidFill>
                <a:latin typeface="Helvetica Neue"/>
                <a:ea typeface="Helvetica Neue"/>
                <a:cs typeface="Helvetica Neue"/>
              </a:rPr>
              <a:t>Introducing the DevOps Model</a:t>
            </a:r>
          </a:p>
        </p:txBody>
      </p:sp>
      <p:sp>
        <p:nvSpPr>
          <p:cNvPr id="6" name="">
            <a:extLst xmlns:a="http://schemas.openxmlformats.org/drawingml/2006/main">
              <a:ext uri="{FF2B5EF4-FFF2-40B4-BE49-F238E27FC236}">
                <a16:creationId xmlns:a16="http://schemas.microsoft.com/office/drawing/2014/main" id="{7EB08C35-2A91-4342-9707-EB8D99292435}"/>
              </a:ext>
            </a:extLst>
          </p:cNvPr>
          <p:cNvSpPr>
            <a:spLocks xmlns:a="http://schemas.openxmlformats.org/drawingml/2006/main" noGrp="1"/>
          </p:cNvSpPr>
          <p:nvPr/>
        </p:nvSpPr>
        <p:spPr>
          <a:xfrm xmlns:a="http://schemas.openxmlformats.org/drawingml/2006/main">
            <a:off x="476250" y="102870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46579"/>
                </a:solidFill>
                <a:latin typeface="Helvetica Neue"/>
                <a:ea typeface="Helvetica Neue"/>
                <a:cs typeface="Helvetica Neue"/>
              </a:defRPr>
            </a:pPr>
            <a:r>
              <a:rPr sz="1275" b="0">
                <a:solidFill>
                  <a:srgbClr val="546579"/>
                </a:solidFill>
                <a:latin typeface="Helvetica Neue"/>
                <a:ea typeface="Helvetica Neue"/>
                <a:cs typeface="Helvetica Neue"/>
              </a:rPr>
              <a:t>This module connects familiar automation skills to a complete software delivery and operating model.</a:t>
            </a:r>
          </a:p>
        </p:txBody>
      </p:sp>
      <p:sp>
        <p:nvSpPr>
          <p:cNvPr id="7" name="">
            <a:extLst xmlns:a="http://schemas.openxmlformats.org/drawingml/2006/main">
              <a:ext uri="{FF2B5EF4-FFF2-40B4-BE49-F238E27FC236}">
                <a16:creationId xmlns:a16="http://schemas.microsoft.com/office/drawing/2014/main" id="{F79B6271-EB4E-43D8-949A-43127EE7C5E9}"/>
              </a:ext>
            </a:extLst>
          </p:cNvPr>
          <p:cNvSpPr>
            <a:spLocks xmlns:a="http://schemas.openxmlformats.org/drawingml/2006/main" noGrp="1"/>
          </p:cNvSpPr>
          <p:nvPr/>
        </p:nvSpPr>
        <p:spPr>
          <a:xfrm xmlns:a="http://schemas.openxmlformats.org/drawingml/2006/main">
            <a:off x="457200" y="1428750"/>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AFA7B6-B561-405C-B75E-A0765DCCE102}"/>
              </a:ext>
            </a:extLst>
          </p:cNvPr>
          <p:cNvSpPr>
            <a:spLocks xmlns:a="http://schemas.openxmlformats.org/drawingml/2006/main" noGrp="1"/>
          </p:cNvSpPr>
          <p:nvPr/>
        </p:nvSpPr>
        <p:spPr>
          <a:xfrm xmlns:a="http://schemas.openxmlformats.org/drawingml/2006/main">
            <a:off x="714375" y="1809750"/>
            <a:ext cx="3333750" cy="2238375"/>
          </a:xfrm>
          <a:prstGeom xmlns:a="http://schemas.openxmlformats.org/drawingml/2006/main" prst="roundRect">
            <a:avLst>
              <a:gd name="adj" fmla="val 5106"/>
            </a:avLst>
          </a:prstGeom>
          <a:solidFill xmlns:a="http://schemas.openxmlformats.org/drawingml/2006/main">
            <a:srgbClr val="F3F8FC"/>
          </a:solidFill>
          <a:ln xmlns:a="http://schemas.openxmlformats.org/drawingml/2006/main" w="9525">
            <a:solidFill>
              <a:srgbClr val="0A6FAF"/>
            </a:solidFill>
            <a:prstDash val="solid"/>
          </a:ln>
        </p:spPr>
      </p:sp>
      <p:sp>
        <p:nvSpPr>
          <p:cNvPr id="9" name="">
            <a:extLst xmlns:a="http://schemas.openxmlformats.org/drawingml/2006/main">
              <a:ext uri="{FF2B5EF4-FFF2-40B4-BE49-F238E27FC236}">
                <a16:creationId xmlns:a16="http://schemas.microsoft.com/office/drawing/2014/main" id="{AABCC53A-2743-4F47-BF7E-5EF458063092}"/>
              </a:ext>
            </a:extLst>
          </p:cNvPr>
          <p:cNvSpPr>
            <a:spLocks xmlns:a="http://schemas.openxmlformats.org/drawingml/2006/main" noGrp="1"/>
          </p:cNvSpPr>
          <p:nvPr/>
        </p:nvSpPr>
        <p:spPr>
          <a:xfrm xmlns:a="http://schemas.openxmlformats.org/drawingml/2006/main">
            <a:off x="2000250" y="2047875"/>
            <a:ext cx="762000" cy="7620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ee449f1683a04021">
            <a:extLst>
              <a:ext uri="{96DAC541-7B7A-43D3-8B79-37D633B846F1}">
                <asvg:svgBlip xmlns:asvg="http://schemas.microsoft.com/office/drawing/2016/SVG/main" r:embed="R727bf002905b4fe4"/>
              </a:ext>
            </a:extLst>
          </a:blip>
          <a:stretch xmlns:a="http://schemas.openxmlformats.org/drawingml/2006/main"/>
        </p:blipFill>
        <p:spPr>
          <a:xfrm xmlns:a="http://schemas.openxmlformats.org/drawingml/2006/main">
            <a:off x="2209800" y="2257425"/>
            <a:ext cx="342900" cy="3429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2B40B87-74FC-4F29-BBA3-C35D62FD0132}"/>
              </a:ext>
            </a:extLst>
          </p:cNvPr>
          <p:cNvSpPr>
            <a:spLocks xmlns:a="http://schemas.openxmlformats.org/drawingml/2006/main" noGrp="1"/>
          </p:cNvSpPr>
          <p:nvPr/>
        </p:nvSpPr>
        <p:spPr>
          <a:xfrm xmlns:a="http://schemas.openxmlformats.org/drawingml/2006/main">
            <a:off x="1000125" y="30003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Why DevOps?</a:t>
            </a:r>
          </a:p>
        </p:txBody>
      </p:sp>
      <p:sp>
        <p:nvSpPr>
          <p:cNvPr id="12" name="">
            <a:extLst xmlns:a="http://schemas.openxmlformats.org/drawingml/2006/main">
              <a:ext uri="{FF2B5EF4-FFF2-40B4-BE49-F238E27FC236}">
                <a16:creationId xmlns:a16="http://schemas.microsoft.com/office/drawing/2014/main" id="{F9788451-5BEE-4E17-ABED-5EB30D98F579}"/>
              </a:ext>
            </a:extLst>
          </p:cNvPr>
          <p:cNvSpPr>
            <a:spLocks xmlns:a="http://schemas.openxmlformats.org/drawingml/2006/main" noGrp="1"/>
          </p:cNvSpPr>
          <p:nvPr/>
        </p:nvSpPr>
        <p:spPr>
          <a:xfrm xmlns:a="http://schemas.openxmlformats.org/drawingml/2006/main">
            <a:off x="1076325" y="3429000"/>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797"/>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Individual automation needs shared ownership, repeatable delivery, and operational evidence.</a:t>
            </a:r>
          </a:p>
        </p:txBody>
      </p:sp>
      <p:sp>
        <p:nvSpPr>
          <p:cNvPr id="13" name="">
            <a:extLst xmlns:a="http://schemas.openxmlformats.org/drawingml/2006/main">
              <a:ext uri="{FF2B5EF4-FFF2-40B4-BE49-F238E27FC236}">
                <a16:creationId xmlns:a16="http://schemas.microsoft.com/office/drawing/2014/main" id="{A1F19D31-8062-42B0-9A39-F14FB9411F59}"/>
              </a:ext>
            </a:extLst>
          </p:cNvPr>
          <p:cNvSpPr>
            <a:spLocks xmlns:a="http://schemas.openxmlformats.org/drawingml/2006/main" noGrp="1"/>
          </p:cNvSpPr>
          <p:nvPr/>
        </p:nvSpPr>
        <p:spPr>
          <a:xfrm xmlns:a="http://schemas.openxmlformats.org/drawingml/2006/main">
            <a:off x="4524375" y="1809750"/>
            <a:ext cx="3333750" cy="2238375"/>
          </a:xfrm>
          <a:prstGeom xmlns:a="http://schemas.openxmlformats.org/drawingml/2006/main" prst="roundRect">
            <a:avLst>
              <a:gd name="adj" fmla="val 5106"/>
            </a:avLst>
          </a:prstGeom>
          <a:solidFill xmlns:a="http://schemas.openxmlformats.org/drawingml/2006/main">
            <a:srgbClr val="F3F8FC"/>
          </a:solidFill>
          <a:ln xmlns:a="http://schemas.openxmlformats.org/drawingml/2006/main" w="9525">
            <a:solidFill>
              <a:srgbClr val="F28C28"/>
            </a:solidFill>
            <a:prstDash val="solid"/>
          </a:ln>
        </p:spPr>
      </p:sp>
      <p:sp>
        <p:nvSpPr>
          <p:cNvPr id="14" name="">
            <a:extLst xmlns:a="http://schemas.openxmlformats.org/drawingml/2006/main">
              <a:ext uri="{FF2B5EF4-FFF2-40B4-BE49-F238E27FC236}">
                <a16:creationId xmlns:a16="http://schemas.microsoft.com/office/drawing/2014/main" id="{163B7BB7-675D-48F6-84DE-790FAC6AA4BD}"/>
              </a:ext>
            </a:extLst>
          </p:cNvPr>
          <p:cNvSpPr>
            <a:spLocks xmlns:a="http://schemas.openxmlformats.org/drawingml/2006/main" noGrp="1"/>
          </p:cNvSpPr>
          <p:nvPr/>
        </p:nvSpPr>
        <p:spPr>
          <a:xfrm xmlns:a="http://schemas.openxmlformats.org/drawingml/2006/main">
            <a:off x="5810250" y="2047875"/>
            <a:ext cx="762000" cy="7620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b3a7cb6e4004373">
            <a:extLst>
              <a:ext uri="{96DAC541-7B7A-43D3-8B79-37D633B846F1}">
                <asvg:svgBlip xmlns:asvg="http://schemas.microsoft.com/office/drawing/2016/SVG/main" r:embed="R455a04e56bce43d9"/>
              </a:ext>
            </a:extLst>
          </a:blip>
          <a:stretch xmlns:a="http://schemas.openxmlformats.org/drawingml/2006/main"/>
        </p:blipFill>
        <p:spPr>
          <a:xfrm xmlns:a="http://schemas.openxmlformats.org/drawingml/2006/main">
            <a:off x="6019800" y="2257425"/>
            <a:ext cx="342900" cy="34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94142AD-1423-49D1-BACC-C1541807ADF7}"/>
              </a:ext>
            </a:extLst>
          </p:cNvPr>
          <p:cNvSpPr>
            <a:spLocks xmlns:a="http://schemas.openxmlformats.org/drawingml/2006/main" noGrp="1"/>
          </p:cNvSpPr>
          <p:nvPr/>
        </p:nvSpPr>
        <p:spPr>
          <a:xfrm xmlns:a="http://schemas.openxmlformats.org/drawingml/2006/main">
            <a:off x="4810125" y="30003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What will we study?</a:t>
            </a:r>
          </a:p>
        </p:txBody>
      </p:sp>
      <p:sp>
        <p:nvSpPr>
          <p:cNvPr id="17" name="">
            <a:extLst xmlns:a="http://schemas.openxmlformats.org/drawingml/2006/main">
              <a:ext uri="{FF2B5EF4-FFF2-40B4-BE49-F238E27FC236}">
                <a16:creationId xmlns:a16="http://schemas.microsoft.com/office/drawing/2014/main" id="{F41734D7-9B3C-417B-ABFA-E78B93DF7905}"/>
              </a:ext>
            </a:extLst>
          </p:cNvPr>
          <p:cNvSpPr>
            <a:spLocks xmlns:a="http://schemas.openxmlformats.org/drawingml/2006/main" noGrp="1"/>
          </p:cNvSpPr>
          <p:nvPr/>
        </p:nvSpPr>
        <p:spPr>
          <a:xfrm xmlns:a="http://schemas.openxmlformats.org/drawingml/2006/main">
            <a:off x="4886325" y="3429000"/>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403"/>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CALMS, delivery models, lifecycle controls, feedback, and trust boundaries.</a:t>
            </a:r>
          </a:p>
        </p:txBody>
      </p:sp>
      <p:sp>
        <p:nvSpPr>
          <p:cNvPr id="18" name="">
            <a:extLst xmlns:a="http://schemas.openxmlformats.org/drawingml/2006/main">
              <a:ext uri="{FF2B5EF4-FFF2-40B4-BE49-F238E27FC236}">
                <a16:creationId xmlns:a16="http://schemas.microsoft.com/office/drawing/2014/main" id="{DF893EF6-77F2-4E95-BAFC-4BDF150CBE1B}"/>
              </a:ext>
            </a:extLst>
          </p:cNvPr>
          <p:cNvSpPr>
            <a:spLocks xmlns:a="http://schemas.openxmlformats.org/drawingml/2006/main" noGrp="1"/>
          </p:cNvSpPr>
          <p:nvPr/>
        </p:nvSpPr>
        <p:spPr>
          <a:xfrm xmlns:a="http://schemas.openxmlformats.org/drawingml/2006/main">
            <a:off x="8334375" y="1809750"/>
            <a:ext cx="3333750" cy="2238375"/>
          </a:xfrm>
          <a:prstGeom xmlns:a="http://schemas.openxmlformats.org/drawingml/2006/main" prst="roundRect">
            <a:avLst>
              <a:gd name="adj" fmla="val 5106"/>
            </a:avLst>
          </a:prstGeom>
          <a:solidFill xmlns:a="http://schemas.openxmlformats.org/drawingml/2006/main">
            <a:srgbClr val="F3F8FC"/>
          </a:solidFill>
          <a:ln xmlns:a="http://schemas.openxmlformats.org/drawingml/2006/main" w="9525">
            <a:solidFill>
              <a:srgbClr val="1E9B65"/>
            </a:solidFill>
            <a:prstDash val="solid"/>
          </a:ln>
        </p:spPr>
      </p:sp>
      <p:sp>
        <p:nvSpPr>
          <p:cNvPr id="19" name="">
            <a:extLst xmlns:a="http://schemas.openxmlformats.org/drawingml/2006/main">
              <a:ext uri="{FF2B5EF4-FFF2-40B4-BE49-F238E27FC236}">
                <a16:creationId xmlns:a16="http://schemas.microsoft.com/office/drawing/2014/main" id="{34153540-60A1-4FF6-AFCE-AC358DA33569}"/>
              </a:ext>
            </a:extLst>
          </p:cNvPr>
          <p:cNvSpPr>
            <a:spLocks xmlns:a="http://schemas.openxmlformats.org/drawingml/2006/main" noGrp="1"/>
          </p:cNvSpPr>
          <p:nvPr/>
        </p:nvSpPr>
        <p:spPr>
          <a:xfrm xmlns:a="http://schemas.openxmlformats.org/drawingml/2006/main">
            <a:off x="9620250" y="2047875"/>
            <a:ext cx="762000" cy="7620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55764c4342b04405">
            <a:extLst>
              <a:ext uri="{96DAC541-7B7A-43D3-8B79-37D633B846F1}">
                <asvg:svgBlip xmlns:asvg="http://schemas.microsoft.com/office/drawing/2016/SVG/main" r:embed="Rfb63e79520184ede"/>
              </a:ext>
            </a:extLst>
          </a:blip>
          <a:stretch xmlns:a="http://schemas.openxmlformats.org/drawingml/2006/main"/>
        </p:blipFill>
        <p:spPr>
          <a:xfrm xmlns:a="http://schemas.openxmlformats.org/drawingml/2006/main">
            <a:off x="9829800" y="2257425"/>
            <a:ext cx="342900" cy="3429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F6BD601-8F6C-4DE4-B413-832A9CF7D850}"/>
              </a:ext>
            </a:extLst>
          </p:cNvPr>
          <p:cNvSpPr>
            <a:spLocks xmlns:a="http://schemas.openxmlformats.org/drawingml/2006/main" noGrp="1"/>
          </p:cNvSpPr>
          <p:nvPr/>
        </p:nvSpPr>
        <p:spPr>
          <a:xfrm xmlns:a="http://schemas.openxmlformats.org/drawingml/2006/main">
            <a:off x="8620125" y="30003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082B59"/>
                </a:solidFill>
                <a:latin typeface="Helvetica Neue"/>
                <a:ea typeface="Helvetica Neue"/>
                <a:cs typeface="Helvetica Neue"/>
              </a:defRPr>
            </a:pPr>
            <a:r>
              <a:rPr sz="1650" b="1">
                <a:solidFill>
                  <a:srgbClr val="082B59"/>
                </a:solidFill>
                <a:latin typeface="Helvetica Neue"/>
                <a:ea typeface="Helvetica Neue"/>
                <a:cs typeface="Helvetica Neue"/>
              </a:rPr>
              <a:t>What changes?</a:t>
            </a:r>
          </a:p>
        </p:txBody>
      </p:sp>
      <p:sp>
        <p:nvSpPr>
          <p:cNvPr id="22" name="">
            <a:extLst xmlns:a="http://schemas.openxmlformats.org/drawingml/2006/main">
              <a:ext uri="{FF2B5EF4-FFF2-40B4-BE49-F238E27FC236}">
                <a16:creationId xmlns:a16="http://schemas.microsoft.com/office/drawing/2014/main" id="{D3266484-1EF0-4568-B4B1-CE6FD04F52C8}"/>
              </a:ext>
            </a:extLst>
          </p:cNvPr>
          <p:cNvSpPr>
            <a:spLocks xmlns:a="http://schemas.openxmlformats.org/drawingml/2006/main" noGrp="1"/>
          </p:cNvSpPr>
          <p:nvPr/>
        </p:nvSpPr>
        <p:spPr>
          <a:xfrm xmlns:a="http://schemas.openxmlformats.org/drawingml/2006/main">
            <a:off x="8696325" y="3429000"/>
            <a:ext cx="2609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066"/>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Automation becomes a team-operated software capability with measurable outcomes.</a:t>
            </a:r>
          </a:p>
        </p:txBody>
      </p:sp>
      <p:sp>
        <p:nvSpPr>
          <p:cNvPr id="23" name="">
            <a:extLst xmlns:a="http://schemas.openxmlformats.org/drawingml/2006/main">
              <a:ext uri="{FF2B5EF4-FFF2-40B4-BE49-F238E27FC236}">
                <a16:creationId xmlns:a16="http://schemas.microsoft.com/office/drawing/2014/main" id="{BF24E6EC-5A33-49F5-875E-D9AB60D5C206}"/>
              </a:ext>
            </a:extLst>
          </p:cNvPr>
          <p:cNvSpPr>
            <a:spLocks xmlns:a="http://schemas.openxmlformats.org/drawingml/2006/main" noGrp="1"/>
          </p:cNvSpPr>
          <p:nvPr/>
        </p:nvSpPr>
        <p:spPr>
          <a:xfrm xmlns:a="http://schemas.openxmlformats.org/drawingml/2006/main">
            <a:off x="1952625" y="4476750"/>
            <a:ext cx="24828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0A6FAF"/>
            </a:solidFill>
            <a:prstDash val="solid"/>
          </a:ln>
        </p:spPr>
      </p:sp>
      <p:sp>
        <p:nvSpPr>
          <p:cNvPr id="24" name="">
            <a:extLst xmlns:a="http://schemas.openxmlformats.org/drawingml/2006/main">
              <a:ext uri="{FF2B5EF4-FFF2-40B4-BE49-F238E27FC236}">
                <a16:creationId xmlns:a16="http://schemas.microsoft.com/office/drawing/2014/main" id="{1A90EE02-15B2-482C-961A-970E82629E08}"/>
              </a:ext>
            </a:extLst>
          </p:cNvPr>
          <p:cNvSpPr>
            <a:spLocks xmlns:a="http://schemas.openxmlformats.org/drawingml/2006/main" noGrp="1"/>
          </p:cNvSpPr>
          <p:nvPr/>
        </p:nvSpPr>
        <p:spPr>
          <a:xfrm xmlns:a="http://schemas.openxmlformats.org/drawingml/2006/main">
            <a:off x="2965450" y="4572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f9c1134fbe874274">
            <a:extLst>
              <a:ext uri="{96DAC541-7B7A-43D3-8B79-37D633B846F1}">
                <asvg:svgBlip xmlns:asvg="http://schemas.microsoft.com/office/drawing/2016/SVG/main" r:embed="R6248d88aca454de9"/>
              </a:ext>
            </a:extLst>
          </a:blip>
          <a:stretch xmlns:a="http://schemas.openxmlformats.org/drawingml/2006/main"/>
        </p:blipFill>
        <p:spPr>
          <a:xfrm xmlns:a="http://schemas.openxmlformats.org/drawingml/2006/main">
            <a:off x="3070225" y="4676775"/>
            <a:ext cx="247650" cy="2476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11AF5787-17B9-4C28-993A-9D2D0CF5CE23}"/>
              </a:ext>
            </a:extLst>
          </p:cNvPr>
          <p:cNvSpPr>
            <a:spLocks xmlns:a="http://schemas.openxmlformats.org/drawingml/2006/main" noGrp="1"/>
          </p:cNvSpPr>
          <p:nvPr/>
        </p:nvSpPr>
        <p:spPr>
          <a:xfrm xmlns:a="http://schemas.openxmlformats.org/drawingml/2006/main">
            <a:off x="2047875" y="5057775"/>
            <a:ext cx="229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Existing automation</a:t>
            </a:r>
          </a:p>
        </p:txBody>
      </p:sp>
      <p:sp>
        <p:nvSpPr>
          <p:cNvPr id="27" name="">
            <a:extLst xmlns:a="http://schemas.openxmlformats.org/drawingml/2006/main">
              <a:ext uri="{FF2B5EF4-FFF2-40B4-BE49-F238E27FC236}">
                <a16:creationId xmlns:a16="http://schemas.microsoft.com/office/drawing/2014/main" id="{F861B3C1-9D13-4228-8E9B-0C290F790AF8}"/>
              </a:ext>
            </a:extLst>
          </p:cNvPr>
          <p:cNvSpPr>
            <a:spLocks xmlns:a="http://schemas.openxmlformats.org/drawingml/2006/main" noGrp="1"/>
          </p:cNvSpPr>
          <p:nvPr/>
        </p:nvSpPr>
        <p:spPr>
          <a:xfrm xmlns:a="http://schemas.openxmlformats.org/drawingml/2006/main">
            <a:off x="2066925" y="5314950"/>
            <a:ext cx="225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Python, APIs, Ansible</a:t>
            </a:r>
          </a:p>
        </p:txBody>
      </p:sp>
      <p:sp>
        <p:nvSpPr>
          <p:cNvPr id="28" name="">
            <a:extLst xmlns:a="http://schemas.openxmlformats.org/drawingml/2006/main">
              <a:ext uri="{FF2B5EF4-FFF2-40B4-BE49-F238E27FC236}">
                <a16:creationId xmlns:a16="http://schemas.microsoft.com/office/drawing/2014/main" id="{4DDC7EDB-D9F1-40B1-B942-5A3D1D68F6A2}"/>
              </a:ext>
            </a:extLst>
          </p:cNvPr>
          <p:cNvSpPr>
            <a:spLocks xmlns:a="http://schemas.openxmlformats.org/drawingml/2006/main" noGrp="1"/>
          </p:cNvSpPr>
          <p:nvPr/>
        </p:nvSpPr>
        <p:spPr>
          <a:xfrm xmlns:a="http://schemas.openxmlformats.org/drawingml/2006/main">
            <a:off x="4854575" y="4476750"/>
            <a:ext cx="24828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F28C28"/>
            </a:solidFill>
            <a:prstDash val="solid"/>
          </a:ln>
        </p:spPr>
      </p:sp>
      <p:sp>
        <p:nvSpPr>
          <p:cNvPr id="29" name="">
            <a:extLst xmlns:a="http://schemas.openxmlformats.org/drawingml/2006/main">
              <a:ext uri="{FF2B5EF4-FFF2-40B4-BE49-F238E27FC236}">
                <a16:creationId xmlns:a16="http://schemas.microsoft.com/office/drawing/2014/main" id="{C9FDB2A9-5368-4A01-945A-EF7D15D7F160}"/>
              </a:ext>
            </a:extLst>
          </p:cNvPr>
          <p:cNvSpPr>
            <a:spLocks xmlns:a="http://schemas.openxmlformats.org/drawingml/2006/main" noGrp="1"/>
          </p:cNvSpPr>
          <p:nvPr/>
        </p:nvSpPr>
        <p:spPr>
          <a:xfrm xmlns:a="http://schemas.openxmlformats.org/drawingml/2006/main">
            <a:off x="5867400" y="4572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42b352b57f2548b6">
            <a:extLst>
              <a:ext uri="{96DAC541-7B7A-43D3-8B79-37D633B846F1}">
                <asvg:svgBlip xmlns:asvg="http://schemas.microsoft.com/office/drawing/2016/SVG/main" r:embed="R072b416a80894a1d"/>
              </a:ext>
            </a:extLst>
          </a:blip>
          <a:stretch xmlns:a="http://schemas.openxmlformats.org/drawingml/2006/main"/>
        </p:blipFill>
        <p:spPr>
          <a:xfrm xmlns:a="http://schemas.openxmlformats.org/drawingml/2006/main">
            <a:off x="5972175" y="4676775"/>
            <a:ext cx="247650" cy="2476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7EAAF914-2405-4F1F-93E5-E76623B4CA03}"/>
              </a:ext>
            </a:extLst>
          </p:cNvPr>
          <p:cNvSpPr>
            <a:spLocks xmlns:a="http://schemas.openxmlformats.org/drawingml/2006/main" noGrp="1"/>
          </p:cNvSpPr>
          <p:nvPr/>
        </p:nvSpPr>
        <p:spPr>
          <a:xfrm xmlns:a="http://schemas.openxmlformats.org/drawingml/2006/main">
            <a:off x="4949825" y="5057775"/>
            <a:ext cx="229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DevOps controls</a:t>
            </a:r>
          </a:p>
        </p:txBody>
      </p:sp>
      <p:sp>
        <p:nvSpPr>
          <p:cNvPr id="32" name="">
            <a:extLst xmlns:a="http://schemas.openxmlformats.org/drawingml/2006/main">
              <a:ext uri="{FF2B5EF4-FFF2-40B4-BE49-F238E27FC236}">
                <a16:creationId xmlns:a16="http://schemas.microsoft.com/office/drawing/2014/main" id="{9E417EAA-97AB-400C-B5F3-007185E2FBEC}"/>
              </a:ext>
            </a:extLst>
          </p:cNvPr>
          <p:cNvSpPr>
            <a:spLocks xmlns:a="http://schemas.openxmlformats.org/drawingml/2006/main" noGrp="1"/>
          </p:cNvSpPr>
          <p:nvPr/>
        </p:nvSpPr>
        <p:spPr>
          <a:xfrm xmlns:a="http://schemas.openxmlformats.org/drawingml/2006/main">
            <a:off x="4968875" y="5314950"/>
            <a:ext cx="225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Review, tests, artifacts</a:t>
            </a:r>
          </a:p>
        </p:txBody>
      </p:sp>
      <p:sp>
        <p:nvSpPr>
          <p:cNvPr id="33" name="">
            <a:extLst xmlns:a="http://schemas.openxmlformats.org/drawingml/2006/main">
              <a:ext uri="{FF2B5EF4-FFF2-40B4-BE49-F238E27FC236}">
                <a16:creationId xmlns:a16="http://schemas.microsoft.com/office/drawing/2014/main" id="{51DB2512-818A-49EE-B0CA-81CE3CF1AC43}"/>
              </a:ext>
            </a:extLst>
          </p:cNvPr>
          <p:cNvSpPr>
            <a:spLocks xmlns:a="http://schemas.openxmlformats.org/drawingml/2006/main" noGrp="1"/>
          </p:cNvSpPr>
          <p:nvPr/>
        </p:nvSpPr>
        <p:spPr>
          <a:xfrm xmlns:a="http://schemas.openxmlformats.org/drawingml/2006/main">
            <a:off x="4473575" y="4986338"/>
            <a:ext cx="3429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C71ED66-805B-4233-A1E1-62FA7356EE58}"/>
              </a:ext>
            </a:extLst>
          </p:cNvPr>
          <p:cNvSpPr>
            <a:spLocks xmlns:a="http://schemas.openxmlformats.org/drawingml/2006/main" noGrp="1"/>
          </p:cNvSpPr>
          <p:nvPr/>
        </p:nvSpPr>
        <p:spPr>
          <a:xfrm xmlns:a="http://schemas.openxmlformats.org/drawingml/2006/main">
            <a:off x="7756525" y="4476750"/>
            <a:ext cx="24828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1E9B65"/>
            </a:solidFill>
            <a:prstDash val="solid"/>
          </a:ln>
        </p:spPr>
      </p:sp>
      <p:sp>
        <p:nvSpPr>
          <p:cNvPr id="35" name="">
            <a:extLst xmlns:a="http://schemas.openxmlformats.org/drawingml/2006/main">
              <a:ext uri="{FF2B5EF4-FFF2-40B4-BE49-F238E27FC236}">
                <a16:creationId xmlns:a16="http://schemas.microsoft.com/office/drawing/2014/main" id="{B7FF3C67-E875-41AB-92B4-177D1FD545B5}"/>
              </a:ext>
            </a:extLst>
          </p:cNvPr>
          <p:cNvSpPr>
            <a:spLocks xmlns:a="http://schemas.openxmlformats.org/drawingml/2006/main" noGrp="1"/>
          </p:cNvSpPr>
          <p:nvPr/>
        </p:nvSpPr>
        <p:spPr>
          <a:xfrm xmlns:a="http://schemas.openxmlformats.org/drawingml/2006/main">
            <a:off x="8769350" y="4572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8a5fafc3e85f4ca8">
            <a:extLst>
              <a:ext uri="{96DAC541-7B7A-43D3-8B79-37D633B846F1}">
                <asvg:svgBlip xmlns:asvg="http://schemas.microsoft.com/office/drawing/2016/SVG/main" r:embed="R99afc8c8203e4ef8"/>
              </a:ext>
            </a:extLst>
          </a:blip>
          <a:stretch xmlns:a="http://schemas.openxmlformats.org/drawingml/2006/main"/>
        </p:blipFill>
        <p:spPr>
          <a:xfrm xmlns:a="http://schemas.openxmlformats.org/drawingml/2006/main">
            <a:off x="8874125" y="4676775"/>
            <a:ext cx="247650" cy="2476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9EBADF01-B9EE-42C4-92CB-00B42016B221}"/>
              </a:ext>
            </a:extLst>
          </p:cNvPr>
          <p:cNvSpPr>
            <a:spLocks xmlns:a="http://schemas.openxmlformats.org/drawingml/2006/main" noGrp="1"/>
          </p:cNvSpPr>
          <p:nvPr/>
        </p:nvSpPr>
        <p:spPr>
          <a:xfrm xmlns:a="http://schemas.openxmlformats.org/drawingml/2006/main">
            <a:off x="7851775" y="5057775"/>
            <a:ext cx="2292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Operated service</a:t>
            </a:r>
          </a:p>
        </p:txBody>
      </p:sp>
      <p:sp>
        <p:nvSpPr>
          <p:cNvPr id="38" name="">
            <a:extLst xmlns:a="http://schemas.openxmlformats.org/drawingml/2006/main">
              <a:ext uri="{FF2B5EF4-FFF2-40B4-BE49-F238E27FC236}">
                <a16:creationId xmlns:a16="http://schemas.microsoft.com/office/drawing/2014/main" id="{69386F1F-4087-44F6-AA23-CDA8C4B09CA0}"/>
              </a:ext>
            </a:extLst>
          </p:cNvPr>
          <p:cNvSpPr>
            <a:spLocks xmlns:a="http://schemas.openxmlformats.org/drawingml/2006/main" noGrp="1"/>
          </p:cNvSpPr>
          <p:nvPr/>
        </p:nvSpPr>
        <p:spPr>
          <a:xfrm xmlns:a="http://schemas.openxmlformats.org/drawingml/2006/main">
            <a:off x="7870825" y="5314950"/>
            <a:ext cx="225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Evidence and feedback</a:t>
            </a:r>
          </a:p>
        </p:txBody>
      </p:sp>
      <p:sp>
        <p:nvSpPr>
          <p:cNvPr id="39" name="">
            <a:extLst xmlns:a="http://schemas.openxmlformats.org/drawingml/2006/main">
              <a:ext uri="{FF2B5EF4-FFF2-40B4-BE49-F238E27FC236}">
                <a16:creationId xmlns:a16="http://schemas.microsoft.com/office/drawing/2014/main" id="{7C5D3628-8431-41CD-A057-3157AD38094E}"/>
              </a:ext>
            </a:extLst>
          </p:cNvPr>
          <p:cNvSpPr>
            <a:spLocks xmlns:a="http://schemas.openxmlformats.org/drawingml/2006/main" noGrp="1"/>
          </p:cNvSpPr>
          <p:nvPr/>
        </p:nvSpPr>
        <p:spPr>
          <a:xfrm xmlns:a="http://schemas.openxmlformats.org/drawingml/2006/main">
            <a:off x="7375525" y="4986338"/>
            <a:ext cx="3429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EEADBD1-792F-4094-BF15-64AF59BCB6F8}"/>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AB58F93-B5EA-48B1-AB79-6A1CFC4212AC}"/>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F61F395-6961-4154-BA8A-DE61E80F649E}"/>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The module focuses on generic software delivery, then applies the practices to network automation.</a:t>
            </a:r>
          </a:p>
        </p:txBody>
      </p:sp>
    </p:spTree>
    <p:extLst>
      <p:ext uri="{BB962C8B-B14F-4D97-AF65-F5344CB8AC3E}">
        <p14:creationId xmlns:p14="http://schemas.microsoft.com/office/powerpoint/2010/main" val="5353346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DC2D179E-B248-4DFB-92B9-4AA8F3B6E42C}"/>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5C7F74-07D5-4CAA-B9D0-34ADF32F5C16}"/>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9EE998-950A-4B4D-8026-D50888147942}"/>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E14F4B8E-B618-4DAA-9DA9-E73D490CD375}"/>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The Shift</a:t>
            </a:r>
          </a:p>
        </p:txBody>
      </p:sp>
      <p:sp>
        <p:nvSpPr>
          <p:cNvPr id="5" name="">
            <a:extLst xmlns:a="http://schemas.openxmlformats.org/drawingml/2006/main">
              <a:ext uri="{FF2B5EF4-FFF2-40B4-BE49-F238E27FC236}">
                <a16:creationId xmlns:a16="http://schemas.microsoft.com/office/drawing/2014/main" id="{B250E52F-0872-43D5-A6CB-C9E01561EB46}"/>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Automation solves a task. DevOps operates the delivery system.</a:t>
            </a:r>
          </a:p>
        </p:txBody>
      </p:sp>
      <p:sp>
        <p:nvSpPr>
          <p:cNvPr id="6" name="">
            <a:extLst xmlns:a="http://schemas.openxmlformats.org/drawingml/2006/main">
              <a:ext uri="{FF2B5EF4-FFF2-40B4-BE49-F238E27FC236}">
                <a16:creationId xmlns:a16="http://schemas.microsoft.com/office/drawing/2014/main" id="{12704202-DBC6-4EFA-B3C7-BF28E1B1B50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66085C-3BB6-4119-AB10-6DC5E4B59664}"/>
              </a:ext>
            </a:extLst>
          </p:cNvPr>
          <p:cNvSpPr>
            <a:spLocks xmlns:a="http://schemas.openxmlformats.org/drawingml/2006/main" noGrp="1"/>
          </p:cNvSpPr>
          <p:nvPr/>
        </p:nvSpPr>
        <p:spPr>
          <a:xfrm xmlns:a="http://schemas.openxmlformats.org/drawingml/2006/main">
            <a:off x="666750" y="1714500"/>
            <a:ext cx="4572000" cy="3143250"/>
          </a:xfrm>
          <a:prstGeom xmlns:a="http://schemas.openxmlformats.org/drawingml/2006/main" prst="roundRect">
            <a:avLst>
              <a:gd name="adj" fmla="val 3636"/>
            </a:avLst>
          </a:prstGeom>
          <a:solidFill xmlns:a="http://schemas.openxmlformats.org/drawingml/2006/main">
            <a:srgbClr val="FFF1F1"/>
          </a:solidFill>
          <a:ln xmlns:a="http://schemas.openxmlformats.org/drawingml/2006/main" w="9525">
            <a:solidFill>
              <a:srgbClr val="F1B8B8"/>
            </a:solidFill>
            <a:prstDash val="solid"/>
          </a:ln>
        </p:spPr>
      </p:sp>
      <p:sp>
        <p:nvSpPr>
          <p:cNvPr id="8" name="">
            <a:extLst xmlns:a="http://schemas.openxmlformats.org/drawingml/2006/main">
              <a:ext uri="{FF2B5EF4-FFF2-40B4-BE49-F238E27FC236}">
                <a16:creationId xmlns:a16="http://schemas.microsoft.com/office/drawing/2014/main" id="{E20ED02E-2325-445E-AAE9-7A0E56AEAB5A}"/>
              </a:ext>
            </a:extLst>
          </p:cNvPr>
          <p:cNvSpPr>
            <a:spLocks xmlns:a="http://schemas.openxmlformats.org/drawingml/2006/main" noGrp="1"/>
          </p:cNvSpPr>
          <p:nvPr/>
        </p:nvSpPr>
        <p:spPr>
          <a:xfrm xmlns:a="http://schemas.openxmlformats.org/drawingml/2006/main">
            <a:off x="1047750" y="1952625"/>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INDIVIDUAL AUTOMATION</a:t>
            </a:r>
          </a:p>
        </p:txBody>
      </p:sp>
      <p:sp>
        <p:nvSpPr>
          <p:cNvPr id="9" name="">
            <a:extLst xmlns:a="http://schemas.openxmlformats.org/drawingml/2006/main">
              <a:ext uri="{FF2B5EF4-FFF2-40B4-BE49-F238E27FC236}">
                <a16:creationId xmlns:a16="http://schemas.microsoft.com/office/drawing/2014/main" id="{DB5186D2-A9A1-4EBB-BC4C-7749EC5698E0}"/>
              </a:ext>
            </a:extLst>
          </p:cNvPr>
          <p:cNvSpPr>
            <a:spLocks xmlns:a="http://schemas.openxmlformats.org/drawingml/2006/main" noGrp="1"/>
          </p:cNvSpPr>
          <p:nvPr/>
        </p:nvSpPr>
        <p:spPr>
          <a:xfrm xmlns:a="http://schemas.openxmlformats.org/drawingml/2006/main">
            <a:off x="1047750" y="257175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8EBB611-3CBA-4C69-9D7B-106CED156523}"/>
              </a:ext>
            </a:extLst>
          </p:cNvPr>
          <p:cNvSpPr>
            <a:spLocks xmlns:a="http://schemas.openxmlformats.org/drawingml/2006/main" noGrp="1"/>
          </p:cNvSpPr>
          <p:nvPr/>
        </p:nvSpPr>
        <p:spPr>
          <a:xfrm xmlns:a="http://schemas.openxmlformats.org/drawingml/2006/main">
            <a:off x="1047750" y="25431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FB492296-E334-4809-A3EE-41187ACB96A3}"/>
              </a:ext>
            </a:extLst>
          </p:cNvPr>
          <p:cNvSpPr>
            <a:spLocks xmlns:a="http://schemas.openxmlformats.org/drawingml/2006/main" noGrp="1"/>
          </p:cNvSpPr>
          <p:nvPr/>
        </p:nvSpPr>
        <p:spPr>
          <a:xfrm xmlns:a="http://schemas.openxmlformats.org/drawingml/2006/main">
            <a:off x="1409700" y="2495550"/>
            <a:ext cx="335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Local inputs and environment</a:t>
            </a:r>
          </a:p>
        </p:txBody>
      </p:sp>
      <p:sp>
        <p:nvSpPr>
          <p:cNvPr id="12" name="">
            <a:extLst xmlns:a="http://schemas.openxmlformats.org/drawingml/2006/main">
              <a:ext uri="{FF2B5EF4-FFF2-40B4-BE49-F238E27FC236}">
                <a16:creationId xmlns:a16="http://schemas.microsoft.com/office/drawing/2014/main" id="{5D620CB7-4975-42F8-8D8B-92DA1D5E67FD}"/>
              </a:ext>
            </a:extLst>
          </p:cNvPr>
          <p:cNvSpPr>
            <a:spLocks xmlns:a="http://schemas.openxmlformats.org/drawingml/2006/main" noGrp="1"/>
          </p:cNvSpPr>
          <p:nvPr/>
        </p:nvSpPr>
        <p:spPr>
          <a:xfrm xmlns:a="http://schemas.openxmlformats.org/drawingml/2006/main">
            <a:off x="1047750" y="306705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CBB566-3448-4EE0-8C4E-9E0D57C9E79F}"/>
              </a:ext>
            </a:extLst>
          </p:cNvPr>
          <p:cNvSpPr>
            <a:spLocks xmlns:a="http://schemas.openxmlformats.org/drawingml/2006/main" noGrp="1"/>
          </p:cNvSpPr>
          <p:nvPr/>
        </p:nvSpPr>
        <p:spPr>
          <a:xfrm xmlns:a="http://schemas.openxmlformats.org/drawingml/2006/main">
            <a:off x="1047750" y="30384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5967AF93-0A65-41E4-B0BF-F2363CBA1C1F}"/>
              </a:ext>
            </a:extLst>
          </p:cNvPr>
          <p:cNvSpPr>
            <a:spLocks xmlns:a="http://schemas.openxmlformats.org/drawingml/2006/main" noGrp="1"/>
          </p:cNvSpPr>
          <p:nvPr/>
        </p:nvSpPr>
        <p:spPr>
          <a:xfrm xmlns:a="http://schemas.openxmlformats.org/drawingml/2006/main">
            <a:off x="1409700" y="2990850"/>
            <a:ext cx="335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Author controls execution</a:t>
            </a:r>
          </a:p>
        </p:txBody>
      </p:sp>
      <p:sp>
        <p:nvSpPr>
          <p:cNvPr id="15" name="">
            <a:extLst xmlns:a="http://schemas.openxmlformats.org/drawingml/2006/main">
              <a:ext uri="{FF2B5EF4-FFF2-40B4-BE49-F238E27FC236}">
                <a16:creationId xmlns:a16="http://schemas.microsoft.com/office/drawing/2014/main" id="{0CDBA71A-ED41-4B57-A68F-22CF8252D37B}"/>
              </a:ext>
            </a:extLst>
          </p:cNvPr>
          <p:cNvSpPr>
            <a:spLocks xmlns:a="http://schemas.openxmlformats.org/drawingml/2006/main" noGrp="1"/>
          </p:cNvSpPr>
          <p:nvPr/>
        </p:nvSpPr>
        <p:spPr>
          <a:xfrm xmlns:a="http://schemas.openxmlformats.org/drawingml/2006/main">
            <a:off x="1047750" y="356235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23AA76-1172-4B5A-ABF3-010F524ECAAF}"/>
              </a:ext>
            </a:extLst>
          </p:cNvPr>
          <p:cNvSpPr>
            <a:spLocks xmlns:a="http://schemas.openxmlformats.org/drawingml/2006/main" noGrp="1"/>
          </p:cNvSpPr>
          <p:nvPr/>
        </p:nvSpPr>
        <p:spPr>
          <a:xfrm xmlns:a="http://schemas.openxmlformats.org/drawingml/2006/main">
            <a:off x="1047750" y="35337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F2D22518-3B4D-4BAD-A83D-9C81F398243A}"/>
              </a:ext>
            </a:extLst>
          </p:cNvPr>
          <p:cNvSpPr>
            <a:spLocks xmlns:a="http://schemas.openxmlformats.org/drawingml/2006/main" noGrp="1"/>
          </p:cNvSpPr>
          <p:nvPr/>
        </p:nvSpPr>
        <p:spPr>
          <a:xfrm xmlns:a="http://schemas.openxmlformats.org/drawingml/2006/main">
            <a:off x="1409700" y="3486150"/>
            <a:ext cx="335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Checks vary by run</a:t>
            </a:r>
          </a:p>
        </p:txBody>
      </p:sp>
      <p:sp>
        <p:nvSpPr>
          <p:cNvPr id="18" name="">
            <a:extLst xmlns:a="http://schemas.openxmlformats.org/drawingml/2006/main">
              <a:ext uri="{FF2B5EF4-FFF2-40B4-BE49-F238E27FC236}">
                <a16:creationId xmlns:a16="http://schemas.microsoft.com/office/drawing/2014/main" id="{757455BC-11F0-496B-A798-ACD8724B31C4}"/>
              </a:ext>
            </a:extLst>
          </p:cNvPr>
          <p:cNvSpPr>
            <a:spLocks xmlns:a="http://schemas.openxmlformats.org/drawingml/2006/main" noGrp="1"/>
          </p:cNvSpPr>
          <p:nvPr/>
        </p:nvSpPr>
        <p:spPr>
          <a:xfrm xmlns:a="http://schemas.openxmlformats.org/drawingml/2006/main">
            <a:off x="1047750" y="4057650"/>
            <a:ext cx="209550" cy="20955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40D7F6-699B-4489-A087-E9940767857B}"/>
              </a:ext>
            </a:extLst>
          </p:cNvPr>
          <p:cNvSpPr>
            <a:spLocks xmlns:a="http://schemas.openxmlformats.org/drawingml/2006/main" noGrp="1"/>
          </p:cNvSpPr>
          <p:nvPr/>
        </p:nvSpPr>
        <p:spPr>
          <a:xfrm xmlns:a="http://schemas.openxmlformats.org/drawingml/2006/main">
            <a:off x="1047750" y="40290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6ECF9545-4E45-4A25-80B8-CD6327FDFD7E}"/>
              </a:ext>
            </a:extLst>
          </p:cNvPr>
          <p:cNvSpPr>
            <a:spLocks xmlns:a="http://schemas.openxmlformats.org/drawingml/2006/main" noGrp="1"/>
          </p:cNvSpPr>
          <p:nvPr/>
        </p:nvSpPr>
        <p:spPr>
          <a:xfrm xmlns:a="http://schemas.openxmlformats.org/drawingml/2006/main">
            <a:off x="1409700" y="3981450"/>
            <a:ext cx="335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Knowledge stays with specialists</a:t>
            </a:r>
          </a:p>
        </p:txBody>
      </p:sp>
      <p:sp>
        <p:nvSpPr>
          <p:cNvPr id="21" name="">
            <a:extLst xmlns:a="http://schemas.openxmlformats.org/drawingml/2006/main">
              <a:ext uri="{FF2B5EF4-FFF2-40B4-BE49-F238E27FC236}">
                <a16:creationId xmlns:a16="http://schemas.microsoft.com/office/drawing/2014/main" id="{60EDA902-1955-4FD5-905B-DE39570F2EB9}"/>
              </a:ext>
            </a:extLst>
          </p:cNvPr>
          <p:cNvSpPr>
            <a:spLocks xmlns:a="http://schemas.openxmlformats.org/drawingml/2006/main" noGrp="1"/>
          </p:cNvSpPr>
          <p:nvPr/>
        </p:nvSpPr>
        <p:spPr>
          <a:xfrm xmlns:a="http://schemas.openxmlformats.org/drawingml/2006/main">
            <a:off x="5429250" y="3143250"/>
            <a:ext cx="1143000" cy="514350"/>
          </a:xfrm>
          <a:prstGeom xmlns:a="http://schemas.openxmlformats.org/drawingml/2006/main" prst="rightArrow">
            <a:avLst/>
          </a:prstGeom>
          <a:solidFill xmlns:a="http://schemas.openxmlformats.org/drawingml/2006/main">
            <a:srgbClr val="F28C2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307E18D-F752-42EE-83E6-26D46DE54043}"/>
              </a:ext>
            </a:extLst>
          </p:cNvPr>
          <p:cNvSpPr>
            <a:spLocks xmlns:a="http://schemas.openxmlformats.org/drawingml/2006/main" noGrp="1"/>
          </p:cNvSpPr>
          <p:nvPr/>
        </p:nvSpPr>
        <p:spPr>
          <a:xfrm xmlns:a="http://schemas.openxmlformats.org/drawingml/2006/main">
            <a:off x="6762750" y="1714500"/>
            <a:ext cx="4762500" cy="3143250"/>
          </a:xfrm>
          <a:prstGeom xmlns:a="http://schemas.openxmlformats.org/drawingml/2006/main" prst="roundRect">
            <a:avLst>
              <a:gd name="adj" fmla="val 3636"/>
            </a:avLst>
          </a:prstGeom>
          <a:solidFill xmlns:a="http://schemas.openxmlformats.org/drawingml/2006/main">
            <a:srgbClr val="E8F7EF"/>
          </a:solidFill>
          <a:ln xmlns:a="http://schemas.openxmlformats.org/drawingml/2006/main" w="9525">
            <a:solidFill>
              <a:srgbClr val="A9DFC7"/>
            </a:solidFill>
            <a:prstDash val="solid"/>
          </a:ln>
        </p:spPr>
      </p:sp>
      <p:sp>
        <p:nvSpPr>
          <p:cNvPr id="23" name="">
            <a:extLst xmlns:a="http://schemas.openxmlformats.org/drawingml/2006/main">
              <a:ext uri="{FF2B5EF4-FFF2-40B4-BE49-F238E27FC236}">
                <a16:creationId xmlns:a16="http://schemas.microsoft.com/office/drawing/2014/main" id="{7381BD5A-AF63-488C-AADB-79A2C179D18B}"/>
              </a:ext>
            </a:extLst>
          </p:cNvPr>
          <p:cNvSpPr>
            <a:spLocks xmlns:a="http://schemas.openxmlformats.org/drawingml/2006/main" noGrp="1"/>
          </p:cNvSpPr>
          <p:nvPr/>
        </p:nvSpPr>
        <p:spPr>
          <a:xfrm xmlns:a="http://schemas.openxmlformats.org/drawingml/2006/main">
            <a:off x="7143750" y="195262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E9B65"/>
                </a:solidFill>
                <a:latin typeface="Helvetica Neue"/>
                <a:ea typeface="Helvetica Neue"/>
                <a:cs typeface="Helvetica Neue"/>
              </a:defRPr>
            </a:pPr>
            <a:r>
              <a:rPr sz="1425" b="1">
                <a:solidFill>
                  <a:srgbClr val="1E9B65"/>
                </a:solidFill>
                <a:latin typeface="Helvetica Neue"/>
                <a:ea typeface="Helvetica Neue"/>
                <a:cs typeface="Helvetica Neue"/>
              </a:rPr>
              <a:t>TEAM DELIVERY</a:t>
            </a:r>
          </a:p>
        </p:txBody>
      </p:sp>
      <p:sp>
        <p:nvSpPr>
          <p:cNvPr id="24" name="">
            <a:extLst xmlns:a="http://schemas.openxmlformats.org/drawingml/2006/main">
              <a:ext uri="{FF2B5EF4-FFF2-40B4-BE49-F238E27FC236}">
                <a16:creationId xmlns:a16="http://schemas.microsoft.com/office/drawing/2014/main" id="{1BAF3E25-600D-4507-932E-B21AF448C306}"/>
              </a:ext>
            </a:extLst>
          </p:cNvPr>
          <p:cNvSpPr>
            <a:spLocks xmlns:a="http://schemas.openxmlformats.org/drawingml/2006/main" noGrp="1"/>
          </p:cNvSpPr>
          <p:nvPr/>
        </p:nvSpPr>
        <p:spPr>
          <a:xfrm xmlns:a="http://schemas.openxmlformats.org/drawingml/2006/main">
            <a:off x="7143750" y="257175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ADCE6F2-B513-4FCE-AE30-D7E7EF5AF29A}"/>
              </a:ext>
            </a:extLst>
          </p:cNvPr>
          <p:cNvSpPr>
            <a:spLocks xmlns:a="http://schemas.openxmlformats.org/drawingml/2006/main" noGrp="1"/>
          </p:cNvSpPr>
          <p:nvPr/>
        </p:nvSpPr>
        <p:spPr>
          <a:xfrm xmlns:a="http://schemas.openxmlformats.org/drawingml/2006/main">
            <a:off x="7143750" y="25431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26" name="">
            <a:extLst xmlns:a="http://schemas.openxmlformats.org/drawingml/2006/main">
              <a:ext uri="{FF2B5EF4-FFF2-40B4-BE49-F238E27FC236}">
                <a16:creationId xmlns:a16="http://schemas.microsoft.com/office/drawing/2014/main" id="{649EEFDE-26FD-4024-A6BC-ED89A2034913}"/>
              </a:ext>
            </a:extLst>
          </p:cNvPr>
          <p:cNvSpPr>
            <a:spLocks xmlns:a="http://schemas.openxmlformats.org/drawingml/2006/main" noGrp="1"/>
          </p:cNvSpPr>
          <p:nvPr/>
        </p:nvSpPr>
        <p:spPr>
          <a:xfrm xmlns:a="http://schemas.openxmlformats.org/drawingml/2006/main">
            <a:off x="7505700" y="2495550"/>
            <a:ext cx="3638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Reviewed source and policy</a:t>
            </a:r>
          </a:p>
        </p:txBody>
      </p:sp>
      <p:sp>
        <p:nvSpPr>
          <p:cNvPr id="27" name="">
            <a:extLst xmlns:a="http://schemas.openxmlformats.org/drawingml/2006/main">
              <a:ext uri="{FF2B5EF4-FFF2-40B4-BE49-F238E27FC236}">
                <a16:creationId xmlns:a16="http://schemas.microsoft.com/office/drawing/2014/main" id="{525F2960-6048-4CA2-B05E-DD081DB6B6FF}"/>
              </a:ext>
            </a:extLst>
          </p:cNvPr>
          <p:cNvSpPr>
            <a:spLocks xmlns:a="http://schemas.openxmlformats.org/drawingml/2006/main" noGrp="1"/>
          </p:cNvSpPr>
          <p:nvPr/>
        </p:nvSpPr>
        <p:spPr>
          <a:xfrm xmlns:a="http://schemas.openxmlformats.org/drawingml/2006/main">
            <a:off x="7143750" y="306705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3AE62CE-AE37-4404-8954-6834DF73396E}"/>
              </a:ext>
            </a:extLst>
          </p:cNvPr>
          <p:cNvSpPr>
            <a:spLocks xmlns:a="http://schemas.openxmlformats.org/drawingml/2006/main" noGrp="1"/>
          </p:cNvSpPr>
          <p:nvPr/>
        </p:nvSpPr>
        <p:spPr>
          <a:xfrm xmlns:a="http://schemas.openxmlformats.org/drawingml/2006/main">
            <a:off x="7143750" y="30384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DBA1A82B-BEA1-44AA-A05E-AE9C049CD39D}"/>
              </a:ext>
            </a:extLst>
          </p:cNvPr>
          <p:cNvSpPr>
            <a:spLocks xmlns:a="http://schemas.openxmlformats.org/drawingml/2006/main" noGrp="1"/>
          </p:cNvSpPr>
          <p:nvPr/>
        </p:nvSpPr>
        <p:spPr>
          <a:xfrm xmlns:a="http://schemas.openxmlformats.org/drawingml/2006/main">
            <a:off x="7505700" y="2990850"/>
            <a:ext cx="3638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Reproducible execution</a:t>
            </a:r>
          </a:p>
        </p:txBody>
      </p:sp>
      <p:sp>
        <p:nvSpPr>
          <p:cNvPr id="30" name="">
            <a:extLst xmlns:a="http://schemas.openxmlformats.org/drawingml/2006/main">
              <a:ext uri="{FF2B5EF4-FFF2-40B4-BE49-F238E27FC236}">
                <a16:creationId xmlns:a16="http://schemas.microsoft.com/office/drawing/2014/main" id="{6C6EE632-4F63-43B3-964A-A0ACB6420033}"/>
              </a:ext>
            </a:extLst>
          </p:cNvPr>
          <p:cNvSpPr>
            <a:spLocks xmlns:a="http://schemas.openxmlformats.org/drawingml/2006/main" noGrp="1"/>
          </p:cNvSpPr>
          <p:nvPr/>
        </p:nvSpPr>
        <p:spPr>
          <a:xfrm xmlns:a="http://schemas.openxmlformats.org/drawingml/2006/main">
            <a:off x="7143750" y="356235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2BFC274-F6E1-42C3-BC06-4BFF3A685FBF}"/>
              </a:ext>
            </a:extLst>
          </p:cNvPr>
          <p:cNvSpPr>
            <a:spLocks xmlns:a="http://schemas.openxmlformats.org/drawingml/2006/main" noGrp="1"/>
          </p:cNvSpPr>
          <p:nvPr/>
        </p:nvSpPr>
        <p:spPr>
          <a:xfrm xmlns:a="http://schemas.openxmlformats.org/drawingml/2006/main">
            <a:off x="7143750" y="35337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C39EC15D-FF74-489D-A197-9445DDBB653C}"/>
              </a:ext>
            </a:extLst>
          </p:cNvPr>
          <p:cNvSpPr>
            <a:spLocks xmlns:a="http://schemas.openxmlformats.org/drawingml/2006/main" noGrp="1"/>
          </p:cNvSpPr>
          <p:nvPr/>
        </p:nvSpPr>
        <p:spPr>
          <a:xfrm xmlns:a="http://schemas.openxmlformats.org/drawingml/2006/main">
            <a:off x="7505700" y="3486150"/>
            <a:ext cx="3638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Required tests and evidence</a:t>
            </a:r>
          </a:p>
        </p:txBody>
      </p:sp>
      <p:sp>
        <p:nvSpPr>
          <p:cNvPr id="33" name="">
            <a:extLst xmlns:a="http://schemas.openxmlformats.org/drawingml/2006/main">
              <a:ext uri="{FF2B5EF4-FFF2-40B4-BE49-F238E27FC236}">
                <a16:creationId xmlns:a16="http://schemas.microsoft.com/office/drawing/2014/main" id="{20E1563C-D40F-41F7-A3A9-86681842B6E8}"/>
              </a:ext>
            </a:extLst>
          </p:cNvPr>
          <p:cNvSpPr>
            <a:spLocks xmlns:a="http://schemas.openxmlformats.org/drawingml/2006/main" noGrp="1"/>
          </p:cNvSpPr>
          <p:nvPr/>
        </p:nvSpPr>
        <p:spPr>
          <a:xfrm xmlns:a="http://schemas.openxmlformats.org/drawingml/2006/main">
            <a:off x="7143750" y="4057650"/>
            <a:ext cx="209550" cy="2095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93E8E46-1443-4854-A68B-2748E1478F3B}"/>
              </a:ext>
            </a:extLst>
          </p:cNvPr>
          <p:cNvSpPr>
            <a:spLocks xmlns:a="http://schemas.openxmlformats.org/drawingml/2006/main" noGrp="1"/>
          </p:cNvSpPr>
          <p:nvPr/>
        </p:nvSpPr>
        <p:spPr>
          <a:xfrm xmlns:a="http://schemas.openxmlformats.org/drawingml/2006/main">
            <a:off x="7143750" y="402907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25661"/>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t>
            </a:r>
          </a:p>
        </p:txBody>
      </p:sp>
      <p:sp>
        <p:nvSpPr>
          <p:cNvPr id="35" name="">
            <a:extLst xmlns:a="http://schemas.openxmlformats.org/drawingml/2006/main">
              <a:ext uri="{FF2B5EF4-FFF2-40B4-BE49-F238E27FC236}">
                <a16:creationId xmlns:a16="http://schemas.microsoft.com/office/drawing/2014/main" id="{528504F2-02B2-47AC-9964-A5A29074D2BD}"/>
              </a:ext>
            </a:extLst>
          </p:cNvPr>
          <p:cNvSpPr>
            <a:spLocks xmlns:a="http://schemas.openxmlformats.org/drawingml/2006/main" noGrp="1"/>
          </p:cNvSpPr>
          <p:nvPr/>
        </p:nvSpPr>
        <p:spPr>
          <a:xfrm xmlns:a="http://schemas.openxmlformats.org/drawingml/2006/main">
            <a:off x="7505700" y="3981450"/>
            <a:ext cx="3638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Service ownership continues after release</a:t>
            </a:r>
          </a:p>
        </p:txBody>
      </p:sp>
      <p:sp>
        <p:nvSpPr>
          <p:cNvPr id="36" name="">
            <a:extLst xmlns:a="http://schemas.openxmlformats.org/drawingml/2006/main">
              <a:ext uri="{FF2B5EF4-FFF2-40B4-BE49-F238E27FC236}">
                <a16:creationId xmlns:a16="http://schemas.microsoft.com/office/drawing/2014/main" id="{ADC5A17F-3303-44EF-A999-D015403D4EBF}"/>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D882319-B281-4F39-8609-B904AFF56E1C}"/>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A153031-6BAC-4C24-B2A9-B4F195024E54}"/>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DevOps applies software engineering discipline to the complete delivery lifecycle.</a:t>
            </a:r>
          </a:p>
        </p:txBody>
      </p:sp>
    </p:spTree>
    <p:extLst>
      <p:ext uri="{BB962C8B-B14F-4D97-AF65-F5344CB8AC3E}">
        <p14:creationId xmlns:p14="http://schemas.microsoft.com/office/powerpoint/2010/main" val="15637001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EE60647-2A51-42AE-AF73-644FC409848C}"/>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2FCE35-6384-4600-8DCE-0CF739EE8E08}"/>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DAE62C-E0EE-48F4-9253-35747CF1BB86}"/>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0FB43A56-D1F9-4BF9-8F56-44D8A79D4CC9}"/>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Operating Model</a:t>
            </a:r>
          </a:p>
        </p:txBody>
      </p:sp>
      <p:sp>
        <p:nvSpPr>
          <p:cNvPr id="5" name="">
            <a:extLst xmlns:a="http://schemas.openxmlformats.org/drawingml/2006/main">
              <a:ext uri="{FF2B5EF4-FFF2-40B4-BE49-F238E27FC236}">
                <a16:creationId xmlns:a16="http://schemas.microsoft.com/office/drawing/2014/main" id="{20116C36-FA5C-47AC-B338-1B6C6F1BD6C2}"/>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DevOps joins four concerns around one outcome</a:t>
            </a:r>
          </a:p>
        </p:txBody>
      </p:sp>
      <p:sp>
        <p:nvSpPr>
          <p:cNvPr id="6" name="">
            <a:extLst xmlns:a="http://schemas.openxmlformats.org/drawingml/2006/main">
              <a:ext uri="{FF2B5EF4-FFF2-40B4-BE49-F238E27FC236}">
                <a16:creationId xmlns:a16="http://schemas.microsoft.com/office/drawing/2014/main" id="{4B321A44-F3CA-4B8E-877C-50FE00A5915C}"/>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AFD405-6749-402C-9C9F-8E6BB0D809EE}"/>
              </a:ext>
            </a:extLst>
          </p:cNvPr>
          <p:cNvSpPr>
            <a:spLocks xmlns:a="http://schemas.openxmlformats.org/drawingml/2006/main" noGrp="1"/>
          </p:cNvSpPr>
          <p:nvPr/>
        </p:nvSpPr>
        <p:spPr>
          <a:xfrm xmlns:a="http://schemas.openxmlformats.org/drawingml/2006/main">
            <a:off x="1619250" y="1809750"/>
            <a:ext cx="2952750" cy="142875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1d921808a0c4307">
            <a:extLst>
              <a:ext uri="{96DAC541-7B7A-43D3-8B79-37D633B846F1}">
                <asvg:svgBlip xmlns:asvg="http://schemas.microsoft.com/office/drawing/2016/SVG/main" r:embed="R7727ee6302454257"/>
              </a:ext>
            </a:extLst>
          </a:blip>
          <a:stretch xmlns:a="http://schemas.openxmlformats.org/drawingml/2006/main"/>
        </p:blipFill>
        <p:spPr>
          <a:xfrm xmlns:a="http://schemas.openxmlformats.org/drawingml/2006/main">
            <a:off x="1885950" y="2333625"/>
            <a:ext cx="361950" cy="3619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E26810A-D5E0-422B-81F1-7E25E039B8FB}"/>
              </a:ext>
            </a:extLst>
          </p:cNvPr>
          <p:cNvSpPr>
            <a:spLocks xmlns:a="http://schemas.openxmlformats.org/drawingml/2006/main" noGrp="1"/>
          </p:cNvSpPr>
          <p:nvPr/>
        </p:nvSpPr>
        <p:spPr>
          <a:xfrm xmlns:a="http://schemas.openxmlformats.org/drawingml/2006/main">
            <a:off x="2400300" y="20383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People</a:t>
            </a:r>
          </a:p>
        </p:txBody>
      </p:sp>
      <p:sp>
        <p:nvSpPr>
          <p:cNvPr id="10" name="">
            <a:extLst xmlns:a="http://schemas.openxmlformats.org/drawingml/2006/main">
              <a:ext uri="{FF2B5EF4-FFF2-40B4-BE49-F238E27FC236}">
                <a16:creationId xmlns:a16="http://schemas.microsoft.com/office/drawing/2014/main" id="{BCF564EE-6E31-4E3D-8487-8F05DB389A81}"/>
              </a:ext>
            </a:extLst>
          </p:cNvPr>
          <p:cNvSpPr>
            <a:spLocks xmlns:a="http://schemas.openxmlformats.org/drawingml/2006/main" noGrp="1"/>
          </p:cNvSpPr>
          <p:nvPr/>
        </p:nvSpPr>
        <p:spPr>
          <a:xfrm xmlns:a="http://schemas.openxmlformats.org/drawingml/2006/main">
            <a:off x="2381250" y="24765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Shared ownership</a:t>
            </a:r>
          </a:p>
        </p:txBody>
      </p:sp>
      <p:sp>
        <p:nvSpPr>
          <p:cNvPr id="11" name="">
            <a:extLst xmlns:a="http://schemas.openxmlformats.org/drawingml/2006/main">
              <a:ext uri="{FF2B5EF4-FFF2-40B4-BE49-F238E27FC236}">
                <a16:creationId xmlns:a16="http://schemas.microsoft.com/office/drawing/2014/main" id="{95ACBC1E-43BE-4670-874E-48B11FAC4566}"/>
              </a:ext>
            </a:extLst>
          </p:cNvPr>
          <p:cNvSpPr>
            <a:spLocks xmlns:a="http://schemas.openxmlformats.org/drawingml/2006/main" noGrp="1"/>
          </p:cNvSpPr>
          <p:nvPr/>
        </p:nvSpPr>
        <p:spPr>
          <a:xfrm xmlns:a="http://schemas.openxmlformats.org/drawingml/2006/main">
            <a:off x="6762750" y="1809750"/>
            <a:ext cx="2952750" cy="142875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d042c3b8083e473d">
            <a:extLst>
              <a:ext uri="{96DAC541-7B7A-43D3-8B79-37D633B846F1}">
                <asvg:svgBlip xmlns:asvg="http://schemas.microsoft.com/office/drawing/2016/SVG/main" r:embed="R5462e954b2114135"/>
              </a:ext>
            </a:extLst>
          </a:blip>
          <a:stretch xmlns:a="http://schemas.openxmlformats.org/drawingml/2006/main"/>
        </p:blipFill>
        <p:spPr>
          <a:xfrm xmlns:a="http://schemas.openxmlformats.org/drawingml/2006/main">
            <a:off x="7029450" y="2333625"/>
            <a:ext cx="361950" cy="3619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1D881A0-CEEC-42AC-9278-521A7121558F}"/>
              </a:ext>
            </a:extLst>
          </p:cNvPr>
          <p:cNvSpPr>
            <a:spLocks xmlns:a="http://schemas.openxmlformats.org/drawingml/2006/main" noGrp="1"/>
          </p:cNvSpPr>
          <p:nvPr/>
        </p:nvSpPr>
        <p:spPr>
          <a:xfrm xmlns:a="http://schemas.openxmlformats.org/drawingml/2006/main">
            <a:off x="7543800" y="20383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Process</a:t>
            </a:r>
          </a:p>
        </p:txBody>
      </p:sp>
      <p:sp>
        <p:nvSpPr>
          <p:cNvPr id="14" name="">
            <a:extLst xmlns:a="http://schemas.openxmlformats.org/drawingml/2006/main">
              <a:ext uri="{FF2B5EF4-FFF2-40B4-BE49-F238E27FC236}">
                <a16:creationId xmlns:a16="http://schemas.microsoft.com/office/drawing/2014/main" id="{FC9A447C-9E34-40AF-8978-6D90AE6E3C7F}"/>
              </a:ext>
            </a:extLst>
          </p:cNvPr>
          <p:cNvSpPr>
            <a:spLocks xmlns:a="http://schemas.openxmlformats.org/drawingml/2006/main" noGrp="1"/>
          </p:cNvSpPr>
          <p:nvPr/>
        </p:nvSpPr>
        <p:spPr>
          <a:xfrm xmlns:a="http://schemas.openxmlformats.org/drawingml/2006/main">
            <a:off x="7524750" y="24765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7"/>
          </a:bodyPr>
          <a:lstStyle xmlns:a="http://schemas.openxmlformats.org/drawingml/2006/main"/>
          <a:p xmlns:a="http://schemas.openxmlformats.org/drawingml/2006/main">
            <a:pPr algn="ct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Small changes and clear gates</a:t>
            </a:r>
          </a:p>
        </p:txBody>
      </p:sp>
      <p:sp>
        <p:nvSpPr>
          <p:cNvPr id="15" name="">
            <a:extLst xmlns:a="http://schemas.openxmlformats.org/drawingml/2006/main">
              <a:ext uri="{FF2B5EF4-FFF2-40B4-BE49-F238E27FC236}">
                <a16:creationId xmlns:a16="http://schemas.microsoft.com/office/drawing/2014/main" id="{1232CB45-C614-41A6-86C2-5ECA140BE9D2}"/>
              </a:ext>
            </a:extLst>
          </p:cNvPr>
          <p:cNvSpPr>
            <a:spLocks xmlns:a="http://schemas.openxmlformats.org/drawingml/2006/main" noGrp="1"/>
          </p:cNvSpPr>
          <p:nvPr/>
        </p:nvSpPr>
        <p:spPr>
          <a:xfrm xmlns:a="http://schemas.openxmlformats.org/drawingml/2006/main">
            <a:off x="1619250" y="3905250"/>
            <a:ext cx="2952750" cy="142875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b7faaf81692f437a">
            <a:extLst>
              <a:ext uri="{96DAC541-7B7A-43D3-8B79-37D633B846F1}">
                <asvg:svgBlip xmlns:asvg="http://schemas.microsoft.com/office/drawing/2016/SVG/main" r:embed="R8224983610f741f0"/>
              </a:ext>
            </a:extLst>
          </a:blip>
          <a:stretch xmlns:a="http://schemas.openxmlformats.org/drawingml/2006/main"/>
        </p:blipFill>
        <p:spPr>
          <a:xfrm xmlns:a="http://schemas.openxmlformats.org/drawingml/2006/main">
            <a:off x="1885950" y="4429125"/>
            <a:ext cx="361950" cy="3619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CC3CDCC0-A783-4B42-AE84-43E09705B549}"/>
              </a:ext>
            </a:extLst>
          </p:cNvPr>
          <p:cNvSpPr>
            <a:spLocks xmlns:a="http://schemas.openxmlformats.org/drawingml/2006/main" noGrp="1"/>
          </p:cNvSpPr>
          <p:nvPr/>
        </p:nvSpPr>
        <p:spPr>
          <a:xfrm xmlns:a="http://schemas.openxmlformats.org/drawingml/2006/main">
            <a:off x="2400300" y="41338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Technology</a:t>
            </a:r>
          </a:p>
        </p:txBody>
      </p:sp>
      <p:sp>
        <p:nvSpPr>
          <p:cNvPr id="18" name="">
            <a:extLst xmlns:a="http://schemas.openxmlformats.org/drawingml/2006/main">
              <a:ext uri="{FF2B5EF4-FFF2-40B4-BE49-F238E27FC236}">
                <a16:creationId xmlns:a16="http://schemas.microsoft.com/office/drawing/2014/main" id="{F35CEBD4-E507-476B-A626-DDF9527B8A21}"/>
              </a:ext>
            </a:extLst>
          </p:cNvPr>
          <p:cNvSpPr>
            <a:spLocks xmlns:a="http://schemas.openxmlformats.org/drawingml/2006/main" noGrp="1"/>
          </p:cNvSpPr>
          <p:nvPr/>
        </p:nvSpPr>
        <p:spPr>
          <a:xfrm xmlns:a="http://schemas.openxmlformats.org/drawingml/2006/main">
            <a:off x="2381250" y="45720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7"/>
          </a:bodyPr>
          <a:lstStyle xmlns:a="http://schemas.openxmlformats.org/drawingml/2006/main"/>
          <a:p xmlns:a="http://schemas.openxmlformats.org/drawingml/2006/main">
            <a:pPr algn="ct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Repeatable build and deployment</a:t>
            </a:r>
          </a:p>
        </p:txBody>
      </p:sp>
      <p:sp>
        <p:nvSpPr>
          <p:cNvPr id="19" name="">
            <a:extLst xmlns:a="http://schemas.openxmlformats.org/drawingml/2006/main">
              <a:ext uri="{FF2B5EF4-FFF2-40B4-BE49-F238E27FC236}">
                <a16:creationId xmlns:a16="http://schemas.microsoft.com/office/drawing/2014/main" id="{0C237742-1C4C-4551-9746-5A677A5DA7A0}"/>
              </a:ext>
            </a:extLst>
          </p:cNvPr>
          <p:cNvSpPr>
            <a:spLocks xmlns:a="http://schemas.openxmlformats.org/drawingml/2006/main" noGrp="1"/>
          </p:cNvSpPr>
          <p:nvPr/>
        </p:nvSpPr>
        <p:spPr>
          <a:xfrm xmlns:a="http://schemas.openxmlformats.org/drawingml/2006/main">
            <a:off x="6762750" y="3905250"/>
            <a:ext cx="2952750" cy="142875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83b57964a564413">
            <a:extLst>
              <a:ext uri="{96DAC541-7B7A-43D3-8B79-37D633B846F1}">
                <asvg:svgBlip xmlns:asvg="http://schemas.microsoft.com/office/drawing/2016/SVG/main" r:embed="R307c630d8fd54f07"/>
              </a:ext>
            </a:extLst>
          </a:blip>
          <a:stretch xmlns:a="http://schemas.openxmlformats.org/drawingml/2006/main"/>
        </p:blipFill>
        <p:spPr>
          <a:xfrm xmlns:a="http://schemas.openxmlformats.org/drawingml/2006/main">
            <a:off x="7029450" y="4429125"/>
            <a:ext cx="361950" cy="3619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AC0953D7-16D1-4BCC-87B6-E019B8211873}"/>
              </a:ext>
            </a:extLst>
          </p:cNvPr>
          <p:cNvSpPr>
            <a:spLocks xmlns:a="http://schemas.openxmlformats.org/drawingml/2006/main" noGrp="1"/>
          </p:cNvSpPr>
          <p:nvPr/>
        </p:nvSpPr>
        <p:spPr>
          <a:xfrm xmlns:a="http://schemas.openxmlformats.org/drawingml/2006/main">
            <a:off x="7543800" y="413385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Value</a:t>
            </a:r>
          </a:p>
        </p:txBody>
      </p:sp>
      <p:sp>
        <p:nvSpPr>
          <p:cNvPr id="22" name="">
            <a:extLst xmlns:a="http://schemas.openxmlformats.org/drawingml/2006/main">
              <a:ext uri="{FF2B5EF4-FFF2-40B4-BE49-F238E27FC236}">
                <a16:creationId xmlns:a16="http://schemas.microsoft.com/office/drawing/2014/main" id="{2359EB00-D396-4A20-84EC-EC6C0F524A31}"/>
              </a:ext>
            </a:extLst>
          </p:cNvPr>
          <p:cNvSpPr>
            <a:spLocks xmlns:a="http://schemas.openxmlformats.org/drawingml/2006/main" noGrp="1"/>
          </p:cNvSpPr>
          <p:nvPr/>
        </p:nvSpPr>
        <p:spPr>
          <a:xfrm xmlns:a="http://schemas.openxmlformats.org/drawingml/2006/main">
            <a:off x="7524750" y="45720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7"/>
          </a:bodyPr>
          <a:lstStyle xmlns:a="http://schemas.openxmlformats.org/drawingml/2006/main"/>
          <a:p xmlns:a="http://schemas.openxmlformats.org/drawingml/2006/main">
            <a:pPr algn="ctr">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Working service and usable feedback</a:t>
            </a:r>
          </a:p>
        </p:txBody>
      </p:sp>
      <p:sp>
        <p:nvSpPr>
          <p:cNvPr id="23" name="">
            <a:extLst xmlns:a="http://schemas.openxmlformats.org/drawingml/2006/main">
              <a:ext uri="{FF2B5EF4-FFF2-40B4-BE49-F238E27FC236}">
                <a16:creationId xmlns:a16="http://schemas.microsoft.com/office/drawing/2014/main" id="{AB1824A0-1F10-44F1-99BB-282ED35525C6}"/>
              </a:ext>
            </a:extLst>
          </p:cNvPr>
          <p:cNvSpPr>
            <a:spLocks xmlns:a="http://schemas.openxmlformats.org/drawingml/2006/main" noGrp="1"/>
          </p:cNvSpPr>
          <p:nvPr/>
        </p:nvSpPr>
        <p:spPr>
          <a:xfrm xmlns:a="http://schemas.openxmlformats.org/drawingml/2006/main">
            <a:off x="4953000" y="2667000"/>
            <a:ext cx="2286000" cy="1619250"/>
          </a:xfrm>
          <a:prstGeom xmlns:a="http://schemas.openxmlformats.org/drawingml/2006/main" prst="ellipse">
            <a:avLst/>
          </a:prstGeom>
          <a:solidFill xmlns:a="http://schemas.openxmlformats.org/drawingml/2006/main">
            <a:srgbClr val="082B59"/>
          </a:solidFill>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ec6ec7bda0b747af">
            <a:extLst>
              <a:ext uri="{96DAC541-7B7A-43D3-8B79-37D633B846F1}">
                <asvg:svgBlip xmlns:asvg="http://schemas.microsoft.com/office/drawing/2016/SVG/main" r:embed="R046999525e5a4dfa"/>
              </a:ext>
            </a:extLst>
          </a:blip>
          <a:stretch xmlns:a="http://schemas.openxmlformats.org/drawingml/2006/main"/>
        </p:blipFill>
        <p:spPr>
          <a:xfrm xmlns:a="http://schemas.openxmlformats.org/drawingml/2006/main">
            <a:off x="5810250" y="2895600"/>
            <a:ext cx="571500" cy="5715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7871CBE9-B623-45CA-92E0-03EA78E0A2B4}"/>
              </a:ext>
            </a:extLst>
          </p:cNvPr>
          <p:cNvSpPr>
            <a:spLocks xmlns:a="http://schemas.openxmlformats.org/drawingml/2006/main" noGrp="1"/>
          </p:cNvSpPr>
          <p:nvPr/>
        </p:nvSpPr>
        <p:spPr>
          <a:xfrm xmlns:a="http://schemas.openxmlformats.org/drawingml/2006/main">
            <a:off x="5238750" y="3524250"/>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466"/>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SERVICE OUTCOME</a:t>
            </a:r>
          </a:p>
        </p:txBody>
      </p:sp>
      <p:sp>
        <p:nvSpPr>
          <p:cNvPr id="26" name="">
            <a:extLst xmlns:a="http://schemas.openxmlformats.org/drawingml/2006/main">
              <a:ext uri="{FF2B5EF4-FFF2-40B4-BE49-F238E27FC236}">
                <a16:creationId xmlns:a16="http://schemas.microsoft.com/office/drawing/2014/main" id="{5FCA84BE-684E-4086-8860-8F95A2C3E256}"/>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38627EE-063D-4E18-8227-53249919887F}"/>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A301C95-4BA9-473B-B240-E5160F77BD08}"/>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Tools support the model. They do not define it.</a:t>
            </a:r>
          </a:p>
        </p:txBody>
      </p:sp>
    </p:spTree>
    <p:extLst>
      <p:ext uri="{BB962C8B-B14F-4D97-AF65-F5344CB8AC3E}">
        <p14:creationId xmlns:p14="http://schemas.microsoft.com/office/powerpoint/2010/main" val="2689537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0F139AD9-DE51-4394-BFC1-0242510EFDFF}"/>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8BCC5F-BE27-482F-B98D-46EA7BE10269}"/>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17E920-C65A-4A4C-ACBD-2F216564A2A8}"/>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9E2A107F-1AA7-43F0-8C4E-A5BE67876F78}"/>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CALMS</a:t>
            </a:r>
          </a:p>
        </p:txBody>
      </p:sp>
      <p:sp>
        <p:nvSpPr>
          <p:cNvPr id="5" name="">
            <a:extLst xmlns:a="http://schemas.openxmlformats.org/drawingml/2006/main">
              <a:ext uri="{FF2B5EF4-FFF2-40B4-BE49-F238E27FC236}">
                <a16:creationId xmlns:a16="http://schemas.microsoft.com/office/drawing/2014/main" id="{93CA6455-33EB-4CD2-9B26-1BC71A4044E8}"/>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Five dimensions reveal how a delivery system behaves</a:t>
            </a:r>
          </a:p>
        </p:txBody>
      </p:sp>
      <p:sp>
        <p:nvSpPr>
          <p:cNvPr id="6" name="">
            <a:extLst xmlns:a="http://schemas.openxmlformats.org/drawingml/2006/main">
              <a:ext uri="{FF2B5EF4-FFF2-40B4-BE49-F238E27FC236}">
                <a16:creationId xmlns:a16="http://schemas.microsoft.com/office/drawing/2014/main" id="{B731D137-E58A-44DF-A221-3B2B955BD0D9}"/>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5E33CB-78D2-4094-940A-7CA09441DAEB}"/>
              </a:ext>
            </a:extLst>
          </p:cNvPr>
          <p:cNvSpPr>
            <a:spLocks xmlns:a="http://schemas.openxmlformats.org/drawingml/2006/main" noGrp="1"/>
          </p:cNvSpPr>
          <p:nvPr/>
        </p:nvSpPr>
        <p:spPr>
          <a:xfrm xmlns:a="http://schemas.openxmlformats.org/drawingml/2006/main" rot="-720000">
            <a:off x="2381250" y="1809750"/>
            <a:ext cx="4095750" cy="2476500"/>
          </a:xfrm>
          <a:prstGeom xmlns:a="http://schemas.openxmlformats.org/drawingml/2006/main" prst="ellipse">
            <a:avLst/>
          </a:prstGeom>
          <a:noFill xmlns:a="http://schemas.openxmlformats.org/drawingml/2006/main"/>
          <a:ln xmlns:a="http://schemas.openxmlformats.org/drawingml/2006/main" w="247650">
            <a:solidFill>
              <a:srgbClr val="4F8FD8"/>
            </a:solidFill>
            <a:prstDash val="solid"/>
          </a:ln>
        </p:spPr>
      </p:sp>
      <p:sp>
        <p:nvSpPr>
          <p:cNvPr id="8" name="">
            <a:extLst xmlns:a="http://schemas.openxmlformats.org/drawingml/2006/main">
              <a:ext uri="{FF2B5EF4-FFF2-40B4-BE49-F238E27FC236}">
                <a16:creationId xmlns:a16="http://schemas.microsoft.com/office/drawing/2014/main" id="{B2842039-BB46-4BF9-A68A-E0DF88707738}"/>
              </a:ext>
            </a:extLst>
          </p:cNvPr>
          <p:cNvSpPr>
            <a:spLocks xmlns:a="http://schemas.openxmlformats.org/drawingml/2006/main" noGrp="1"/>
          </p:cNvSpPr>
          <p:nvPr/>
        </p:nvSpPr>
        <p:spPr>
          <a:xfrm xmlns:a="http://schemas.openxmlformats.org/drawingml/2006/main" rot="720000">
            <a:off x="5715000" y="1809750"/>
            <a:ext cx="4095750" cy="2476500"/>
          </a:xfrm>
          <a:prstGeom xmlns:a="http://schemas.openxmlformats.org/drawingml/2006/main" prst="ellipse">
            <a:avLst/>
          </a:prstGeom>
          <a:noFill xmlns:a="http://schemas.openxmlformats.org/drawingml/2006/main"/>
          <a:ln xmlns:a="http://schemas.openxmlformats.org/drawingml/2006/main" w="247650">
            <a:solidFill>
              <a:srgbClr val="2BAF84"/>
            </a:solidFill>
            <a:prstDash val="solid"/>
          </a:ln>
        </p:spPr>
      </p:sp>
      <p:sp>
        <p:nvSpPr>
          <p:cNvPr id="9" name="">
            <a:extLst xmlns:a="http://schemas.openxmlformats.org/drawingml/2006/main">
              <a:ext uri="{FF2B5EF4-FFF2-40B4-BE49-F238E27FC236}">
                <a16:creationId xmlns:a16="http://schemas.microsoft.com/office/drawing/2014/main" id="{34F861B1-A696-4F8C-BFBD-F0E81CA33F57}"/>
              </a:ext>
            </a:extLst>
          </p:cNvPr>
          <p:cNvSpPr>
            <a:spLocks xmlns:a="http://schemas.openxmlformats.org/drawingml/2006/main" noGrp="1"/>
          </p:cNvSpPr>
          <p:nvPr/>
        </p:nvSpPr>
        <p:spPr>
          <a:xfrm xmlns:a="http://schemas.openxmlformats.org/drawingml/2006/main">
            <a:off x="2381250" y="1952625"/>
            <a:ext cx="609600" cy="6096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894e25010f84bdd">
            <a:extLst>
              <a:ext uri="{96DAC541-7B7A-43D3-8B79-37D633B846F1}">
                <asvg:svgBlip xmlns:asvg="http://schemas.microsoft.com/office/drawing/2016/SVG/main" r:embed="Rafd927186b464963"/>
              </a:ext>
            </a:extLst>
          </a:blip>
          <a:stretch xmlns:a="http://schemas.openxmlformats.org/drawingml/2006/main"/>
        </p:blipFill>
        <p:spPr>
          <a:xfrm xmlns:a="http://schemas.openxmlformats.org/drawingml/2006/main">
            <a:off x="2533650" y="2105025"/>
            <a:ext cx="304800" cy="304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4CC8534-5BCD-44D1-AD70-036FDAF32237}"/>
              </a:ext>
            </a:extLst>
          </p:cNvPr>
          <p:cNvSpPr>
            <a:spLocks xmlns:a="http://schemas.openxmlformats.org/drawingml/2006/main" noGrp="1"/>
          </p:cNvSpPr>
          <p:nvPr/>
        </p:nvSpPr>
        <p:spPr>
          <a:xfrm xmlns:a="http://schemas.openxmlformats.org/drawingml/2006/main">
            <a:off x="1981200" y="25812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Culture</a:t>
            </a:r>
          </a:p>
        </p:txBody>
      </p:sp>
      <p:sp>
        <p:nvSpPr>
          <p:cNvPr id="12" name="">
            <a:extLst xmlns:a="http://schemas.openxmlformats.org/drawingml/2006/main">
              <a:ext uri="{FF2B5EF4-FFF2-40B4-BE49-F238E27FC236}">
                <a16:creationId xmlns:a16="http://schemas.microsoft.com/office/drawing/2014/main" id="{82CC8CE9-EAFB-4964-8D30-9DCC8808291C}"/>
              </a:ext>
            </a:extLst>
          </p:cNvPr>
          <p:cNvSpPr>
            <a:spLocks xmlns:a="http://schemas.openxmlformats.org/drawingml/2006/main" noGrp="1"/>
          </p:cNvSpPr>
          <p:nvPr/>
        </p:nvSpPr>
        <p:spPr>
          <a:xfrm xmlns:a="http://schemas.openxmlformats.org/drawingml/2006/main">
            <a:off x="1790700" y="28289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Shared responsibility</a:t>
            </a:r>
          </a:p>
        </p:txBody>
      </p:sp>
      <p:sp>
        <p:nvSpPr>
          <p:cNvPr id="13" name="">
            <a:extLst xmlns:a="http://schemas.openxmlformats.org/drawingml/2006/main">
              <a:ext uri="{FF2B5EF4-FFF2-40B4-BE49-F238E27FC236}">
                <a16:creationId xmlns:a16="http://schemas.microsoft.com/office/drawing/2014/main" id="{1329A066-E58B-4823-AA23-2304562B23C9}"/>
              </a:ext>
            </a:extLst>
          </p:cNvPr>
          <p:cNvSpPr>
            <a:spLocks xmlns:a="http://schemas.openxmlformats.org/drawingml/2006/main" noGrp="1"/>
          </p:cNvSpPr>
          <p:nvPr/>
        </p:nvSpPr>
        <p:spPr>
          <a:xfrm xmlns:a="http://schemas.openxmlformats.org/drawingml/2006/main">
            <a:off x="4476750" y="1571625"/>
            <a:ext cx="609600" cy="6096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58f17c010114802">
            <a:extLst>
              <a:ext uri="{96DAC541-7B7A-43D3-8B79-37D633B846F1}">
                <asvg:svgBlip xmlns:asvg="http://schemas.microsoft.com/office/drawing/2016/SVG/main" r:embed="Ra9070a0f93894304"/>
              </a:ext>
            </a:extLst>
          </a:blip>
          <a:stretch xmlns:a="http://schemas.openxmlformats.org/drawingml/2006/main"/>
        </p:blipFill>
        <p:spPr>
          <a:xfrm xmlns:a="http://schemas.openxmlformats.org/drawingml/2006/main">
            <a:off x="4629150" y="1724025"/>
            <a:ext cx="304800" cy="304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F284B19-B4BB-4E21-8F5E-8FD5B3BF57C6}"/>
              </a:ext>
            </a:extLst>
          </p:cNvPr>
          <p:cNvSpPr>
            <a:spLocks xmlns:a="http://schemas.openxmlformats.org/drawingml/2006/main" noGrp="1"/>
          </p:cNvSpPr>
          <p:nvPr/>
        </p:nvSpPr>
        <p:spPr>
          <a:xfrm xmlns:a="http://schemas.openxmlformats.org/drawingml/2006/main">
            <a:off x="4076700" y="22002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Automation</a:t>
            </a:r>
          </a:p>
        </p:txBody>
      </p:sp>
      <p:sp>
        <p:nvSpPr>
          <p:cNvPr id="16" name="">
            <a:extLst xmlns:a="http://schemas.openxmlformats.org/drawingml/2006/main">
              <a:ext uri="{FF2B5EF4-FFF2-40B4-BE49-F238E27FC236}">
                <a16:creationId xmlns:a16="http://schemas.microsoft.com/office/drawing/2014/main" id="{F02F1A61-114F-47DF-9AC0-E0BF16AD487D}"/>
              </a:ext>
            </a:extLst>
          </p:cNvPr>
          <p:cNvSpPr>
            <a:spLocks xmlns:a="http://schemas.openxmlformats.org/drawingml/2006/main" noGrp="1"/>
          </p:cNvSpPr>
          <p:nvPr/>
        </p:nvSpPr>
        <p:spPr>
          <a:xfrm xmlns:a="http://schemas.openxmlformats.org/drawingml/2006/main">
            <a:off x="3886200" y="24479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Repeatable execution</a:t>
            </a:r>
          </a:p>
        </p:txBody>
      </p:sp>
      <p:sp>
        <p:nvSpPr>
          <p:cNvPr id="17" name="">
            <a:extLst xmlns:a="http://schemas.openxmlformats.org/drawingml/2006/main">
              <a:ext uri="{FF2B5EF4-FFF2-40B4-BE49-F238E27FC236}">
                <a16:creationId xmlns:a16="http://schemas.microsoft.com/office/drawing/2014/main" id="{DB5B7FC8-8673-455E-BEBB-9DD1EE58B3F0}"/>
              </a:ext>
            </a:extLst>
          </p:cNvPr>
          <p:cNvSpPr>
            <a:spLocks xmlns:a="http://schemas.openxmlformats.org/drawingml/2006/main" noGrp="1"/>
          </p:cNvSpPr>
          <p:nvPr/>
        </p:nvSpPr>
        <p:spPr>
          <a:xfrm xmlns:a="http://schemas.openxmlformats.org/drawingml/2006/main">
            <a:off x="8382000" y="1952625"/>
            <a:ext cx="609600" cy="6096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f9f4caa084744db9">
            <a:extLst>
              <a:ext uri="{96DAC541-7B7A-43D3-8B79-37D633B846F1}">
                <asvg:svgBlip xmlns:asvg="http://schemas.microsoft.com/office/drawing/2016/SVG/main" r:embed="R9caa1b5fcc8a4be3"/>
              </a:ext>
            </a:extLst>
          </a:blip>
          <a:stretch xmlns:a="http://schemas.openxmlformats.org/drawingml/2006/main"/>
        </p:blipFill>
        <p:spPr>
          <a:xfrm xmlns:a="http://schemas.openxmlformats.org/drawingml/2006/main">
            <a:off x="8534400" y="2105025"/>
            <a:ext cx="304800" cy="3048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06892A7E-054E-4548-A937-A19CC0675BEA}"/>
              </a:ext>
            </a:extLst>
          </p:cNvPr>
          <p:cNvSpPr>
            <a:spLocks xmlns:a="http://schemas.openxmlformats.org/drawingml/2006/main" noGrp="1"/>
          </p:cNvSpPr>
          <p:nvPr/>
        </p:nvSpPr>
        <p:spPr>
          <a:xfrm xmlns:a="http://schemas.openxmlformats.org/drawingml/2006/main">
            <a:off x="7981950" y="25812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Lean</a:t>
            </a:r>
          </a:p>
        </p:txBody>
      </p:sp>
      <p:sp>
        <p:nvSpPr>
          <p:cNvPr id="20" name="">
            <a:extLst xmlns:a="http://schemas.openxmlformats.org/drawingml/2006/main">
              <a:ext uri="{FF2B5EF4-FFF2-40B4-BE49-F238E27FC236}">
                <a16:creationId xmlns:a16="http://schemas.microsoft.com/office/drawing/2014/main" id="{63B00BA8-AAC2-4315-B849-047AC53622B5}"/>
              </a:ext>
            </a:extLst>
          </p:cNvPr>
          <p:cNvSpPr>
            <a:spLocks xmlns:a="http://schemas.openxmlformats.org/drawingml/2006/main" noGrp="1"/>
          </p:cNvSpPr>
          <p:nvPr/>
        </p:nvSpPr>
        <p:spPr>
          <a:xfrm xmlns:a="http://schemas.openxmlformats.org/drawingml/2006/main">
            <a:off x="7791450" y="28289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Smaller changes</a:t>
            </a:r>
          </a:p>
        </p:txBody>
      </p:sp>
      <p:sp>
        <p:nvSpPr>
          <p:cNvPr id="21" name="">
            <a:extLst xmlns:a="http://schemas.openxmlformats.org/drawingml/2006/main">
              <a:ext uri="{FF2B5EF4-FFF2-40B4-BE49-F238E27FC236}">
                <a16:creationId xmlns:a16="http://schemas.microsoft.com/office/drawing/2014/main" id="{10E8D07C-B886-4332-A504-1435585C1C0B}"/>
              </a:ext>
            </a:extLst>
          </p:cNvPr>
          <p:cNvSpPr>
            <a:spLocks xmlns:a="http://schemas.openxmlformats.org/drawingml/2006/main" noGrp="1"/>
          </p:cNvSpPr>
          <p:nvPr/>
        </p:nvSpPr>
        <p:spPr>
          <a:xfrm xmlns:a="http://schemas.openxmlformats.org/drawingml/2006/main">
            <a:off x="8096250" y="3667125"/>
            <a:ext cx="609600" cy="6096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4b4fdc85b2234867">
            <a:extLst>
              <a:ext uri="{96DAC541-7B7A-43D3-8B79-37D633B846F1}">
                <asvg:svgBlip xmlns:asvg="http://schemas.microsoft.com/office/drawing/2016/SVG/main" r:embed="Red1d33bf24bc4d78"/>
              </a:ext>
            </a:extLst>
          </a:blip>
          <a:stretch xmlns:a="http://schemas.openxmlformats.org/drawingml/2006/main"/>
        </p:blipFill>
        <p:spPr>
          <a:xfrm xmlns:a="http://schemas.openxmlformats.org/drawingml/2006/main">
            <a:off x="8248650" y="3819525"/>
            <a:ext cx="304800" cy="304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1088A63A-73E3-40AA-AD0C-BC5A88F063AA}"/>
              </a:ext>
            </a:extLst>
          </p:cNvPr>
          <p:cNvSpPr>
            <a:spLocks xmlns:a="http://schemas.openxmlformats.org/drawingml/2006/main" noGrp="1"/>
          </p:cNvSpPr>
          <p:nvPr/>
        </p:nvSpPr>
        <p:spPr>
          <a:xfrm xmlns:a="http://schemas.openxmlformats.org/drawingml/2006/main">
            <a:off x="7696200" y="42957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Measurement</a:t>
            </a:r>
          </a:p>
        </p:txBody>
      </p:sp>
      <p:sp>
        <p:nvSpPr>
          <p:cNvPr id="24" name="">
            <a:extLst xmlns:a="http://schemas.openxmlformats.org/drawingml/2006/main">
              <a:ext uri="{FF2B5EF4-FFF2-40B4-BE49-F238E27FC236}">
                <a16:creationId xmlns:a16="http://schemas.microsoft.com/office/drawing/2014/main" id="{30E42B4A-F4DA-498F-A1F0-4EF81177102E}"/>
              </a:ext>
            </a:extLst>
          </p:cNvPr>
          <p:cNvSpPr>
            <a:spLocks xmlns:a="http://schemas.openxmlformats.org/drawingml/2006/main" noGrp="1"/>
          </p:cNvSpPr>
          <p:nvPr/>
        </p:nvSpPr>
        <p:spPr>
          <a:xfrm xmlns:a="http://schemas.openxmlformats.org/drawingml/2006/main">
            <a:off x="7505700" y="45434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Useful evidence</a:t>
            </a:r>
          </a:p>
        </p:txBody>
      </p:sp>
      <p:sp>
        <p:nvSpPr>
          <p:cNvPr id="25" name="">
            <a:extLst xmlns:a="http://schemas.openxmlformats.org/drawingml/2006/main">
              <a:ext uri="{FF2B5EF4-FFF2-40B4-BE49-F238E27FC236}">
                <a16:creationId xmlns:a16="http://schemas.microsoft.com/office/drawing/2014/main" id="{B0490924-7D2C-4C2F-998F-232A01B0A3BD}"/>
              </a:ext>
            </a:extLst>
          </p:cNvPr>
          <p:cNvSpPr>
            <a:spLocks xmlns:a="http://schemas.openxmlformats.org/drawingml/2006/main" noGrp="1"/>
          </p:cNvSpPr>
          <p:nvPr/>
        </p:nvSpPr>
        <p:spPr>
          <a:xfrm xmlns:a="http://schemas.openxmlformats.org/drawingml/2006/main">
            <a:off x="3333750" y="3667125"/>
            <a:ext cx="609600" cy="6096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79915ec0cad94bbc">
            <a:extLst>
              <a:ext uri="{96DAC541-7B7A-43D3-8B79-37D633B846F1}">
                <asvg:svgBlip xmlns:asvg="http://schemas.microsoft.com/office/drawing/2016/SVG/main" r:embed="R4a6c3f6bb376433d"/>
              </a:ext>
            </a:extLst>
          </a:blip>
          <a:stretch xmlns:a="http://schemas.openxmlformats.org/drawingml/2006/main"/>
        </p:blipFill>
        <p:spPr>
          <a:xfrm xmlns:a="http://schemas.openxmlformats.org/drawingml/2006/main">
            <a:off x="3486150" y="3819525"/>
            <a:ext cx="304800" cy="304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1DD026C0-E1DD-4E4D-ADD4-106D0A945D48}"/>
              </a:ext>
            </a:extLst>
          </p:cNvPr>
          <p:cNvSpPr>
            <a:spLocks xmlns:a="http://schemas.openxmlformats.org/drawingml/2006/main" noGrp="1"/>
          </p:cNvSpPr>
          <p:nvPr/>
        </p:nvSpPr>
        <p:spPr>
          <a:xfrm xmlns:a="http://schemas.openxmlformats.org/drawingml/2006/main">
            <a:off x="2933700" y="4295775"/>
            <a:ext cx="140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Sharing</a:t>
            </a:r>
          </a:p>
        </p:txBody>
      </p:sp>
      <p:sp>
        <p:nvSpPr>
          <p:cNvPr id="28" name="">
            <a:extLst xmlns:a="http://schemas.openxmlformats.org/drawingml/2006/main">
              <a:ext uri="{FF2B5EF4-FFF2-40B4-BE49-F238E27FC236}">
                <a16:creationId xmlns:a16="http://schemas.microsoft.com/office/drawing/2014/main" id="{2635D783-F808-48D6-A1C9-E5BA55605BB4}"/>
              </a:ext>
            </a:extLst>
          </p:cNvPr>
          <p:cNvSpPr>
            <a:spLocks xmlns:a="http://schemas.openxmlformats.org/drawingml/2006/main" noGrp="1"/>
          </p:cNvSpPr>
          <p:nvPr/>
        </p:nvSpPr>
        <p:spPr>
          <a:xfrm xmlns:a="http://schemas.openxmlformats.org/drawingml/2006/main">
            <a:off x="2743200" y="4543425"/>
            <a:ext cx="1790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Reusable knowledge</a:t>
            </a:r>
          </a:p>
        </p:txBody>
      </p:sp>
      <p:sp>
        <p:nvSpPr>
          <p:cNvPr id="29" name="">
            <a:extLst xmlns:a="http://schemas.openxmlformats.org/drawingml/2006/main">
              <a:ext uri="{FF2B5EF4-FFF2-40B4-BE49-F238E27FC236}">
                <a16:creationId xmlns:a16="http://schemas.microsoft.com/office/drawing/2014/main" id="{A60799A1-8F14-4C9A-BCEF-32950CB41352}"/>
              </a:ext>
            </a:extLst>
          </p:cNvPr>
          <p:cNvSpPr>
            <a:spLocks xmlns:a="http://schemas.openxmlformats.org/drawingml/2006/main" noGrp="1"/>
          </p:cNvSpPr>
          <p:nvPr/>
        </p:nvSpPr>
        <p:spPr>
          <a:xfrm xmlns:a="http://schemas.openxmlformats.org/drawingml/2006/main">
            <a:off x="4953000" y="2476500"/>
            <a:ext cx="2286000" cy="1095375"/>
          </a:xfrm>
          <a:prstGeom xmlns:a="http://schemas.openxmlformats.org/drawingml/2006/main" prst="ellipse">
            <a:avLst/>
          </a:prstGeom>
          <a:solidFill xmlns:a="http://schemas.openxmlformats.org/drawingml/2006/main">
            <a:srgbClr val="FFFFFF"/>
          </a:solidFill>
          <a:ln xmlns:a="http://schemas.openxmlformats.org/drawingml/2006/main" w="9525">
            <a:solidFill>
              <a:srgbClr val="082B59"/>
            </a:solidFill>
            <a:prstDash val="solid"/>
          </a:ln>
        </p:spPr>
      </p:sp>
      <p:sp>
        <p:nvSpPr>
          <p:cNvPr id="30" name="">
            <a:extLst xmlns:a="http://schemas.openxmlformats.org/drawingml/2006/main">
              <a:ext uri="{FF2B5EF4-FFF2-40B4-BE49-F238E27FC236}">
                <a16:creationId xmlns:a16="http://schemas.microsoft.com/office/drawing/2014/main" id="{5D803ADD-1754-4E19-87D1-7911B231D784}"/>
              </a:ext>
            </a:extLst>
          </p:cNvPr>
          <p:cNvSpPr>
            <a:spLocks xmlns:a="http://schemas.openxmlformats.org/drawingml/2006/main" noGrp="1"/>
          </p:cNvSpPr>
          <p:nvPr/>
        </p:nvSpPr>
        <p:spPr>
          <a:xfrm xmlns:a="http://schemas.openxmlformats.org/drawingml/2006/main">
            <a:off x="5143500" y="266700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CONTINUOUS</a:t>
            </a:r>
          </a:p>
          <a:p xmlns:a="http://schemas.openxmlformats.org/drawingml/2006/main">
            <a:pPr algn="ctr">
              <a:defRPr sz="1350" b="1">
                <a:solidFill>
                  <a:srgbClr val="082B59"/>
                </a:solidFill>
                <a:latin typeface="Helvetica Neue"/>
                <a:ea typeface="Helvetica Neue"/>
                <a:cs typeface="Helvetica Neue"/>
              </a:defRPr>
            </a:pPr>
            <a:r>
              <a:rPr sz="1350" b="1">
                <a:solidFill>
                  <a:srgbClr val="082B59"/>
                </a:solidFill>
                <a:latin typeface="Helvetica Neue"/>
                <a:ea typeface="Helvetica Neue"/>
                <a:cs typeface="Helvetica Neue"/>
              </a:rPr>
              <a:t>IMPROVEMENT</a:t>
            </a:r>
          </a:p>
        </p:txBody>
      </p:sp>
      <p:sp>
        <p:nvSpPr>
          <p:cNvPr id="31" name="">
            <a:extLst xmlns:a="http://schemas.openxmlformats.org/drawingml/2006/main">
              <a:ext uri="{FF2B5EF4-FFF2-40B4-BE49-F238E27FC236}">
                <a16:creationId xmlns:a16="http://schemas.microsoft.com/office/drawing/2014/main" id="{745D1935-ECFB-46D0-A421-59A666D62DFE}"/>
              </a:ext>
            </a:extLst>
          </p:cNvPr>
          <p:cNvSpPr>
            <a:spLocks xmlns:a="http://schemas.openxmlformats.org/drawingml/2006/main" noGrp="1"/>
          </p:cNvSpPr>
          <p:nvPr/>
        </p:nvSpPr>
        <p:spPr>
          <a:xfrm xmlns:a="http://schemas.openxmlformats.org/drawingml/2006/main">
            <a:off x="762000" y="4810125"/>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28C28"/>
                </a:solidFill>
                <a:latin typeface="Helvetica Neue"/>
                <a:ea typeface="Helvetica Neue"/>
                <a:cs typeface="Helvetica Neue"/>
              </a:defRPr>
            </a:pPr>
            <a:r>
              <a:rPr sz="1350" b="1">
                <a:solidFill>
                  <a:srgbClr val="F28C28"/>
                </a:solidFill>
                <a:latin typeface="Helvetica Neue"/>
                <a:ea typeface="Helvetica Neue"/>
                <a:cs typeface="Helvetica Neue"/>
              </a:rPr>
              <a:t>Assessment finds the constraint</a:t>
            </a:r>
          </a:p>
        </p:txBody>
      </p:sp>
      <p:sp>
        <p:nvSpPr>
          <p:cNvPr id="32" name="">
            <a:extLst xmlns:a="http://schemas.openxmlformats.org/drawingml/2006/main">
              <a:ext uri="{FF2B5EF4-FFF2-40B4-BE49-F238E27FC236}">
                <a16:creationId xmlns:a16="http://schemas.microsoft.com/office/drawing/2014/main" id="{8846B437-62C8-4D73-99A6-DA6A3B046BF5}"/>
              </a:ext>
            </a:extLst>
          </p:cNvPr>
          <p:cNvSpPr>
            <a:spLocks xmlns:a="http://schemas.openxmlformats.org/drawingml/2006/main" noGrp="1"/>
          </p:cNvSpPr>
          <p:nvPr/>
        </p:nvSpPr>
        <p:spPr>
          <a:xfrm xmlns:a="http://schemas.openxmlformats.org/drawingml/2006/main">
            <a:off x="4333875" y="4876800"/>
            <a:ext cx="1047750" cy="266700"/>
          </a:xfrm>
          <a:prstGeom xmlns:a="http://schemas.openxmlformats.org/drawingml/2006/main" prst="rightArrow">
            <a:avLst/>
          </a:prstGeom>
          <a:solidFill xmlns:a="http://schemas.openxmlformats.org/drawingml/2006/main">
            <a:srgbClr val="F28C2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3626FB2-882B-4532-9338-61A7BE9BD85A}"/>
              </a:ext>
            </a:extLst>
          </p:cNvPr>
          <p:cNvSpPr>
            <a:spLocks xmlns:a="http://schemas.openxmlformats.org/drawingml/2006/main" noGrp="1"/>
          </p:cNvSpPr>
          <p:nvPr/>
        </p:nvSpPr>
        <p:spPr>
          <a:xfrm xmlns:a="http://schemas.openxmlformats.org/drawingml/2006/main">
            <a:off x="5524500" y="48101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E9B65"/>
                </a:solidFill>
                <a:latin typeface="Helvetica Neue"/>
                <a:ea typeface="Helvetica Neue"/>
                <a:cs typeface="Helvetica Neue"/>
              </a:defRPr>
            </a:pPr>
            <a:r>
              <a:rPr sz="1350" b="1">
                <a:solidFill>
                  <a:srgbClr val="1E9B65"/>
                </a:solidFill>
                <a:latin typeface="Helvetica Neue"/>
                <a:ea typeface="Helvetica Neue"/>
                <a:cs typeface="Helvetica Neue"/>
              </a:rPr>
              <a:t>One experiment changes the system</a:t>
            </a:r>
          </a:p>
        </p:txBody>
      </p:sp>
      <p:sp>
        <p:nvSpPr>
          <p:cNvPr id="34" name="">
            <a:extLst xmlns:a="http://schemas.openxmlformats.org/drawingml/2006/main">
              <a:ext uri="{FF2B5EF4-FFF2-40B4-BE49-F238E27FC236}">
                <a16:creationId xmlns:a16="http://schemas.microsoft.com/office/drawing/2014/main" id="{66ADCD83-4FFF-495C-A9AF-5C6198F75660}"/>
              </a:ext>
            </a:extLst>
          </p:cNvPr>
          <p:cNvSpPr>
            <a:spLocks xmlns:a="http://schemas.openxmlformats.org/drawingml/2006/main" noGrp="1"/>
          </p:cNvSpPr>
          <p:nvPr/>
        </p:nvSpPr>
        <p:spPr>
          <a:xfrm xmlns:a="http://schemas.openxmlformats.org/drawingml/2006/main">
            <a:off x="9477375" y="4876800"/>
            <a:ext cx="1047750" cy="266700"/>
          </a:xfrm>
          <a:prstGeom xmlns:a="http://schemas.openxmlformats.org/drawingml/2006/main" prst="rightArrow">
            <a:avLst/>
          </a:prstGeom>
          <a:solidFill xmlns:a="http://schemas.openxmlformats.org/drawingml/2006/main">
            <a:srgbClr val="1E9B6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4E089BC-65C5-4850-9138-8680CF287C01}"/>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6DA1CCF-A17E-43EB-B0FB-D23DDE7EDE68}"/>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7BFF0A3F-5542-41F1-B915-F5A556C9D6C2}"/>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CALMS works as a connected system, not a maturity score.</a:t>
            </a:r>
          </a:p>
        </p:txBody>
      </p:sp>
    </p:spTree>
    <p:extLst>
      <p:ext uri="{BB962C8B-B14F-4D97-AF65-F5344CB8AC3E}">
        <p14:creationId xmlns:p14="http://schemas.microsoft.com/office/powerpoint/2010/main" val="4708345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E3415EA-66D9-413D-9099-7E123FB3FD6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0BDE61-25E3-46CE-89C6-7EE31B60FF21}"/>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93242C1-7F4D-46CD-B119-B5E5E998222B}"/>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F143C235-879F-4705-998E-8E98C54B68C8}"/>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CALMS: Culture</a:t>
            </a:r>
          </a:p>
        </p:txBody>
      </p:sp>
      <p:sp>
        <p:nvSpPr>
          <p:cNvPr id="5" name="">
            <a:extLst xmlns:a="http://schemas.openxmlformats.org/drawingml/2006/main">
              <a:ext uri="{FF2B5EF4-FFF2-40B4-BE49-F238E27FC236}">
                <a16:creationId xmlns:a16="http://schemas.microsoft.com/office/drawing/2014/main" id="{720FFA25-BDEC-440C-988F-F3C2E24BDEAA}"/>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Shared responsibility replaces isolated handoffs</a:t>
            </a:r>
          </a:p>
        </p:txBody>
      </p:sp>
      <p:sp>
        <p:nvSpPr>
          <p:cNvPr id="6" name="">
            <a:extLst xmlns:a="http://schemas.openxmlformats.org/drawingml/2006/main">
              <a:ext uri="{FF2B5EF4-FFF2-40B4-BE49-F238E27FC236}">
                <a16:creationId xmlns:a16="http://schemas.microsoft.com/office/drawing/2014/main" id="{F20D4EF2-8B3A-4DE9-A8E9-07E562074FE3}"/>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ED29F2-8670-4C36-A38F-A75687C2E5D9}"/>
              </a:ext>
            </a:extLst>
          </p:cNvPr>
          <p:cNvSpPr>
            <a:spLocks xmlns:a="http://schemas.openxmlformats.org/drawingml/2006/main" noGrp="1"/>
          </p:cNvSpPr>
          <p:nvPr/>
        </p:nvSpPr>
        <p:spPr>
          <a:xfrm xmlns:a="http://schemas.openxmlformats.org/drawingml/2006/main">
            <a:off x="1143000" y="1714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46579"/>
                </a:solidFill>
                <a:latin typeface="Helvetica Neue"/>
                <a:ea typeface="Helvetica Neue"/>
                <a:cs typeface="Helvetica Neue"/>
              </a:defRPr>
            </a:pPr>
            <a:r>
              <a:rPr sz="1275" b="1">
                <a:solidFill>
                  <a:srgbClr val="546579"/>
                </a:solidFill>
                <a:latin typeface="Helvetica Neue"/>
                <a:ea typeface="Helvetica Neue"/>
                <a:cs typeface="Helvetica Neue"/>
              </a:rPr>
              <a:t>BEFORE RELEASE</a:t>
            </a:r>
          </a:p>
        </p:txBody>
      </p:sp>
      <p:sp>
        <p:nvSpPr>
          <p:cNvPr id="8" name="">
            <a:extLst xmlns:a="http://schemas.openxmlformats.org/drawingml/2006/main">
              <a:ext uri="{FF2B5EF4-FFF2-40B4-BE49-F238E27FC236}">
                <a16:creationId xmlns:a16="http://schemas.microsoft.com/office/drawing/2014/main" id="{8C8EFFC7-2054-426F-B8F2-0446A41871D1}"/>
              </a:ext>
            </a:extLst>
          </p:cNvPr>
          <p:cNvSpPr>
            <a:spLocks xmlns:a="http://schemas.openxmlformats.org/drawingml/2006/main" noGrp="1"/>
          </p:cNvSpPr>
          <p:nvPr/>
        </p:nvSpPr>
        <p:spPr>
          <a:xfrm xmlns:a="http://schemas.openxmlformats.org/drawingml/2006/main">
            <a:off x="8191500" y="1714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546579"/>
                </a:solidFill>
                <a:latin typeface="Helvetica Neue"/>
                <a:ea typeface="Helvetica Neue"/>
                <a:cs typeface="Helvetica Neue"/>
              </a:defRPr>
            </a:pPr>
            <a:r>
              <a:rPr sz="1275" b="1">
                <a:solidFill>
                  <a:srgbClr val="546579"/>
                </a:solidFill>
                <a:latin typeface="Helvetica Neue"/>
                <a:ea typeface="Helvetica Neue"/>
                <a:cs typeface="Helvetica Neue"/>
              </a:rPr>
              <a:t>AFTER RELEASE</a:t>
            </a:r>
          </a:p>
        </p:txBody>
      </p:sp>
      <p:sp>
        <p:nvSpPr>
          <p:cNvPr id="9" name="">
            <a:extLst xmlns:a="http://schemas.openxmlformats.org/drawingml/2006/main">
              <a:ext uri="{FF2B5EF4-FFF2-40B4-BE49-F238E27FC236}">
                <a16:creationId xmlns:a16="http://schemas.microsoft.com/office/drawing/2014/main" id="{63722A08-B206-46DE-8137-29EA0C6241B6}"/>
              </a:ext>
            </a:extLst>
          </p:cNvPr>
          <p:cNvSpPr>
            <a:spLocks xmlns:a="http://schemas.openxmlformats.org/drawingml/2006/main" noGrp="1"/>
          </p:cNvSpPr>
          <p:nvPr/>
        </p:nvSpPr>
        <p:spPr>
          <a:xfrm xmlns:a="http://schemas.openxmlformats.org/drawingml/2006/main">
            <a:off x="1285875" y="2333625"/>
            <a:ext cx="2119313"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0A6FAF"/>
            </a:solidFill>
            <a:prstDash val="solid"/>
          </a:ln>
        </p:spPr>
      </p:sp>
      <p:sp>
        <p:nvSpPr>
          <p:cNvPr id="10" name="">
            <a:extLst xmlns:a="http://schemas.openxmlformats.org/drawingml/2006/main">
              <a:ext uri="{FF2B5EF4-FFF2-40B4-BE49-F238E27FC236}">
                <a16:creationId xmlns:a16="http://schemas.microsoft.com/office/drawing/2014/main" id="{D51CE071-5DE1-418D-A469-A1306B22EE68}"/>
              </a:ext>
            </a:extLst>
          </p:cNvPr>
          <p:cNvSpPr>
            <a:spLocks xmlns:a="http://schemas.openxmlformats.org/drawingml/2006/main" noGrp="1"/>
          </p:cNvSpPr>
          <p:nvPr/>
        </p:nvSpPr>
        <p:spPr>
          <a:xfrm xmlns:a="http://schemas.openxmlformats.org/drawingml/2006/main">
            <a:off x="2116931" y="2428875"/>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c1a6084b36544969">
            <a:extLst>
              <a:ext uri="{96DAC541-7B7A-43D3-8B79-37D633B846F1}">
                <asvg:svgBlip xmlns:asvg="http://schemas.microsoft.com/office/drawing/2016/SVG/main" r:embed="R47c858d3562a45ad"/>
              </a:ext>
            </a:extLst>
          </a:blip>
          <a:stretch xmlns:a="http://schemas.openxmlformats.org/drawingml/2006/main"/>
        </p:blipFill>
        <p:spPr>
          <a:xfrm xmlns:a="http://schemas.openxmlformats.org/drawingml/2006/main">
            <a:off x="2221706" y="2533650"/>
            <a:ext cx="247650" cy="2476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F14B0E5-811A-4CB0-AFE8-66136D76AF2F}"/>
              </a:ext>
            </a:extLst>
          </p:cNvPr>
          <p:cNvSpPr>
            <a:spLocks xmlns:a="http://schemas.openxmlformats.org/drawingml/2006/main" noGrp="1"/>
          </p:cNvSpPr>
          <p:nvPr/>
        </p:nvSpPr>
        <p:spPr>
          <a:xfrm xmlns:a="http://schemas.openxmlformats.org/drawingml/2006/main">
            <a:off x="1381125" y="2914650"/>
            <a:ext cx="19288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Developer</a:t>
            </a:r>
          </a:p>
        </p:txBody>
      </p:sp>
      <p:sp>
        <p:nvSpPr>
          <p:cNvPr id="13" name="">
            <a:extLst xmlns:a="http://schemas.openxmlformats.org/drawingml/2006/main">
              <a:ext uri="{FF2B5EF4-FFF2-40B4-BE49-F238E27FC236}">
                <a16:creationId xmlns:a16="http://schemas.microsoft.com/office/drawing/2014/main" id="{265DE55D-2EC8-4064-A307-13E79338B2A5}"/>
              </a:ext>
            </a:extLst>
          </p:cNvPr>
          <p:cNvSpPr>
            <a:spLocks xmlns:a="http://schemas.openxmlformats.org/drawingml/2006/main" noGrp="1"/>
          </p:cNvSpPr>
          <p:nvPr/>
        </p:nvSpPr>
        <p:spPr>
          <a:xfrm xmlns:a="http://schemas.openxmlformats.org/drawingml/2006/main">
            <a:off x="1400175" y="3171825"/>
            <a:ext cx="18907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Behavior</a:t>
            </a:r>
          </a:p>
        </p:txBody>
      </p:sp>
      <p:sp>
        <p:nvSpPr>
          <p:cNvPr id="14" name="">
            <a:extLst xmlns:a="http://schemas.openxmlformats.org/drawingml/2006/main">
              <a:ext uri="{FF2B5EF4-FFF2-40B4-BE49-F238E27FC236}">
                <a16:creationId xmlns:a16="http://schemas.microsoft.com/office/drawing/2014/main" id="{D5472A6E-65D9-41A8-9B41-D950D9591B95}"/>
              </a:ext>
            </a:extLst>
          </p:cNvPr>
          <p:cNvSpPr>
            <a:spLocks xmlns:a="http://schemas.openxmlformats.org/drawingml/2006/main" noGrp="1"/>
          </p:cNvSpPr>
          <p:nvPr/>
        </p:nvSpPr>
        <p:spPr>
          <a:xfrm xmlns:a="http://schemas.openxmlformats.org/drawingml/2006/main">
            <a:off x="3786188" y="2333625"/>
            <a:ext cx="2119313"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118B91"/>
            </a:solidFill>
            <a:prstDash val="solid"/>
          </a:ln>
        </p:spPr>
      </p:sp>
      <p:sp>
        <p:nvSpPr>
          <p:cNvPr id="15" name="">
            <a:extLst xmlns:a="http://schemas.openxmlformats.org/drawingml/2006/main">
              <a:ext uri="{FF2B5EF4-FFF2-40B4-BE49-F238E27FC236}">
                <a16:creationId xmlns:a16="http://schemas.microsoft.com/office/drawing/2014/main" id="{A0CB8E0D-14DA-4B3D-8B38-76A96FD98A2E}"/>
              </a:ext>
            </a:extLst>
          </p:cNvPr>
          <p:cNvSpPr>
            <a:spLocks xmlns:a="http://schemas.openxmlformats.org/drawingml/2006/main" noGrp="1"/>
          </p:cNvSpPr>
          <p:nvPr/>
        </p:nvSpPr>
        <p:spPr>
          <a:xfrm xmlns:a="http://schemas.openxmlformats.org/drawingml/2006/main">
            <a:off x="4617244" y="2428875"/>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39f393aba4a4de3">
            <a:extLst>
              <a:ext uri="{96DAC541-7B7A-43D3-8B79-37D633B846F1}">
                <asvg:svgBlip xmlns:asvg="http://schemas.microsoft.com/office/drawing/2016/SVG/main" r:embed="R5a07c0f9fab94317"/>
              </a:ext>
            </a:extLst>
          </a:blip>
          <a:stretch xmlns:a="http://schemas.openxmlformats.org/drawingml/2006/main"/>
        </p:blipFill>
        <p:spPr>
          <a:xfrm xmlns:a="http://schemas.openxmlformats.org/drawingml/2006/main">
            <a:off x="4722019" y="2533650"/>
            <a:ext cx="247650" cy="2476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8581E65-8AEB-4DD8-8546-F8C0CE6CA07E}"/>
              </a:ext>
            </a:extLst>
          </p:cNvPr>
          <p:cNvSpPr>
            <a:spLocks xmlns:a="http://schemas.openxmlformats.org/drawingml/2006/main" noGrp="1"/>
          </p:cNvSpPr>
          <p:nvPr/>
        </p:nvSpPr>
        <p:spPr>
          <a:xfrm xmlns:a="http://schemas.openxmlformats.org/drawingml/2006/main">
            <a:off x="3881438" y="2914650"/>
            <a:ext cx="19288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Platform</a:t>
            </a:r>
          </a:p>
        </p:txBody>
      </p:sp>
      <p:sp>
        <p:nvSpPr>
          <p:cNvPr id="18" name="">
            <a:extLst xmlns:a="http://schemas.openxmlformats.org/drawingml/2006/main">
              <a:ext uri="{FF2B5EF4-FFF2-40B4-BE49-F238E27FC236}">
                <a16:creationId xmlns:a16="http://schemas.microsoft.com/office/drawing/2014/main" id="{5DA8B31A-59C7-440C-BC53-4BF19F615919}"/>
              </a:ext>
            </a:extLst>
          </p:cNvPr>
          <p:cNvSpPr>
            <a:spLocks xmlns:a="http://schemas.openxmlformats.org/drawingml/2006/main" noGrp="1"/>
          </p:cNvSpPr>
          <p:nvPr/>
        </p:nvSpPr>
        <p:spPr>
          <a:xfrm xmlns:a="http://schemas.openxmlformats.org/drawingml/2006/main">
            <a:off x="3900488" y="3171825"/>
            <a:ext cx="18907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Runtime</a:t>
            </a:r>
          </a:p>
        </p:txBody>
      </p:sp>
      <p:sp>
        <p:nvSpPr>
          <p:cNvPr id="19" name="">
            <a:extLst xmlns:a="http://schemas.openxmlformats.org/drawingml/2006/main">
              <a:ext uri="{FF2B5EF4-FFF2-40B4-BE49-F238E27FC236}">
                <a16:creationId xmlns:a16="http://schemas.microsoft.com/office/drawing/2014/main" id="{0EAAD5D9-3D97-455A-901C-803D8C3F168B}"/>
              </a:ext>
            </a:extLst>
          </p:cNvPr>
          <p:cNvSpPr>
            <a:spLocks xmlns:a="http://schemas.openxmlformats.org/drawingml/2006/main" noGrp="1"/>
          </p:cNvSpPr>
          <p:nvPr/>
        </p:nvSpPr>
        <p:spPr>
          <a:xfrm xmlns:a="http://schemas.openxmlformats.org/drawingml/2006/main">
            <a:off x="3443288" y="2867025"/>
            <a:ext cx="3048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CABBB2C-7B3B-4E20-87CA-E288AEF47ECB}"/>
              </a:ext>
            </a:extLst>
          </p:cNvPr>
          <p:cNvSpPr>
            <a:spLocks xmlns:a="http://schemas.openxmlformats.org/drawingml/2006/main" noGrp="1"/>
          </p:cNvSpPr>
          <p:nvPr/>
        </p:nvSpPr>
        <p:spPr>
          <a:xfrm xmlns:a="http://schemas.openxmlformats.org/drawingml/2006/main">
            <a:off x="6286500" y="2333625"/>
            <a:ext cx="2119313"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F28C28"/>
            </a:solidFill>
            <a:prstDash val="solid"/>
          </a:ln>
        </p:spPr>
      </p:sp>
      <p:sp>
        <p:nvSpPr>
          <p:cNvPr id="21" name="">
            <a:extLst xmlns:a="http://schemas.openxmlformats.org/drawingml/2006/main">
              <a:ext uri="{FF2B5EF4-FFF2-40B4-BE49-F238E27FC236}">
                <a16:creationId xmlns:a16="http://schemas.microsoft.com/office/drawing/2014/main" id="{B67F985E-6701-4ADC-BAE8-EA3C91855567}"/>
              </a:ext>
            </a:extLst>
          </p:cNvPr>
          <p:cNvSpPr>
            <a:spLocks xmlns:a="http://schemas.openxmlformats.org/drawingml/2006/main" noGrp="1"/>
          </p:cNvSpPr>
          <p:nvPr/>
        </p:nvSpPr>
        <p:spPr>
          <a:xfrm xmlns:a="http://schemas.openxmlformats.org/drawingml/2006/main">
            <a:off x="7117556" y="2428875"/>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fbd0da91538a4925">
            <a:extLst>
              <a:ext uri="{96DAC541-7B7A-43D3-8B79-37D633B846F1}">
                <asvg:svgBlip xmlns:asvg="http://schemas.microsoft.com/office/drawing/2016/SVG/main" r:embed="R5f254c8ac61d4dcc"/>
              </a:ext>
            </a:extLst>
          </a:blip>
          <a:stretch xmlns:a="http://schemas.openxmlformats.org/drawingml/2006/main"/>
        </p:blipFill>
        <p:spPr>
          <a:xfrm xmlns:a="http://schemas.openxmlformats.org/drawingml/2006/main">
            <a:off x="7222331" y="2533650"/>
            <a:ext cx="247650" cy="2476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8CA7018E-0371-46FA-A006-A2FDE426D273}"/>
              </a:ext>
            </a:extLst>
          </p:cNvPr>
          <p:cNvSpPr>
            <a:spLocks xmlns:a="http://schemas.openxmlformats.org/drawingml/2006/main" noGrp="1"/>
          </p:cNvSpPr>
          <p:nvPr/>
        </p:nvSpPr>
        <p:spPr>
          <a:xfrm xmlns:a="http://schemas.openxmlformats.org/drawingml/2006/main">
            <a:off x="6381750" y="2914650"/>
            <a:ext cx="19288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Security</a:t>
            </a:r>
          </a:p>
        </p:txBody>
      </p:sp>
      <p:sp>
        <p:nvSpPr>
          <p:cNvPr id="24" name="">
            <a:extLst xmlns:a="http://schemas.openxmlformats.org/drawingml/2006/main">
              <a:ext uri="{FF2B5EF4-FFF2-40B4-BE49-F238E27FC236}">
                <a16:creationId xmlns:a16="http://schemas.microsoft.com/office/drawing/2014/main" id="{EDA0D79E-AB0D-4CFC-89B9-211F59E3B00F}"/>
              </a:ext>
            </a:extLst>
          </p:cNvPr>
          <p:cNvSpPr>
            <a:spLocks xmlns:a="http://schemas.openxmlformats.org/drawingml/2006/main" noGrp="1"/>
          </p:cNvSpPr>
          <p:nvPr/>
        </p:nvSpPr>
        <p:spPr>
          <a:xfrm xmlns:a="http://schemas.openxmlformats.org/drawingml/2006/main">
            <a:off x="6400800" y="3171825"/>
            <a:ext cx="18907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Policy</a:t>
            </a:r>
          </a:p>
        </p:txBody>
      </p:sp>
      <p:sp>
        <p:nvSpPr>
          <p:cNvPr id="25" name="">
            <a:extLst xmlns:a="http://schemas.openxmlformats.org/drawingml/2006/main">
              <a:ext uri="{FF2B5EF4-FFF2-40B4-BE49-F238E27FC236}">
                <a16:creationId xmlns:a16="http://schemas.microsoft.com/office/drawing/2014/main" id="{F5A38713-9C26-4FA2-8EFE-2EE115D499C8}"/>
              </a:ext>
            </a:extLst>
          </p:cNvPr>
          <p:cNvSpPr>
            <a:spLocks xmlns:a="http://schemas.openxmlformats.org/drawingml/2006/main" noGrp="1"/>
          </p:cNvSpPr>
          <p:nvPr/>
        </p:nvSpPr>
        <p:spPr>
          <a:xfrm xmlns:a="http://schemas.openxmlformats.org/drawingml/2006/main">
            <a:off x="5943600" y="2867025"/>
            <a:ext cx="3048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2435BAA-4B54-414C-AE89-D6EED2642DE9}"/>
              </a:ext>
            </a:extLst>
          </p:cNvPr>
          <p:cNvSpPr>
            <a:spLocks xmlns:a="http://schemas.openxmlformats.org/drawingml/2006/main" noGrp="1"/>
          </p:cNvSpPr>
          <p:nvPr/>
        </p:nvSpPr>
        <p:spPr>
          <a:xfrm xmlns:a="http://schemas.openxmlformats.org/drawingml/2006/main">
            <a:off x="8786813" y="2333625"/>
            <a:ext cx="2119313"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1E9B65"/>
            </a:solidFill>
            <a:prstDash val="solid"/>
          </a:ln>
        </p:spPr>
      </p:sp>
      <p:sp>
        <p:nvSpPr>
          <p:cNvPr id="27" name="">
            <a:extLst xmlns:a="http://schemas.openxmlformats.org/drawingml/2006/main">
              <a:ext uri="{FF2B5EF4-FFF2-40B4-BE49-F238E27FC236}">
                <a16:creationId xmlns:a16="http://schemas.microsoft.com/office/drawing/2014/main" id="{540E4685-B99D-4142-AA99-B535A76868C9}"/>
              </a:ext>
            </a:extLst>
          </p:cNvPr>
          <p:cNvSpPr>
            <a:spLocks xmlns:a="http://schemas.openxmlformats.org/drawingml/2006/main" noGrp="1"/>
          </p:cNvSpPr>
          <p:nvPr/>
        </p:nvSpPr>
        <p:spPr>
          <a:xfrm xmlns:a="http://schemas.openxmlformats.org/drawingml/2006/main">
            <a:off x="9617869" y="2428875"/>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7c69f83ac214103">
            <a:extLst>
              <a:ext uri="{96DAC541-7B7A-43D3-8B79-37D633B846F1}">
                <asvg:svgBlip xmlns:asvg="http://schemas.microsoft.com/office/drawing/2016/SVG/main" r:embed="R29b53903dfed4f24"/>
              </a:ext>
            </a:extLst>
          </a:blip>
          <a:stretch xmlns:a="http://schemas.openxmlformats.org/drawingml/2006/main"/>
        </p:blipFill>
        <p:spPr>
          <a:xfrm xmlns:a="http://schemas.openxmlformats.org/drawingml/2006/main">
            <a:off x="9722644" y="2533650"/>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EF4EAE4F-2913-431B-8895-F8C3653E3D14}"/>
              </a:ext>
            </a:extLst>
          </p:cNvPr>
          <p:cNvSpPr>
            <a:spLocks xmlns:a="http://schemas.openxmlformats.org/drawingml/2006/main" noGrp="1"/>
          </p:cNvSpPr>
          <p:nvPr/>
        </p:nvSpPr>
        <p:spPr>
          <a:xfrm xmlns:a="http://schemas.openxmlformats.org/drawingml/2006/main">
            <a:off x="8882063" y="2914650"/>
            <a:ext cx="1928813"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Operations</a:t>
            </a:r>
          </a:p>
        </p:txBody>
      </p:sp>
      <p:sp>
        <p:nvSpPr>
          <p:cNvPr id="30" name="">
            <a:extLst xmlns:a="http://schemas.openxmlformats.org/drawingml/2006/main">
              <a:ext uri="{FF2B5EF4-FFF2-40B4-BE49-F238E27FC236}">
                <a16:creationId xmlns:a16="http://schemas.microsoft.com/office/drawing/2014/main" id="{71A19DC4-E7DE-4D81-AE9C-5FB4501E426B}"/>
              </a:ext>
            </a:extLst>
          </p:cNvPr>
          <p:cNvSpPr>
            <a:spLocks xmlns:a="http://schemas.openxmlformats.org/drawingml/2006/main" noGrp="1"/>
          </p:cNvSpPr>
          <p:nvPr/>
        </p:nvSpPr>
        <p:spPr>
          <a:xfrm xmlns:a="http://schemas.openxmlformats.org/drawingml/2006/main">
            <a:off x="8901113" y="3171825"/>
            <a:ext cx="1890713"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Service</a:t>
            </a:r>
          </a:p>
        </p:txBody>
      </p:sp>
      <p:sp>
        <p:nvSpPr>
          <p:cNvPr id="31" name="">
            <a:extLst xmlns:a="http://schemas.openxmlformats.org/drawingml/2006/main">
              <a:ext uri="{FF2B5EF4-FFF2-40B4-BE49-F238E27FC236}">
                <a16:creationId xmlns:a16="http://schemas.microsoft.com/office/drawing/2014/main" id="{34B67D7C-F2E0-41E9-8DB3-0227BC6B5382}"/>
              </a:ext>
            </a:extLst>
          </p:cNvPr>
          <p:cNvSpPr>
            <a:spLocks xmlns:a="http://schemas.openxmlformats.org/drawingml/2006/main" noGrp="1"/>
          </p:cNvSpPr>
          <p:nvPr/>
        </p:nvSpPr>
        <p:spPr>
          <a:xfrm xmlns:a="http://schemas.openxmlformats.org/drawingml/2006/main">
            <a:off x="8443913" y="2867025"/>
            <a:ext cx="3048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78375E9-2692-435B-B447-DB63045ECC5F}"/>
              </a:ext>
            </a:extLst>
          </p:cNvPr>
          <p:cNvSpPr>
            <a:spLocks xmlns:a="http://schemas.openxmlformats.org/drawingml/2006/main" noGrp="1"/>
          </p:cNvSpPr>
          <p:nvPr/>
        </p:nvSpPr>
        <p:spPr>
          <a:xfrm xmlns:a="http://schemas.openxmlformats.org/drawingml/2006/main">
            <a:off x="2381250" y="4191000"/>
            <a:ext cx="7429500" cy="838200"/>
          </a:xfrm>
          <a:prstGeom xmlns:a="http://schemas.openxmlformats.org/drawingml/2006/main" prst="roundRect">
            <a:avLst>
              <a:gd name="adj" fmla="val 13636"/>
            </a:avLst>
          </a:prstGeom>
          <a:solidFill xmlns:a="http://schemas.openxmlformats.org/drawingml/2006/main">
            <a:srgbClr val="082B5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E3C4665-2F68-448B-9A8A-9B374E5A8394}"/>
              </a:ext>
            </a:extLst>
          </p:cNvPr>
          <p:cNvSpPr>
            <a:spLocks xmlns:a="http://schemas.openxmlformats.org/drawingml/2006/main" noGrp="1"/>
          </p:cNvSpPr>
          <p:nvPr/>
        </p:nvSpPr>
        <p:spPr>
          <a:xfrm xmlns:a="http://schemas.openxmlformats.org/drawingml/2006/main">
            <a:off x="2714625" y="4362450"/>
            <a:ext cx="676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92"/>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One set of acceptance criteria, release scope, observability, and recovery</a:t>
            </a:r>
          </a:p>
        </p:txBody>
      </p:sp>
      <p:sp>
        <p:nvSpPr>
          <p:cNvPr id="34" name="">
            <a:extLst xmlns:a="http://schemas.openxmlformats.org/drawingml/2006/main">
              <a:ext uri="{FF2B5EF4-FFF2-40B4-BE49-F238E27FC236}">
                <a16:creationId xmlns:a16="http://schemas.microsoft.com/office/drawing/2014/main" id="{DDDDA144-1004-4CF0-ACB1-43499915E526}"/>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C4CF40F-ED82-40F6-90C0-FCFFF0E1A631}"/>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4AC6BC9-2B50-45B2-B4AB-39CE9E1098BC}"/>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Specialists keep distinct roles while sharing the service outcome.</a:t>
            </a:r>
          </a:p>
        </p:txBody>
      </p:sp>
    </p:spTree>
    <p:extLst>
      <p:ext uri="{BB962C8B-B14F-4D97-AF65-F5344CB8AC3E}">
        <p14:creationId xmlns:p14="http://schemas.microsoft.com/office/powerpoint/2010/main" val="3439286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08267A99-F0CC-497C-9DA1-097A0F464A0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AE5150-70DE-4B93-9010-CC35C4E5CC6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5242AD-D13F-40BB-B356-24F35438D3E1}"/>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20EC1228-8799-4E70-877D-BDB575E80989}"/>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CALMS: Automation</a:t>
            </a:r>
          </a:p>
        </p:txBody>
      </p:sp>
      <p:sp>
        <p:nvSpPr>
          <p:cNvPr id="5" name="">
            <a:extLst xmlns:a="http://schemas.openxmlformats.org/drawingml/2006/main">
              <a:ext uri="{FF2B5EF4-FFF2-40B4-BE49-F238E27FC236}">
                <a16:creationId xmlns:a16="http://schemas.microsoft.com/office/drawing/2014/main" id="{814A26A4-543D-42B4-BC06-BFC4F921C9A1}"/>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The safe path becomes the repeatable path</a:t>
            </a:r>
          </a:p>
        </p:txBody>
      </p:sp>
      <p:sp>
        <p:nvSpPr>
          <p:cNvPr id="6" name="">
            <a:extLst xmlns:a="http://schemas.openxmlformats.org/drawingml/2006/main">
              <a:ext uri="{FF2B5EF4-FFF2-40B4-BE49-F238E27FC236}">
                <a16:creationId xmlns:a16="http://schemas.microsoft.com/office/drawing/2014/main" id="{15E775DF-BC1A-4CA8-9124-6D5EB7A46EA6}"/>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EFDE87B-9E3A-4883-B6B8-04895BDD96B2}"/>
              </a:ext>
            </a:extLst>
          </p:cNvPr>
          <p:cNvSpPr>
            <a:spLocks xmlns:a="http://schemas.openxmlformats.org/drawingml/2006/main" noGrp="1"/>
          </p:cNvSpPr>
          <p:nvPr/>
        </p:nvSpPr>
        <p:spPr>
          <a:xfrm xmlns:a="http://schemas.openxmlformats.org/drawingml/2006/main">
            <a:off x="57150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0A6FAF"/>
            </a:solidFill>
            <a:prstDash val="solid"/>
          </a:ln>
        </p:spPr>
      </p:sp>
      <p:sp>
        <p:nvSpPr>
          <p:cNvPr id="8" name="">
            <a:extLst xmlns:a="http://schemas.openxmlformats.org/drawingml/2006/main">
              <a:ext uri="{FF2B5EF4-FFF2-40B4-BE49-F238E27FC236}">
                <a16:creationId xmlns:a16="http://schemas.microsoft.com/office/drawing/2014/main" id="{70064E47-64DD-4A1F-BD1D-F9D18F32045B}"/>
              </a:ext>
            </a:extLst>
          </p:cNvPr>
          <p:cNvSpPr>
            <a:spLocks xmlns:a="http://schemas.openxmlformats.org/drawingml/2006/main" noGrp="1"/>
          </p:cNvSpPr>
          <p:nvPr/>
        </p:nvSpPr>
        <p:spPr>
          <a:xfrm xmlns:a="http://schemas.openxmlformats.org/drawingml/2006/main">
            <a:off x="1356360"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b5717cb90964076">
            <a:extLst>
              <a:ext uri="{96DAC541-7B7A-43D3-8B79-37D633B846F1}">
                <asvg:svgBlip xmlns:asvg="http://schemas.microsoft.com/office/drawing/2016/SVG/main" r:embed="Raa587cc17360446d"/>
              </a:ext>
            </a:extLst>
          </a:blip>
          <a:stretch xmlns:a="http://schemas.openxmlformats.org/drawingml/2006/main"/>
        </p:blipFill>
        <p:spPr>
          <a:xfrm xmlns:a="http://schemas.openxmlformats.org/drawingml/2006/main">
            <a:off x="1461135"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F19F693-B390-43AF-A6CA-A6284B4A1929}"/>
              </a:ext>
            </a:extLst>
          </p:cNvPr>
          <p:cNvSpPr>
            <a:spLocks xmlns:a="http://schemas.openxmlformats.org/drawingml/2006/main" noGrp="1"/>
          </p:cNvSpPr>
          <p:nvPr/>
        </p:nvSpPr>
        <p:spPr>
          <a:xfrm xmlns:a="http://schemas.openxmlformats.org/drawingml/2006/main">
            <a:off x="66675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Build</a:t>
            </a:r>
          </a:p>
        </p:txBody>
      </p:sp>
      <p:sp>
        <p:nvSpPr>
          <p:cNvPr id="11" name="">
            <a:extLst xmlns:a="http://schemas.openxmlformats.org/drawingml/2006/main">
              <a:ext uri="{FF2B5EF4-FFF2-40B4-BE49-F238E27FC236}">
                <a16:creationId xmlns:a16="http://schemas.microsoft.com/office/drawing/2014/main" id="{79F2F3E7-919F-46E6-BE9C-758E693F071F}"/>
              </a:ext>
            </a:extLst>
          </p:cNvPr>
          <p:cNvSpPr>
            <a:spLocks xmlns:a="http://schemas.openxmlformats.org/drawingml/2006/main" noGrp="1"/>
          </p:cNvSpPr>
          <p:nvPr/>
        </p:nvSpPr>
        <p:spPr>
          <a:xfrm xmlns:a="http://schemas.openxmlformats.org/drawingml/2006/main">
            <a:off x="68580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Clean runtime</a:t>
            </a:r>
          </a:p>
        </p:txBody>
      </p:sp>
      <p:sp>
        <p:nvSpPr>
          <p:cNvPr id="12" name="">
            <a:extLst xmlns:a="http://schemas.openxmlformats.org/drawingml/2006/main">
              <a:ext uri="{FF2B5EF4-FFF2-40B4-BE49-F238E27FC236}">
                <a16:creationId xmlns:a16="http://schemas.microsoft.com/office/drawing/2014/main" id="{6D120668-4AC3-408C-8870-3C2DECEEA17F}"/>
              </a:ext>
            </a:extLst>
          </p:cNvPr>
          <p:cNvSpPr>
            <a:spLocks xmlns:a="http://schemas.openxmlformats.org/drawingml/2006/main" noGrp="1"/>
          </p:cNvSpPr>
          <p:nvPr/>
        </p:nvSpPr>
        <p:spPr>
          <a:xfrm xmlns:a="http://schemas.openxmlformats.org/drawingml/2006/main">
            <a:off x="282702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1E9B65"/>
            </a:solidFill>
            <a:prstDash val="solid"/>
          </a:ln>
        </p:spPr>
      </p:sp>
      <p:sp>
        <p:nvSpPr>
          <p:cNvPr id="13" name="">
            <a:extLst xmlns:a="http://schemas.openxmlformats.org/drawingml/2006/main">
              <a:ext uri="{FF2B5EF4-FFF2-40B4-BE49-F238E27FC236}">
                <a16:creationId xmlns:a16="http://schemas.microsoft.com/office/drawing/2014/main" id="{78D66A41-F125-4A70-83A0-44B8BD2FC20F}"/>
              </a:ext>
            </a:extLst>
          </p:cNvPr>
          <p:cNvSpPr>
            <a:spLocks xmlns:a="http://schemas.openxmlformats.org/drawingml/2006/main" noGrp="1"/>
          </p:cNvSpPr>
          <p:nvPr/>
        </p:nvSpPr>
        <p:spPr>
          <a:xfrm xmlns:a="http://schemas.openxmlformats.org/drawingml/2006/main">
            <a:off x="3611880"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c1677d8dec2b40cb">
            <a:extLst>
              <a:ext uri="{96DAC541-7B7A-43D3-8B79-37D633B846F1}">
                <asvg:svgBlip xmlns:asvg="http://schemas.microsoft.com/office/drawing/2016/SVG/main" r:embed="Re56b74c75a0749e0"/>
              </a:ext>
            </a:extLst>
          </a:blip>
          <a:stretch xmlns:a="http://schemas.openxmlformats.org/drawingml/2006/main"/>
        </p:blipFill>
        <p:spPr>
          <a:xfrm xmlns:a="http://schemas.openxmlformats.org/drawingml/2006/main">
            <a:off x="3716655"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4F9FE89-13E1-4D9E-8E13-AA8B0918D50A}"/>
              </a:ext>
            </a:extLst>
          </p:cNvPr>
          <p:cNvSpPr>
            <a:spLocks xmlns:a="http://schemas.openxmlformats.org/drawingml/2006/main" noGrp="1"/>
          </p:cNvSpPr>
          <p:nvPr/>
        </p:nvSpPr>
        <p:spPr>
          <a:xfrm xmlns:a="http://schemas.openxmlformats.org/drawingml/2006/main">
            <a:off x="292227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Test</a:t>
            </a:r>
          </a:p>
        </p:txBody>
      </p:sp>
      <p:sp>
        <p:nvSpPr>
          <p:cNvPr id="16" name="">
            <a:extLst xmlns:a="http://schemas.openxmlformats.org/drawingml/2006/main">
              <a:ext uri="{FF2B5EF4-FFF2-40B4-BE49-F238E27FC236}">
                <a16:creationId xmlns:a16="http://schemas.microsoft.com/office/drawing/2014/main" id="{70A5D8F1-ED3D-42FB-B165-C7D2FEA46EC7}"/>
              </a:ext>
            </a:extLst>
          </p:cNvPr>
          <p:cNvSpPr>
            <a:spLocks xmlns:a="http://schemas.openxmlformats.org/drawingml/2006/main" noGrp="1"/>
          </p:cNvSpPr>
          <p:nvPr/>
        </p:nvSpPr>
        <p:spPr>
          <a:xfrm xmlns:a="http://schemas.openxmlformats.org/drawingml/2006/main">
            <a:off x="294132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Required checks</a:t>
            </a:r>
          </a:p>
        </p:txBody>
      </p:sp>
      <p:sp>
        <p:nvSpPr>
          <p:cNvPr id="17" name="">
            <a:extLst xmlns:a="http://schemas.openxmlformats.org/drawingml/2006/main">
              <a:ext uri="{FF2B5EF4-FFF2-40B4-BE49-F238E27FC236}">
                <a16:creationId xmlns:a16="http://schemas.microsoft.com/office/drawing/2014/main" id="{50FD15BC-03F1-4EF8-A7C4-6821C9154696}"/>
              </a:ext>
            </a:extLst>
          </p:cNvPr>
          <p:cNvSpPr>
            <a:spLocks xmlns:a="http://schemas.openxmlformats.org/drawingml/2006/main" noGrp="1"/>
          </p:cNvSpPr>
          <p:nvPr/>
        </p:nvSpPr>
        <p:spPr>
          <a:xfrm xmlns:a="http://schemas.openxmlformats.org/drawingml/2006/main">
            <a:off x="263652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F8C4513-8C7C-4A13-84CC-D7884CEF1A46}"/>
              </a:ext>
            </a:extLst>
          </p:cNvPr>
          <p:cNvSpPr>
            <a:spLocks xmlns:a="http://schemas.openxmlformats.org/drawingml/2006/main" noGrp="1"/>
          </p:cNvSpPr>
          <p:nvPr/>
        </p:nvSpPr>
        <p:spPr>
          <a:xfrm xmlns:a="http://schemas.openxmlformats.org/drawingml/2006/main">
            <a:off x="508254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F28C28"/>
            </a:solidFill>
            <a:prstDash val="solid"/>
          </a:ln>
        </p:spPr>
      </p:sp>
      <p:sp>
        <p:nvSpPr>
          <p:cNvPr id="19" name="">
            <a:extLst xmlns:a="http://schemas.openxmlformats.org/drawingml/2006/main">
              <a:ext uri="{FF2B5EF4-FFF2-40B4-BE49-F238E27FC236}">
                <a16:creationId xmlns:a16="http://schemas.microsoft.com/office/drawing/2014/main" id="{F24F7770-B624-4163-91B8-6F6676F6C321}"/>
              </a:ext>
            </a:extLst>
          </p:cNvPr>
          <p:cNvSpPr>
            <a:spLocks xmlns:a="http://schemas.openxmlformats.org/drawingml/2006/main" noGrp="1"/>
          </p:cNvSpPr>
          <p:nvPr/>
        </p:nvSpPr>
        <p:spPr>
          <a:xfrm xmlns:a="http://schemas.openxmlformats.org/drawingml/2006/main">
            <a:off x="586740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6f51e97c416a4000">
            <a:extLst>
              <a:ext uri="{96DAC541-7B7A-43D3-8B79-37D633B846F1}">
                <asvg:svgBlip xmlns:asvg="http://schemas.microsoft.com/office/drawing/2016/SVG/main" r:embed="R6f4410bd64794553"/>
              </a:ext>
            </a:extLst>
          </a:blip>
          <a:stretch xmlns:a="http://schemas.openxmlformats.org/drawingml/2006/main"/>
        </p:blipFill>
        <p:spPr>
          <a:xfrm xmlns:a="http://schemas.openxmlformats.org/drawingml/2006/main">
            <a:off x="5972175"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B27D4E7-E7FB-4C0A-8403-15C1E219A4BE}"/>
              </a:ext>
            </a:extLst>
          </p:cNvPr>
          <p:cNvSpPr>
            <a:spLocks xmlns:a="http://schemas.openxmlformats.org/drawingml/2006/main" noGrp="1"/>
          </p:cNvSpPr>
          <p:nvPr/>
        </p:nvSpPr>
        <p:spPr>
          <a:xfrm xmlns:a="http://schemas.openxmlformats.org/drawingml/2006/main">
            <a:off x="517779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Secure</a:t>
            </a:r>
          </a:p>
        </p:txBody>
      </p:sp>
      <p:sp>
        <p:nvSpPr>
          <p:cNvPr id="22" name="">
            <a:extLst xmlns:a="http://schemas.openxmlformats.org/drawingml/2006/main">
              <a:ext uri="{FF2B5EF4-FFF2-40B4-BE49-F238E27FC236}">
                <a16:creationId xmlns:a16="http://schemas.microsoft.com/office/drawing/2014/main" id="{0B246BB9-0BD9-48A6-84A1-3093DFE4C304}"/>
              </a:ext>
            </a:extLst>
          </p:cNvPr>
          <p:cNvSpPr>
            <a:spLocks xmlns:a="http://schemas.openxmlformats.org/drawingml/2006/main" noGrp="1"/>
          </p:cNvSpPr>
          <p:nvPr/>
        </p:nvSpPr>
        <p:spPr>
          <a:xfrm xmlns:a="http://schemas.openxmlformats.org/drawingml/2006/main">
            <a:off x="519684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Policy and identity</a:t>
            </a:r>
          </a:p>
        </p:txBody>
      </p:sp>
      <p:sp>
        <p:nvSpPr>
          <p:cNvPr id="23" name="">
            <a:extLst xmlns:a="http://schemas.openxmlformats.org/drawingml/2006/main">
              <a:ext uri="{FF2B5EF4-FFF2-40B4-BE49-F238E27FC236}">
                <a16:creationId xmlns:a16="http://schemas.microsoft.com/office/drawing/2014/main" id="{F761A1B3-BB6A-476F-82BA-B26B5D87FBCF}"/>
              </a:ext>
            </a:extLst>
          </p:cNvPr>
          <p:cNvSpPr>
            <a:spLocks xmlns:a="http://schemas.openxmlformats.org/drawingml/2006/main" noGrp="1"/>
          </p:cNvSpPr>
          <p:nvPr/>
        </p:nvSpPr>
        <p:spPr>
          <a:xfrm xmlns:a="http://schemas.openxmlformats.org/drawingml/2006/main">
            <a:off x="489204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1DB337F-5198-436E-BE4B-AA81DA84FEF9}"/>
              </a:ext>
            </a:extLst>
          </p:cNvPr>
          <p:cNvSpPr>
            <a:spLocks xmlns:a="http://schemas.openxmlformats.org/drawingml/2006/main" noGrp="1"/>
          </p:cNvSpPr>
          <p:nvPr/>
        </p:nvSpPr>
        <p:spPr>
          <a:xfrm xmlns:a="http://schemas.openxmlformats.org/drawingml/2006/main">
            <a:off x="733806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8CC7815C-6B12-4799-B4A3-F501C09E68C9}"/>
              </a:ext>
            </a:extLst>
          </p:cNvPr>
          <p:cNvSpPr>
            <a:spLocks xmlns:a="http://schemas.openxmlformats.org/drawingml/2006/main" noGrp="1"/>
          </p:cNvSpPr>
          <p:nvPr/>
        </p:nvSpPr>
        <p:spPr>
          <a:xfrm xmlns:a="http://schemas.openxmlformats.org/drawingml/2006/main">
            <a:off x="8122920" y="19050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56b0027a13234a9e">
            <a:extLst>
              <a:ext uri="{96DAC541-7B7A-43D3-8B79-37D633B846F1}">
                <asvg:svgBlip xmlns:asvg="http://schemas.microsoft.com/office/drawing/2016/SVG/main" r:embed="R93f58a32ffee4689"/>
              </a:ext>
            </a:extLst>
          </a:blip>
          <a:stretch xmlns:a="http://schemas.openxmlformats.org/drawingml/2006/main"/>
        </p:blipFill>
        <p:spPr>
          <a:xfrm xmlns:a="http://schemas.openxmlformats.org/drawingml/2006/main">
            <a:off x="8227695"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F1ECC2D-8BA0-44E4-9FD8-9E18BB376263}"/>
              </a:ext>
            </a:extLst>
          </p:cNvPr>
          <p:cNvSpPr>
            <a:spLocks xmlns:a="http://schemas.openxmlformats.org/drawingml/2006/main" noGrp="1"/>
          </p:cNvSpPr>
          <p:nvPr/>
        </p:nvSpPr>
        <p:spPr>
          <a:xfrm xmlns:a="http://schemas.openxmlformats.org/drawingml/2006/main">
            <a:off x="743331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Deploy</a:t>
            </a:r>
          </a:p>
        </p:txBody>
      </p:sp>
      <p:sp>
        <p:nvSpPr>
          <p:cNvPr id="28" name="">
            <a:extLst xmlns:a="http://schemas.openxmlformats.org/drawingml/2006/main">
              <a:ext uri="{FF2B5EF4-FFF2-40B4-BE49-F238E27FC236}">
                <a16:creationId xmlns:a16="http://schemas.microsoft.com/office/drawing/2014/main" id="{67318323-240C-414B-ABF4-871AA1D1E80A}"/>
              </a:ext>
            </a:extLst>
          </p:cNvPr>
          <p:cNvSpPr>
            <a:spLocks xmlns:a="http://schemas.openxmlformats.org/drawingml/2006/main" noGrp="1"/>
          </p:cNvSpPr>
          <p:nvPr/>
        </p:nvSpPr>
        <p:spPr>
          <a:xfrm xmlns:a="http://schemas.openxmlformats.org/drawingml/2006/main">
            <a:off x="745236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Bounded change</a:t>
            </a:r>
          </a:p>
        </p:txBody>
      </p:sp>
      <p:sp>
        <p:nvSpPr>
          <p:cNvPr id="29" name="">
            <a:extLst xmlns:a="http://schemas.openxmlformats.org/drawingml/2006/main">
              <a:ext uri="{FF2B5EF4-FFF2-40B4-BE49-F238E27FC236}">
                <a16:creationId xmlns:a16="http://schemas.microsoft.com/office/drawing/2014/main" id="{ED06CF12-62D4-4BCB-82FD-347A2FD8E779}"/>
              </a:ext>
            </a:extLst>
          </p:cNvPr>
          <p:cNvSpPr>
            <a:spLocks xmlns:a="http://schemas.openxmlformats.org/drawingml/2006/main" noGrp="1"/>
          </p:cNvSpPr>
          <p:nvPr/>
        </p:nvSpPr>
        <p:spPr>
          <a:xfrm xmlns:a="http://schemas.openxmlformats.org/drawingml/2006/main">
            <a:off x="714756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B2376D6-7BB7-42C9-9198-32DA597FE7A2}"/>
              </a:ext>
            </a:extLst>
          </p:cNvPr>
          <p:cNvSpPr>
            <a:spLocks xmlns:a="http://schemas.openxmlformats.org/drawingml/2006/main" noGrp="1"/>
          </p:cNvSpPr>
          <p:nvPr/>
        </p:nvSpPr>
        <p:spPr>
          <a:xfrm xmlns:a="http://schemas.openxmlformats.org/drawingml/2006/main">
            <a:off x="959358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D64545"/>
            </a:solidFill>
            <a:prstDash val="solid"/>
          </a:ln>
        </p:spPr>
      </p:sp>
      <p:sp>
        <p:nvSpPr>
          <p:cNvPr id="31" name="">
            <a:extLst xmlns:a="http://schemas.openxmlformats.org/drawingml/2006/main">
              <a:ext uri="{FF2B5EF4-FFF2-40B4-BE49-F238E27FC236}">
                <a16:creationId xmlns:a16="http://schemas.microsoft.com/office/drawing/2014/main" id="{BFE273F8-2938-4647-AC66-F5427DE19BCE}"/>
              </a:ext>
            </a:extLst>
          </p:cNvPr>
          <p:cNvSpPr>
            <a:spLocks xmlns:a="http://schemas.openxmlformats.org/drawingml/2006/main" noGrp="1"/>
          </p:cNvSpPr>
          <p:nvPr/>
        </p:nvSpPr>
        <p:spPr>
          <a:xfrm xmlns:a="http://schemas.openxmlformats.org/drawingml/2006/main">
            <a:off x="10378440" y="1905000"/>
            <a:ext cx="457200" cy="457200"/>
          </a:xfrm>
          <a:prstGeom xmlns:a="http://schemas.openxmlformats.org/drawingml/2006/main" prst="ellipse">
            <a:avLst/>
          </a:prstGeom>
          <a:solidFill xmlns:a="http://schemas.openxmlformats.org/drawingml/2006/main">
            <a:srgbClr val="D64545"/>
          </a:solidFill>
          <a:ln xmlns:a="http://schemas.openxmlformats.org/drawingml/2006/main" w="0">
            <a:no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74d05b09814c4919">
            <a:extLst>
              <a:ext uri="{96DAC541-7B7A-43D3-8B79-37D633B846F1}">
                <asvg:svgBlip xmlns:asvg="http://schemas.microsoft.com/office/drawing/2016/SVG/main" r:embed="R69ad5d5d76ac4ebe"/>
              </a:ext>
            </a:extLst>
          </a:blip>
          <a:stretch xmlns:a="http://schemas.openxmlformats.org/drawingml/2006/main"/>
        </p:blipFill>
        <p:spPr>
          <a:xfrm xmlns:a="http://schemas.openxmlformats.org/drawingml/2006/main">
            <a:off x="10483215" y="200977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97C143FC-2038-47B8-ADC3-9E5F6B28DE91}"/>
              </a:ext>
            </a:extLst>
          </p:cNvPr>
          <p:cNvSpPr>
            <a:spLocks xmlns:a="http://schemas.openxmlformats.org/drawingml/2006/main" noGrp="1"/>
          </p:cNvSpPr>
          <p:nvPr/>
        </p:nvSpPr>
        <p:spPr>
          <a:xfrm xmlns:a="http://schemas.openxmlformats.org/drawingml/2006/main">
            <a:off x="968883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Recover</a:t>
            </a:r>
          </a:p>
        </p:txBody>
      </p:sp>
      <p:sp>
        <p:nvSpPr>
          <p:cNvPr id="34" name="">
            <a:extLst xmlns:a="http://schemas.openxmlformats.org/drawingml/2006/main">
              <a:ext uri="{FF2B5EF4-FFF2-40B4-BE49-F238E27FC236}">
                <a16:creationId xmlns:a16="http://schemas.microsoft.com/office/drawing/2014/main" id="{330F110B-5251-4703-BEA1-A3F75EFC8E1B}"/>
              </a:ext>
            </a:extLst>
          </p:cNvPr>
          <p:cNvSpPr>
            <a:spLocks xmlns:a="http://schemas.openxmlformats.org/drawingml/2006/main" noGrp="1"/>
          </p:cNvSpPr>
          <p:nvPr/>
        </p:nvSpPr>
        <p:spPr>
          <a:xfrm xmlns:a="http://schemas.openxmlformats.org/drawingml/2006/main">
            <a:off x="970788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Tested response</a:t>
            </a:r>
          </a:p>
        </p:txBody>
      </p:sp>
      <p:sp>
        <p:nvSpPr>
          <p:cNvPr id="35" name="">
            <a:extLst xmlns:a="http://schemas.openxmlformats.org/drawingml/2006/main">
              <a:ext uri="{FF2B5EF4-FFF2-40B4-BE49-F238E27FC236}">
                <a16:creationId xmlns:a16="http://schemas.microsoft.com/office/drawing/2014/main" id="{A1772A1D-3492-4A7D-A2EB-36DEF8A141B5}"/>
              </a:ext>
            </a:extLst>
          </p:cNvPr>
          <p:cNvSpPr>
            <a:spLocks xmlns:a="http://schemas.openxmlformats.org/drawingml/2006/main" noGrp="1"/>
          </p:cNvSpPr>
          <p:nvPr/>
        </p:nvSpPr>
        <p:spPr>
          <a:xfrm xmlns:a="http://schemas.openxmlformats.org/drawingml/2006/main">
            <a:off x="940308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3E0C100-2EA9-4EBE-81BB-1CF2D6C89077}"/>
              </a:ext>
            </a:extLst>
          </p:cNvPr>
          <p:cNvSpPr>
            <a:spLocks xmlns:a="http://schemas.openxmlformats.org/drawingml/2006/main" noGrp="1"/>
          </p:cNvSpPr>
          <p:nvPr/>
        </p:nvSpPr>
        <p:spPr>
          <a:xfrm xmlns:a="http://schemas.openxmlformats.org/drawingml/2006/main">
            <a:off x="1428750" y="381000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90EFB5B9-02C6-4C69-9BCA-35D8806DDB26}"/>
              </a:ext>
            </a:extLst>
          </p:cNvPr>
          <p:cNvSpPr>
            <a:spLocks xmlns:a="http://schemas.openxmlformats.org/drawingml/2006/main" noGrp="1"/>
          </p:cNvSpPr>
          <p:nvPr/>
        </p:nvSpPr>
        <p:spPr>
          <a:xfrm xmlns:a="http://schemas.openxmlformats.org/drawingml/2006/main">
            <a:off x="1428750" y="3810000"/>
            <a:ext cx="76200" cy="12382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431D1F4-EC6D-4A4C-A01F-D71850BDD926}"/>
              </a:ext>
            </a:extLst>
          </p:cNvPr>
          <p:cNvSpPr>
            <a:spLocks xmlns:a="http://schemas.openxmlformats.org/drawingml/2006/main" noGrp="1"/>
          </p:cNvSpPr>
          <p:nvPr/>
        </p:nvSpPr>
        <p:spPr>
          <a:xfrm xmlns:a="http://schemas.openxmlformats.org/drawingml/2006/main">
            <a:off x="1638300" y="398145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Versioned</a:t>
            </a:r>
          </a:p>
        </p:txBody>
      </p:sp>
      <p:sp>
        <p:nvSpPr>
          <p:cNvPr id="39" name="">
            <a:extLst xmlns:a="http://schemas.openxmlformats.org/drawingml/2006/main">
              <a:ext uri="{FF2B5EF4-FFF2-40B4-BE49-F238E27FC236}">
                <a16:creationId xmlns:a16="http://schemas.microsoft.com/office/drawing/2014/main" id="{8E69F982-4372-4E96-8CB2-78694959B3B9}"/>
              </a:ext>
            </a:extLst>
          </p:cNvPr>
          <p:cNvSpPr>
            <a:spLocks xmlns:a="http://schemas.openxmlformats.org/drawingml/2006/main" noGrp="1"/>
          </p:cNvSpPr>
          <p:nvPr/>
        </p:nvSpPr>
        <p:spPr>
          <a:xfrm xmlns:a="http://schemas.openxmlformats.org/drawingml/2006/main">
            <a:off x="1638300" y="437197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Code, pipeline, policy, and recovery instructions change together.</a:t>
            </a:r>
          </a:p>
        </p:txBody>
      </p:sp>
      <p:sp>
        <p:nvSpPr>
          <p:cNvPr id="40" name="">
            <a:extLst xmlns:a="http://schemas.openxmlformats.org/drawingml/2006/main">
              <a:ext uri="{FF2B5EF4-FFF2-40B4-BE49-F238E27FC236}">
                <a16:creationId xmlns:a16="http://schemas.microsoft.com/office/drawing/2014/main" id="{9EA16626-825C-4769-8333-C129F07E67EA}"/>
              </a:ext>
            </a:extLst>
          </p:cNvPr>
          <p:cNvSpPr>
            <a:spLocks xmlns:a="http://schemas.openxmlformats.org/drawingml/2006/main" noGrp="1"/>
          </p:cNvSpPr>
          <p:nvPr/>
        </p:nvSpPr>
        <p:spPr>
          <a:xfrm xmlns:a="http://schemas.openxmlformats.org/drawingml/2006/main">
            <a:off x="4667250" y="381000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1" name="">
            <a:extLst xmlns:a="http://schemas.openxmlformats.org/drawingml/2006/main">
              <a:ext uri="{FF2B5EF4-FFF2-40B4-BE49-F238E27FC236}">
                <a16:creationId xmlns:a16="http://schemas.microsoft.com/office/drawing/2014/main" id="{862595D7-4C66-40A9-BD5C-E7B4036413B3}"/>
              </a:ext>
            </a:extLst>
          </p:cNvPr>
          <p:cNvSpPr>
            <a:spLocks xmlns:a="http://schemas.openxmlformats.org/drawingml/2006/main" noGrp="1"/>
          </p:cNvSpPr>
          <p:nvPr/>
        </p:nvSpPr>
        <p:spPr>
          <a:xfrm xmlns:a="http://schemas.openxmlformats.org/drawingml/2006/main">
            <a:off x="4667250" y="3810000"/>
            <a:ext cx="76200" cy="123825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B6C620C-A210-4004-A0FD-76C79EA2E6E2}"/>
              </a:ext>
            </a:extLst>
          </p:cNvPr>
          <p:cNvSpPr>
            <a:spLocks xmlns:a="http://schemas.openxmlformats.org/drawingml/2006/main" noGrp="1"/>
          </p:cNvSpPr>
          <p:nvPr/>
        </p:nvSpPr>
        <p:spPr>
          <a:xfrm xmlns:a="http://schemas.openxmlformats.org/drawingml/2006/main">
            <a:off x="4876800" y="398145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Observable</a:t>
            </a:r>
          </a:p>
        </p:txBody>
      </p:sp>
      <p:sp>
        <p:nvSpPr>
          <p:cNvPr id="43" name="">
            <a:extLst xmlns:a="http://schemas.openxmlformats.org/drawingml/2006/main">
              <a:ext uri="{FF2B5EF4-FFF2-40B4-BE49-F238E27FC236}">
                <a16:creationId xmlns:a16="http://schemas.microsoft.com/office/drawing/2014/main" id="{D7E2025A-CC28-4C00-95A2-4869ABCD5966}"/>
              </a:ext>
            </a:extLst>
          </p:cNvPr>
          <p:cNvSpPr>
            <a:spLocks xmlns:a="http://schemas.openxmlformats.org/drawingml/2006/main" noGrp="1"/>
          </p:cNvSpPr>
          <p:nvPr/>
        </p:nvSpPr>
        <p:spPr>
          <a:xfrm xmlns:a="http://schemas.openxmlformats.org/drawingml/2006/main">
            <a:off x="4876800" y="437197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Every job exposes progress, failure, and evidence.</a:t>
            </a:r>
          </a:p>
        </p:txBody>
      </p:sp>
      <p:sp>
        <p:nvSpPr>
          <p:cNvPr id="44" name="">
            <a:extLst xmlns:a="http://schemas.openxmlformats.org/drawingml/2006/main">
              <a:ext uri="{FF2B5EF4-FFF2-40B4-BE49-F238E27FC236}">
                <a16:creationId xmlns:a16="http://schemas.microsoft.com/office/drawing/2014/main" id="{EC4ADFD9-74BA-42A8-89EA-B7967883018A}"/>
              </a:ext>
            </a:extLst>
          </p:cNvPr>
          <p:cNvSpPr>
            <a:spLocks xmlns:a="http://schemas.openxmlformats.org/drawingml/2006/main" noGrp="1"/>
          </p:cNvSpPr>
          <p:nvPr/>
        </p:nvSpPr>
        <p:spPr>
          <a:xfrm xmlns:a="http://schemas.openxmlformats.org/drawingml/2006/main">
            <a:off x="7905750" y="3810000"/>
            <a:ext cx="285750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5" name="">
            <a:extLst xmlns:a="http://schemas.openxmlformats.org/drawingml/2006/main">
              <a:ext uri="{FF2B5EF4-FFF2-40B4-BE49-F238E27FC236}">
                <a16:creationId xmlns:a16="http://schemas.microsoft.com/office/drawing/2014/main" id="{650F1041-C039-46A3-AE22-AD542B3C893D}"/>
              </a:ext>
            </a:extLst>
          </p:cNvPr>
          <p:cNvSpPr>
            <a:spLocks xmlns:a="http://schemas.openxmlformats.org/drawingml/2006/main" noGrp="1"/>
          </p:cNvSpPr>
          <p:nvPr/>
        </p:nvSpPr>
        <p:spPr>
          <a:xfrm xmlns:a="http://schemas.openxmlformats.org/drawingml/2006/main">
            <a:off x="7905750" y="3810000"/>
            <a:ext cx="76200" cy="123825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423158C-D10E-41DC-8FF1-8097D3D78E2E}"/>
              </a:ext>
            </a:extLst>
          </p:cNvPr>
          <p:cNvSpPr>
            <a:spLocks xmlns:a="http://schemas.openxmlformats.org/drawingml/2006/main" noGrp="1"/>
          </p:cNvSpPr>
          <p:nvPr/>
        </p:nvSpPr>
        <p:spPr>
          <a:xfrm xmlns:a="http://schemas.openxmlformats.org/drawingml/2006/main">
            <a:off x="8115300" y="398145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Bounded</a:t>
            </a:r>
          </a:p>
        </p:txBody>
      </p:sp>
      <p:sp>
        <p:nvSpPr>
          <p:cNvPr id="47" name="">
            <a:extLst xmlns:a="http://schemas.openxmlformats.org/drawingml/2006/main">
              <a:ext uri="{FF2B5EF4-FFF2-40B4-BE49-F238E27FC236}">
                <a16:creationId xmlns:a16="http://schemas.microsoft.com/office/drawing/2014/main" id="{93C474E3-6047-401E-93B4-6058DD89B4FF}"/>
              </a:ext>
            </a:extLst>
          </p:cNvPr>
          <p:cNvSpPr>
            <a:spLocks xmlns:a="http://schemas.openxmlformats.org/drawingml/2006/main" noGrp="1"/>
          </p:cNvSpPr>
          <p:nvPr/>
        </p:nvSpPr>
        <p:spPr>
          <a:xfrm xmlns:a="http://schemas.openxmlformats.org/drawingml/2006/main">
            <a:off x="8115300" y="4371975"/>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Timeouts, target scope, and stop conditions limit risk.</a:t>
            </a:r>
          </a:p>
        </p:txBody>
      </p:sp>
      <p:sp>
        <p:nvSpPr>
          <p:cNvPr id="48" name="">
            <a:extLst xmlns:a="http://schemas.openxmlformats.org/drawingml/2006/main">
              <a:ext uri="{FF2B5EF4-FFF2-40B4-BE49-F238E27FC236}">
                <a16:creationId xmlns:a16="http://schemas.microsoft.com/office/drawing/2014/main" id="{DFA361B2-FC34-4ED4-8CC1-F4337B3EB56F}"/>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79B7A741-8C8C-476F-8D8A-F6499D704772}"/>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16F7CB72-C256-4B47-8C57-4A9FB2F0552C}"/>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Manual approval can remain when it refers to an exact artifact and scope.</a:t>
            </a:r>
          </a:p>
        </p:txBody>
      </p:sp>
    </p:spTree>
    <p:extLst>
      <p:ext uri="{BB962C8B-B14F-4D97-AF65-F5344CB8AC3E}">
        <p14:creationId xmlns:p14="http://schemas.microsoft.com/office/powerpoint/2010/main" val="9145977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B47753-15BB-4F95-B087-CB7A1925176F}"/>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86D35C-2EB8-452A-8D54-1B60960D00B0}"/>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387379-12B7-4CAC-B995-1C80BB013B58}"/>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7F681225-F7C1-4B87-9F50-AE62E060EA58}"/>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CALMS: Lean</a:t>
            </a:r>
          </a:p>
        </p:txBody>
      </p:sp>
      <p:sp>
        <p:nvSpPr>
          <p:cNvPr id="5" name="">
            <a:extLst xmlns:a="http://schemas.openxmlformats.org/drawingml/2006/main">
              <a:ext uri="{FF2B5EF4-FFF2-40B4-BE49-F238E27FC236}">
                <a16:creationId xmlns:a16="http://schemas.microsoft.com/office/drawing/2014/main" id="{01232095-0176-4648-9703-36D1CBFB4E0E}"/>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Smaller batches expose delay and reduce release risk</a:t>
            </a:r>
          </a:p>
        </p:txBody>
      </p:sp>
      <p:sp>
        <p:nvSpPr>
          <p:cNvPr id="6" name="">
            <a:extLst xmlns:a="http://schemas.openxmlformats.org/drawingml/2006/main">
              <a:ext uri="{FF2B5EF4-FFF2-40B4-BE49-F238E27FC236}">
                <a16:creationId xmlns:a16="http://schemas.microsoft.com/office/drawing/2014/main" id="{A878857D-F8F9-430E-85BE-B078A1622361}"/>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99AFA0-07E0-4F19-9C35-D4CCE69A3BE5}"/>
              </a:ext>
            </a:extLst>
          </p:cNvPr>
          <p:cNvSpPr>
            <a:spLocks xmlns:a="http://schemas.openxmlformats.org/drawingml/2006/main" noGrp="1"/>
          </p:cNvSpPr>
          <p:nvPr/>
        </p:nvSpPr>
        <p:spPr>
          <a:xfrm xmlns:a="http://schemas.openxmlformats.org/drawingml/2006/main">
            <a:off x="666750" y="1809750"/>
            <a:ext cx="4762500" cy="3000375"/>
          </a:xfrm>
          <a:prstGeom xmlns:a="http://schemas.openxmlformats.org/drawingml/2006/main" prst="roundRect">
            <a:avLst>
              <a:gd name="adj" fmla="val 3810"/>
            </a:avLst>
          </a:prstGeom>
          <a:solidFill xmlns:a="http://schemas.openxmlformats.org/drawingml/2006/main">
            <a:srgbClr val="FFF1F1"/>
          </a:solidFill>
          <a:ln xmlns:a="http://schemas.openxmlformats.org/drawingml/2006/main" w="9525">
            <a:solidFill>
              <a:srgbClr val="F1B8B8"/>
            </a:solidFill>
            <a:prstDash val="solid"/>
          </a:ln>
        </p:spPr>
      </p:sp>
      <p:sp>
        <p:nvSpPr>
          <p:cNvPr id="8" name="">
            <a:extLst xmlns:a="http://schemas.openxmlformats.org/drawingml/2006/main">
              <a:ext uri="{FF2B5EF4-FFF2-40B4-BE49-F238E27FC236}">
                <a16:creationId xmlns:a16="http://schemas.microsoft.com/office/drawing/2014/main" id="{591BCCFA-75FB-4427-B215-5EF0DF4E5544}"/>
              </a:ext>
            </a:extLst>
          </p:cNvPr>
          <p:cNvSpPr>
            <a:spLocks xmlns:a="http://schemas.openxmlformats.org/drawingml/2006/main" noGrp="1"/>
          </p:cNvSpPr>
          <p:nvPr/>
        </p:nvSpPr>
        <p:spPr>
          <a:xfrm xmlns:a="http://schemas.openxmlformats.org/drawingml/2006/main">
            <a:off x="1047750" y="204787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LARGE BATCH</a:t>
            </a:r>
          </a:p>
        </p:txBody>
      </p:sp>
      <p:sp>
        <p:nvSpPr>
          <p:cNvPr id="9" name="">
            <a:extLst xmlns:a="http://schemas.openxmlformats.org/drawingml/2006/main">
              <a:ext uri="{FF2B5EF4-FFF2-40B4-BE49-F238E27FC236}">
                <a16:creationId xmlns:a16="http://schemas.microsoft.com/office/drawing/2014/main" id="{07ABC8C6-4228-4179-9002-CF4B36ECC510}"/>
              </a:ext>
            </a:extLst>
          </p:cNvPr>
          <p:cNvSpPr>
            <a:spLocks xmlns:a="http://schemas.openxmlformats.org/drawingml/2006/main" noGrp="1"/>
          </p:cNvSpPr>
          <p:nvPr/>
        </p:nvSpPr>
        <p:spPr>
          <a:xfrm xmlns:a="http://schemas.openxmlformats.org/drawingml/2006/main">
            <a:off x="1190625" y="26670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ctr">
              <a:defRPr sz="1500" b="1">
                <a:solidFill>
                  <a:srgbClr val="10243E"/>
                </a:solidFill>
                <a:latin typeface="Helvetica Neue"/>
                <a:ea typeface="Helvetica Neue"/>
                <a:cs typeface="Helvetica Neue"/>
              </a:defRPr>
            </a:pPr>
            <a:r>
              <a:rPr sz="1500" b="1">
                <a:solidFill>
                  <a:srgbClr val="10243E"/>
                </a:solidFill>
                <a:latin typeface="Helvetica Neue"/>
                <a:ea typeface="Helvetica Neue"/>
                <a:cs typeface="Helvetica Neue"/>
              </a:rPr>
              <a:t>Many changes wait together</a:t>
            </a:r>
          </a:p>
        </p:txBody>
      </p:sp>
      <p:sp>
        <p:nvSpPr>
          <p:cNvPr id="10" name="">
            <a:extLst xmlns:a="http://schemas.openxmlformats.org/drawingml/2006/main">
              <a:ext uri="{FF2B5EF4-FFF2-40B4-BE49-F238E27FC236}">
                <a16:creationId xmlns:a16="http://schemas.microsoft.com/office/drawing/2014/main" id="{F9B6EB90-D24E-4D13-BD62-5C271EE7A3A5}"/>
              </a:ext>
            </a:extLst>
          </p:cNvPr>
          <p:cNvSpPr>
            <a:spLocks xmlns:a="http://schemas.openxmlformats.org/drawingml/2006/main" noGrp="1"/>
          </p:cNvSpPr>
          <p:nvPr/>
        </p:nvSpPr>
        <p:spPr>
          <a:xfrm xmlns:a="http://schemas.openxmlformats.org/drawingml/2006/main">
            <a:off x="1524000" y="319087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Late integration</a:t>
            </a:r>
          </a:p>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Long review queue</a:t>
            </a:r>
          </a:p>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Harder diagnosis</a:t>
            </a:r>
          </a:p>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Large recovery scope</a:t>
            </a:r>
          </a:p>
        </p:txBody>
      </p:sp>
      <p:sp>
        <p:nvSpPr>
          <p:cNvPr id="11" name="">
            <a:extLst xmlns:a="http://schemas.openxmlformats.org/drawingml/2006/main">
              <a:ext uri="{FF2B5EF4-FFF2-40B4-BE49-F238E27FC236}">
                <a16:creationId xmlns:a16="http://schemas.microsoft.com/office/drawing/2014/main" id="{6221FAB2-1564-42CA-A907-EDF2BED3455B}"/>
              </a:ext>
            </a:extLst>
          </p:cNvPr>
          <p:cNvSpPr>
            <a:spLocks xmlns:a="http://schemas.openxmlformats.org/drawingml/2006/main" noGrp="1"/>
          </p:cNvSpPr>
          <p:nvPr/>
        </p:nvSpPr>
        <p:spPr>
          <a:xfrm xmlns:a="http://schemas.openxmlformats.org/drawingml/2006/main">
            <a:off x="5619750" y="3048000"/>
            <a:ext cx="952500" cy="457200"/>
          </a:xfrm>
          <a:prstGeom xmlns:a="http://schemas.openxmlformats.org/drawingml/2006/main" prst="rightArrow">
            <a:avLst/>
          </a:prstGeom>
          <a:solidFill xmlns:a="http://schemas.openxmlformats.org/drawingml/2006/main">
            <a:srgbClr val="F28C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E66092-F4C3-4D04-9ACE-1A7FC5A4090E}"/>
              </a:ext>
            </a:extLst>
          </p:cNvPr>
          <p:cNvSpPr>
            <a:spLocks xmlns:a="http://schemas.openxmlformats.org/drawingml/2006/main" noGrp="1"/>
          </p:cNvSpPr>
          <p:nvPr/>
        </p:nvSpPr>
        <p:spPr>
          <a:xfrm xmlns:a="http://schemas.openxmlformats.org/drawingml/2006/main">
            <a:off x="6762750" y="1809750"/>
            <a:ext cx="4762500" cy="3000375"/>
          </a:xfrm>
          <a:prstGeom xmlns:a="http://schemas.openxmlformats.org/drawingml/2006/main" prst="roundRect">
            <a:avLst>
              <a:gd name="adj" fmla="val 3810"/>
            </a:avLst>
          </a:prstGeom>
          <a:solidFill xmlns:a="http://schemas.openxmlformats.org/drawingml/2006/main">
            <a:srgbClr val="E8F7EF"/>
          </a:solidFill>
          <a:ln xmlns:a="http://schemas.openxmlformats.org/drawingml/2006/main" w="9525">
            <a:solidFill>
              <a:srgbClr val="A9DFC7"/>
            </a:solidFill>
            <a:prstDash val="solid"/>
          </a:ln>
        </p:spPr>
      </p:sp>
      <p:sp>
        <p:nvSpPr>
          <p:cNvPr id="13" name="">
            <a:extLst xmlns:a="http://schemas.openxmlformats.org/drawingml/2006/main">
              <a:ext uri="{FF2B5EF4-FFF2-40B4-BE49-F238E27FC236}">
                <a16:creationId xmlns:a16="http://schemas.microsoft.com/office/drawing/2014/main" id="{FFA025E3-5DCE-4406-A04D-B6A0B36C8B2D}"/>
              </a:ext>
            </a:extLst>
          </p:cNvPr>
          <p:cNvSpPr>
            <a:spLocks xmlns:a="http://schemas.openxmlformats.org/drawingml/2006/main" noGrp="1"/>
          </p:cNvSpPr>
          <p:nvPr/>
        </p:nvSpPr>
        <p:spPr>
          <a:xfrm xmlns:a="http://schemas.openxmlformats.org/drawingml/2006/main">
            <a:off x="7143750" y="2047875"/>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E9B65"/>
                </a:solidFill>
                <a:latin typeface="Helvetica Neue"/>
                <a:ea typeface="Helvetica Neue"/>
                <a:cs typeface="Helvetica Neue"/>
              </a:defRPr>
            </a:pPr>
            <a:r>
              <a:rPr sz="1425" b="1">
                <a:solidFill>
                  <a:srgbClr val="1E9B65"/>
                </a:solidFill>
                <a:latin typeface="Helvetica Neue"/>
                <a:ea typeface="Helvetica Neue"/>
                <a:cs typeface="Helvetica Neue"/>
              </a:rPr>
              <a:t>SMALL BATCH</a:t>
            </a:r>
          </a:p>
        </p:txBody>
      </p:sp>
      <p:sp>
        <p:nvSpPr>
          <p:cNvPr id="14" name="">
            <a:extLst xmlns:a="http://schemas.openxmlformats.org/drawingml/2006/main">
              <a:ext uri="{FF2B5EF4-FFF2-40B4-BE49-F238E27FC236}">
                <a16:creationId xmlns:a16="http://schemas.microsoft.com/office/drawing/2014/main" id="{405FB8F9-8353-4F30-AF49-8DB25DCF9199}"/>
              </a:ext>
            </a:extLst>
          </p:cNvPr>
          <p:cNvSpPr>
            <a:spLocks xmlns:a="http://schemas.openxmlformats.org/drawingml/2006/main" noGrp="1"/>
          </p:cNvSpPr>
          <p:nvPr/>
        </p:nvSpPr>
        <p:spPr>
          <a:xfrm xmlns:a="http://schemas.openxmlformats.org/drawingml/2006/main">
            <a:off x="7286625" y="266700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ctr">
              <a:defRPr sz="1500" b="1">
                <a:solidFill>
                  <a:srgbClr val="10243E"/>
                </a:solidFill>
                <a:latin typeface="Helvetica Neue"/>
                <a:ea typeface="Helvetica Neue"/>
                <a:cs typeface="Helvetica Neue"/>
              </a:defRPr>
            </a:pPr>
            <a:r>
              <a:rPr sz="1500" b="1">
                <a:solidFill>
                  <a:srgbClr val="10243E"/>
                </a:solidFill>
                <a:latin typeface="Helvetica Neue"/>
                <a:ea typeface="Helvetica Neue"/>
                <a:cs typeface="Helvetica Neue"/>
              </a:rPr>
              <a:t>One reviewable behavior</a:t>
            </a:r>
          </a:p>
        </p:txBody>
      </p:sp>
      <p:sp>
        <p:nvSpPr>
          <p:cNvPr id="15" name="">
            <a:extLst xmlns:a="http://schemas.openxmlformats.org/drawingml/2006/main">
              <a:ext uri="{FF2B5EF4-FFF2-40B4-BE49-F238E27FC236}">
                <a16:creationId xmlns:a16="http://schemas.microsoft.com/office/drawing/2014/main" id="{0DF22979-2324-478C-9921-B21D06E858DF}"/>
              </a:ext>
            </a:extLst>
          </p:cNvPr>
          <p:cNvSpPr>
            <a:spLocks xmlns:a="http://schemas.openxmlformats.org/drawingml/2006/main" noGrp="1"/>
          </p:cNvSpPr>
          <p:nvPr/>
        </p:nvSpPr>
        <p:spPr>
          <a:xfrm xmlns:a="http://schemas.openxmlformats.org/drawingml/2006/main">
            <a:off x="7620000" y="319087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Earlier feedback</a:t>
            </a:r>
          </a:p>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Shorter queue</a:t>
            </a:r>
          </a:p>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Clearer cause</a:t>
            </a:r>
          </a:p>
          <a:p xmlns:a="http://schemas.openxmlformats.org/drawingml/2006/main">
            <a:pPr algn="ctr">
              <a:defRPr sz="1350" b="0">
                <a:solidFill>
                  <a:srgbClr val="546579"/>
                </a:solidFill>
                <a:latin typeface="Helvetica Neue"/>
                <a:ea typeface="Helvetica Neue"/>
                <a:cs typeface="Helvetica Neue"/>
              </a:defRPr>
            </a:pPr>
            <a:r>
              <a:rPr sz="1350" b="0">
                <a:solidFill>
                  <a:srgbClr val="546579"/>
                </a:solidFill>
                <a:latin typeface="Helvetica Neue"/>
                <a:ea typeface="Helvetica Neue"/>
                <a:cs typeface="Helvetica Neue"/>
              </a:rPr>
              <a:t>Smaller recovery scope</a:t>
            </a:r>
          </a:p>
        </p:txBody>
      </p:sp>
      <p:sp>
        <p:nvSpPr>
          <p:cNvPr id="16" name="">
            <a:extLst xmlns:a="http://schemas.openxmlformats.org/drawingml/2006/main">
              <a:ext uri="{FF2B5EF4-FFF2-40B4-BE49-F238E27FC236}">
                <a16:creationId xmlns:a16="http://schemas.microsoft.com/office/drawing/2014/main" id="{A36D6111-FAAA-4F29-B667-3D8ED7467903}"/>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A475D51-E2F6-4835-9A7E-4E8FAA98D008}"/>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5C6E981-2409-43E2-8AC1-D92D7E6AB83B}"/>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Lean keeps necessary controls and shortens the time needed to produce evidence.</a:t>
            </a:r>
          </a:p>
        </p:txBody>
      </p:sp>
    </p:spTree>
    <p:extLst>
      <p:ext uri="{BB962C8B-B14F-4D97-AF65-F5344CB8AC3E}">
        <p14:creationId xmlns:p14="http://schemas.microsoft.com/office/powerpoint/2010/main" val="17745796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0E82DFB-7C07-4D33-914B-4A07E750D306}"/>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C8ADCA-7B8E-4518-B80F-24747B5FFCE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DC6D29-D7F9-4D9E-9955-D1450F1F0A72}"/>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3A394F2F-F52A-4814-8D76-6FC4747AEC03}"/>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CALMS: Measurement</a:t>
            </a:r>
          </a:p>
        </p:txBody>
      </p:sp>
      <p:sp>
        <p:nvSpPr>
          <p:cNvPr id="5" name="">
            <a:extLst xmlns:a="http://schemas.openxmlformats.org/drawingml/2006/main">
              <a:ext uri="{FF2B5EF4-FFF2-40B4-BE49-F238E27FC236}">
                <a16:creationId xmlns:a16="http://schemas.microsoft.com/office/drawing/2014/main" id="{A8B97AF4-4E09-4D04-AD7D-E2F32349859C}"/>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Delivery speed and service reliability belong in one view</a:t>
            </a:r>
          </a:p>
        </p:txBody>
      </p:sp>
      <p:sp>
        <p:nvSpPr>
          <p:cNvPr id="6" name="">
            <a:extLst xmlns:a="http://schemas.openxmlformats.org/drawingml/2006/main">
              <a:ext uri="{FF2B5EF4-FFF2-40B4-BE49-F238E27FC236}">
                <a16:creationId xmlns:a16="http://schemas.microsoft.com/office/drawing/2014/main" id="{6D9C016C-B7B9-4B85-87F5-9054DCB40497}"/>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F3E91C-1854-4B66-9AE1-AB7F819A477C}"/>
              </a:ext>
            </a:extLst>
          </p:cNvPr>
          <p:cNvSpPr>
            <a:spLocks xmlns:a="http://schemas.openxmlformats.org/drawingml/2006/main" noGrp="1"/>
          </p:cNvSpPr>
          <p:nvPr/>
        </p:nvSpPr>
        <p:spPr>
          <a:xfrm xmlns:a="http://schemas.openxmlformats.org/drawingml/2006/main">
            <a:off x="762000" y="1714500"/>
            <a:ext cx="504825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C8D7E5"/>
            </a:solidFill>
            <a:prstDash val="solid"/>
          </a:ln>
        </p:spPr>
      </p:sp>
      <p:sp>
        <p:nvSpPr>
          <p:cNvPr id="8" name="">
            <a:extLst xmlns:a="http://schemas.openxmlformats.org/drawingml/2006/main">
              <a:ext uri="{FF2B5EF4-FFF2-40B4-BE49-F238E27FC236}">
                <a16:creationId xmlns:a16="http://schemas.microsoft.com/office/drawing/2014/main" id="{047AC765-2399-4655-ADE1-13828752637D}"/>
              </a:ext>
            </a:extLst>
          </p:cNvPr>
          <p:cNvSpPr>
            <a:spLocks xmlns:a="http://schemas.openxmlformats.org/drawingml/2006/main" noGrp="1"/>
          </p:cNvSpPr>
          <p:nvPr/>
        </p:nvSpPr>
        <p:spPr>
          <a:xfrm xmlns:a="http://schemas.openxmlformats.org/drawingml/2006/main">
            <a:off x="762000" y="1714500"/>
            <a:ext cx="76200" cy="133350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65F9585-7212-40F6-B8E5-41DFD7BAA030}"/>
              </a:ext>
            </a:extLst>
          </p:cNvPr>
          <p:cNvSpPr>
            <a:spLocks xmlns:a="http://schemas.openxmlformats.org/drawingml/2006/main" noGrp="1"/>
          </p:cNvSpPr>
          <p:nvPr/>
        </p:nvSpPr>
        <p:spPr>
          <a:xfrm xmlns:a="http://schemas.openxmlformats.org/drawingml/2006/main">
            <a:off x="952500" y="1885950"/>
            <a:ext cx="419100" cy="41910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9796C3E-0099-4DC8-B681-9C9F5FB2FD62}"/>
              </a:ext>
            </a:extLst>
          </p:cNvPr>
          <p:cNvSpPr>
            <a:spLocks xmlns:a="http://schemas.openxmlformats.org/drawingml/2006/main" noGrp="1"/>
          </p:cNvSpPr>
          <p:nvPr/>
        </p:nvSpPr>
        <p:spPr>
          <a:xfrm xmlns:a="http://schemas.openxmlformats.org/drawingml/2006/main">
            <a:off x="952500" y="1895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1" name="">
            <a:extLst xmlns:a="http://schemas.openxmlformats.org/drawingml/2006/main">
              <a:ext uri="{FF2B5EF4-FFF2-40B4-BE49-F238E27FC236}">
                <a16:creationId xmlns:a16="http://schemas.microsoft.com/office/drawing/2014/main" id="{63149893-530F-4E9C-B381-1C15F2DB952B}"/>
              </a:ext>
            </a:extLst>
          </p:cNvPr>
          <p:cNvSpPr>
            <a:spLocks xmlns:a="http://schemas.openxmlformats.org/drawingml/2006/main" noGrp="1"/>
          </p:cNvSpPr>
          <p:nvPr/>
        </p:nvSpPr>
        <p:spPr>
          <a:xfrm xmlns:a="http://schemas.openxmlformats.org/drawingml/2006/main">
            <a:off x="1504950" y="1876425"/>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Lead time</a:t>
            </a:r>
          </a:p>
        </p:txBody>
      </p:sp>
      <p:sp>
        <p:nvSpPr>
          <p:cNvPr id="12" name="">
            <a:extLst xmlns:a="http://schemas.openxmlformats.org/drawingml/2006/main">
              <a:ext uri="{FF2B5EF4-FFF2-40B4-BE49-F238E27FC236}">
                <a16:creationId xmlns:a16="http://schemas.microsoft.com/office/drawing/2014/main" id="{43223848-3A23-468F-8C6D-A4C777C0D2A5}"/>
              </a:ext>
            </a:extLst>
          </p:cNvPr>
          <p:cNvSpPr>
            <a:spLocks xmlns:a="http://schemas.openxmlformats.org/drawingml/2006/main" noGrp="1"/>
          </p:cNvSpPr>
          <p:nvPr/>
        </p:nvSpPr>
        <p:spPr>
          <a:xfrm xmlns:a="http://schemas.openxmlformats.org/drawingml/2006/main">
            <a:off x="971550" y="2276475"/>
            <a:ext cx="4648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Commit to deploy</a:t>
            </a:r>
          </a:p>
        </p:txBody>
      </p:sp>
      <p:sp>
        <p:nvSpPr>
          <p:cNvPr id="13" name="">
            <a:extLst xmlns:a="http://schemas.openxmlformats.org/drawingml/2006/main">
              <a:ext uri="{FF2B5EF4-FFF2-40B4-BE49-F238E27FC236}">
                <a16:creationId xmlns:a16="http://schemas.microsoft.com/office/drawing/2014/main" id="{7D7A9831-7964-472C-974A-67C94485CCEB}"/>
              </a:ext>
            </a:extLst>
          </p:cNvPr>
          <p:cNvSpPr>
            <a:spLocks xmlns:a="http://schemas.openxmlformats.org/drawingml/2006/main" noGrp="1"/>
          </p:cNvSpPr>
          <p:nvPr/>
        </p:nvSpPr>
        <p:spPr>
          <a:xfrm xmlns:a="http://schemas.openxmlformats.org/drawingml/2006/main">
            <a:off x="6381750" y="1714500"/>
            <a:ext cx="504825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C8D7E5"/>
            </a:solidFill>
            <a:prstDash val="solid"/>
          </a:ln>
        </p:spPr>
      </p:sp>
      <p:sp>
        <p:nvSpPr>
          <p:cNvPr id="14" name="">
            <a:extLst xmlns:a="http://schemas.openxmlformats.org/drawingml/2006/main">
              <a:ext uri="{FF2B5EF4-FFF2-40B4-BE49-F238E27FC236}">
                <a16:creationId xmlns:a16="http://schemas.microsoft.com/office/drawing/2014/main" id="{F8D1477B-FFFF-47F3-AB92-B818ABE1437D}"/>
              </a:ext>
            </a:extLst>
          </p:cNvPr>
          <p:cNvSpPr>
            <a:spLocks xmlns:a="http://schemas.openxmlformats.org/drawingml/2006/main" noGrp="1"/>
          </p:cNvSpPr>
          <p:nvPr/>
        </p:nvSpPr>
        <p:spPr>
          <a:xfrm xmlns:a="http://schemas.openxmlformats.org/drawingml/2006/main">
            <a:off x="6381750" y="1714500"/>
            <a:ext cx="76200" cy="133350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C4C5ED5-9814-4EDA-92B4-55A20F4A2F91}"/>
              </a:ext>
            </a:extLst>
          </p:cNvPr>
          <p:cNvSpPr>
            <a:spLocks xmlns:a="http://schemas.openxmlformats.org/drawingml/2006/main" noGrp="1"/>
          </p:cNvSpPr>
          <p:nvPr/>
        </p:nvSpPr>
        <p:spPr>
          <a:xfrm xmlns:a="http://schemas.openxmlformats.org/drawingml/2006/main">
            <a:off x="6572250" y="1885950"/>
            <a:ext cx="419100" cy="419100"/>
          </a:xfrm>
          <a:prstGeom xmlns:a="http://schemas.openxmlformats.org/drawingml/2006/main" prst="ellipse">
            <a:avLst/>
          </a:prstGeom>
          <a:solidFill xmlns:a="http://schemas.openxmlformats.org/drawingml/2006/main">
            <a:srgbClr val="118B9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F2F6A16-39F3-4620-8789-6BB0F4BBA4CA}"/>
              </a:ext>
            </a:extLst>
          </p:cNvPr>
          <p:cNvSpPr>
            <a:spLocks xmlns:a="http://schemas.openxmlformats.org/drawingml/2006/main" noGrp="1"/>
          </p:cNvSpPr>
          <p:nvPr/>
        </p:nvSpPr>
        <p:spPr>
          <a:xfrm xmlns:a="http://schemas.openxmlformats.org/drawingml/2006/main">
            <a:off x="6572250" y="1895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1CD5FDFD-2417-4990-A559-C75249C617DC}"/>
              </a:ext>
            </a:extLst>
          </p:cNvPr>
          <p:cNvSpPr>
            <a:spLocks xmlns:a="http://schemas.openxmlformats.org/drawingml/2006/main" noGrp="1"/>
          </p:cNvSpPr>
          <p:nvPr/>
        </p:nvSpPr>
        <p:spPr>
          <a:xfrm xmlns:a="http://schemas.openxmlformats.org/drawingml/2006/main">
            <a:off x="7124700" y="1876425"/>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Deployment frequency</a:t>
            </a:r>
          </a:p>
        </p:txBody>
      </p:sp>
      <p:sp>
        <p:nvSpPr>
          <p:cNvPr id="18" name="">
            <a:extLst xmlns:a="http://schemas.openxmlformats.org/drawingml/2006/main">
              <a:ext uri="{FF2B5EF4-FFF2-40B4-BE49-F238E27FC236}">
                <a16:creationId xmlns:a16="http://schemas.microsoft.com/office/drawing/2014/main" id="{DCD840B8-7D59-455F-B68B-1F303F2B037A}"/>
              </a:ext>
            </a:extLst>
          </p:cNvPr>
          <p:cNvSpPr>
            <a:spLocks xmlns:a="http://schemas.openxmlformats.org/drawingml/2006/main" noGrp="1"/>
          </p:cNvSpPr>
          <p:nvPr/>
        </p:nvSpPr>
        <p:spPr>
          <a:xfrm xmlns:a="http://schemas.openxmlformats.org/drawingml/2006/main">
            <a:off x="6591300" y="2276475"/>
            <a:ext cx="4648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How often value reaches users</a:t>
            </a:r>
          </a:p>
        </p:txBody>
      </p:sp>
      <p:sp>
        <p:nvSpPr>
          <p:cNvPr id="19" name="">
            <a:extLst xmlns:a="http://schemas.openxmlformats.org/drawingml/2006/main">
              <a:ext uri="{FF2B5EF4-FFF2-40B4-BE49-F238E27FC236}">
                <a16:creationId xmlns:a16="http://schemas.microsoft.com/office/drawing/2014/main" id="{3F3AE173-B0D1-4831-B8B5-640A9969D16E}"/>
              </a:ext>
            </a:extLst>
          </p:cNvPr>
          <p:cNvSpPr>
            <a:spLocks xmlns:a="http://schemas.openxmlformats.org/drawingml/2006/main" noGrp="1"/>
          </p:cNvSpPr>
          <p:nvPr/>
        </p:nvSpPr>
        <p:spPr>
          <a:xfrm xmlns:a="http://schemas.openxmlformats.org/drawingml/2006/main">
            <a:off x="762000" y="3429000"/>
            <a:ext cx="504825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C8D7E5"/>
            </a:solidFill>
            <a:prstDash val="solid"/>
          </a:ln>
        </p:spPr>
      </p:sp>
      <p:sp>
        <p:nvSpPr>
          <p:cNvPr id="20" name="">
            <a:extLst xmlns:a="http://schemas.openxmlformats.org/drawingml/2006/main">
              <a:ext uri="{FF2B5EF4-FFF2-40B4-BE49-F238E27FC236}">
                <a16:creationId xmlns:a16="http://schemas.microsoft.com/office/drawing/2014/main" id="{E4B244B5-BE7C-450A-AF1E-AD9C96C771AE}"/>
              </a:ext>
            </a:extLst>
          </p:cNvPr>
          <p:cNvSpPr>
            <a:spLocks xmlns:a="http://schemas.openxmlformats.org/drawingml/2006/main" noGrp="1"/>
          </p:cNvSpPr>
          <p:nvPr/>
        </p:nvSpPr>
        <p:spPr>
          <a:xfrm xmlns:a="http://schemas.openxmlformats.org/drawingml/2006/main">
            <a:off x="762000" y="3429000"/>
            <a:ext cx="76200" cy="13335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95C810A-AF5A-4358-96C5-5C458E1948FF}"/>
              </a:ext>
            </a:extLst>
          </p:cNvPr>
          <p:cNvSpPr>
            <a:spLocks xmlns:a="http://schemas.openxmlformats.org/drawingml/2006/main" noGrp="1"/>
          </p:cNvSpPr>
          <p:nvPr/>
        </p:nvSpPr>
        <p:spPr>
          <a:xfrm xmlns:a="http://schemas.openxmlformats.org/drawingml/2006/main">
            <a:off x="952500" y="3600450"/>
            <a:ext cx="419100" cy="419100"/>
          </a:xfrm>
          <a:prstGeom xmlns:a="http://schemas.openxmlformats.org/drawingml/2006/main" prst="ellipse">
            <a:avLst/>
          </a:prstGeom>
          <a:solidFill xmlns:a="http://schemas.openxmlformats.org/drawingml/2006/main">
            <a:srgbClr val="D6454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F3C218B-EDBC-43DD-A8E4-D4323BAFFE66}"/>
              </a:ext>
            </a:extLst>
          </p:cNvPr>
          <p:cNvSpPr>
            <a:spLocks xmlns:a="http://schemas.openxmlformats.org/drawingml/2006/main" noGrp="1"/>
          </p:cNvSpPr>
          <p:nvPr/>
        </p:nvSpPr>
        <p:spPr>
          <a:xfrm xmlns:a="http://schemas.openxmlformats.org/drawingml/2006/main">
            <a:off x="952500" y="36099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3" name="">
            <a:extLst xmlns:a="http://schemas.openxmlformats.org/drawingml/2006/main">
              <a:ext uri="{FF2B5EF4-FFF2-40B4-BE49-F238E27FC236}">
                <a16:creationId xmlns:a16="http://schemas.microsoft.com/office/drawing/2014/main" id="{337B4A4F-15E4-4E0C-99CE-1F47E4A92112}"/>
              </a:ext>
            </a:extLst>
          </p:cNvPr>
          <p:cNvSpPr>
            <a:spLocks xmlns:a="http://schemas.openxmlformats.org/drawingml/2006/main" noGrp="1"/>
          </p:cNvSpPr>
          <p:nvPr/>
        </p:nvSpPr>
        <p:spPr>
          <a:xfrm xmlns:a="http://schemas.openxmlformats.org/drawingml/2006/main">
            <a:off x="1504950" y="3590925"/>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Change failure rate</a:t>
            </a:r>
          </a:p>
        </p:txBody>
      </p:sp>
      <p:sp>
        <p:nvSpPr>
          <p:cNvPr id="24" name="">
            <a:extLst xmlns:a="http://schemas.openxmlformats.org/drawingml/2006/main">
              <a:ext uri="{FF2B5EF4-FFF2-40B4-BE49-F238E27FC236}">
                <a16:creationId xmlns:a16="http://schemas.microsoft.com/office/drawing/2014/main" id="{51E4D45F-5ECE-4609-A23C-E4C3EB0558A6}"/>
              </a:ext>
            </a:extLst>
          </p:cNvPr>
          <p:cNvSpPr>
            <a:spLocks xmlns:a="http://schemas.openxmlformats.org/drawingml/2006/main" noGrp="1"/>
          </p:cNvSpPr>
          <p:nvPr/>
        </p:nvSpPr>
        <p:spPr>
          <a:xfrm xmlns:a="http://schemas.openxmlformats.org/drawingml/2006/main">
            <a:off x="971550" y="3990975"/>
            <a:ext cx="4648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Deployments requiring recovery</a:t>
            </a:r>
          </a:p>
        </p:txBody>
      </p:sp>
      <p:sp>
        <p:nvSpPr>
          <p:cNvPr id="25" name="">
            <a:extLst xmlns:a="http://schemas.openxmlformats.org/drawingml/2006/main">
              <a:ext uri="{FF2B5EF4-FFF2-40B4-BE49-F238E27FC236}">
                <a16:creationId xmlns:a16="http://schemas.microsoft.com/office/drawing/2014/main" id="{4A47593B-650C-4ECC-8C3A-BE1DD7CF4054}"/>
              </a:ext>
            </a:extLst>
          </p:cNvPr>
          <p:cNvSpPr>
            <a:spLocks xmlns:a="http://schemas.openxmlformats.org/drawingml/2006/main" noGrp="1"/>
          </p:cNvSpPr>
          <p:nvPr/>
        </p:nvSpPr>
        <p:spPr>
          <a:xfrm xmlns:a="http://schemas.openxmlformats.org/drawingml/2006/main">
            <a:off x="6381750" y="3429000"/>
            <a:ext cx="504825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C8D7E5"/>
            </a:solidFill>
            <a:prstDash val="solid"/>
          </a:ln>
        </p:spPr>
      </p:sp>
      <p:sp>
        <p:nvSpPr>
          <p:cNvPr id="26" name="">
            <a:extLst xmlns:a="http://schemas.openxmlformats.org/drawingml/2006/main">
              <a:ext uri="{FF2B5EF4-FFF2-40B4-BE49-F238E27FC236}">
                <a16:creationId xmlns:a16="http://schemas.microsoft.com/office/drawing/2014/main" id="{77FB2B57-AF46-494E-A6F6-0BE01C07502D}"/>
              </a:ext>
            </a:extLst>
          </p:cNvPr>
          <p:cNvSpPr>
            <a:spLocks xmlns:a="http://schemas.openxmlformats.org/drawingml/2006/main" noGrp="1"/>
          </p:cNvSpPr>
          <p:nvPr/>
        </p:nvSpPr>
        <p:spPr>
          <a:xfrm xmlns:a="http://schemas.openxmlformats.org/drawingml/2006/main">
            <a:off x="6381750" y="3429000"/>
            <a:ext cx="76200" cy="13335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AC75BBF-6611-4CE9-96C1-6822149835D3}"/>
              </a:ext>
            </a:extLst>
          </p:cNvPr>
          <p:cNvSpPr>
            <a:spLocks xmlns:a="http://schemas.openxmlformats.org/drawingml/2006/main" noGrp="1"/>
          </p:cNvSpPr>
          <p:nvPr/>
        </p:nvSpPr>
        <p:spPr>
          <a:xfrm xmlns:a="http://schemas.openxmlformats.org/drawingml/2006/main">
            <a:off x="6572250" y="3600450"/>
            <a:ext cx="419100" cy="4191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7AA63CD-4E1E-40C3-944B-3C9B1CBD421C}"/>
              </a:ext>
            </a:extLst>
          </p:cNvPr>
          <p:cNvSpPr>
            <a:spLocks xmlns:a="http://schemas.openxmlformats.org/drawingml/2006/main" noGrp="1"/>
          </p:cNvSpPr>
          <p:nvPr/>
        </p:nvSpPr>
        <p:spPr>
          <a:xfrm xmlns:a="http://schemas.openxmlformats.org/drawingml/2006/main">
            <a:off x="6572250" y="36099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29" name="">
            <a:extLst xmlns:a="http://schemas.openxmlformats.org/drawingml/2006/main">
              <a:ext uri="{FF2B5EF4-FFF2-40B4-BE49-F238E27FC236}">
                <a16:creationId xmlns:a16="http://schemas.microsoft.com/office/drawing/2014/main" id="{23B1837C-FDCC-4A0E-87A1-5A5BBE40CBD7}"/>
              </a:ext>
            </a:extLst>
          </p:cNvPr>
          <p:cNvSpPr>
            <a:spLocks xmlns:a="http://schemas.openxmlformats.org/drawingml/2006/main" noGrp="1"/>
          </p:cNvSpPr>
          <p:nvPr/>
        </p:nvSpPr>
        <p:spPr>
          <a:xfrm xmlns:a="http://schemas.openxmlformats.org/drawingml/2006/main">
            <a:off x="7124700" y="3590925"/>
            <a:ext cx="413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Recovery time</a:t>
            </a:r>
          </a:p>
        </p:txBody>
      </p:sp>
      <p:sp>
        <p:nvSpPr>
          <p:cNvPr id="30" name="">
            <a:extLst xmlns:a="http://schemas.openxmlformats.org/drawingml/2006/main">
              <a:ext uri="{FF2B5EF4-FFF2-40B4-BE49-F238E27FC236}">
                <a16:creationId xmlns:a16="http://schemas.microsoft.com/office/drawing/2014/main" id="{32A583C3-5422-4829-BE38-59CE35290DB0}"/>
              </a:ext>
            </a:extLst>
          </p:cNvPr>
          <p:cNvSpPr>
            <a:spLocks xmlns:a="http://schemas.openxmlformats.org/drawingml/2006/main" noGrp="1"/>
          </p:cNvSpPr>
          <p:nvPr/>
        </p:nvSpPr>
        <p:spPr>
          <a:xfrm xmlns:a="http://schemas.openxmlformats.org/drawingml/2006/main">
            <a:off x="6591300" y="3990975"/>
            <a:ext cx="4648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Time to restore service</a:t>
            </a:r>
          </a:p>
        </p:txBody>
      </p:sp>
      <p:sp>
        <p:nvSpPr>
          <p:cNvPr id="31" name="">
            <a:extLst xmlns:a="http://schemas.openxmlformats.org/drawingml/2006/main">
              <a:ext uri="{FF2B5EF4-FFF2-40B4-BE49-F238E27FC236}">
                <a16:creationId xmlns:a16="http://schemas.microsoft.com/office/drawing/2014/main" id="{9985F7D0-B735-49C0-A3AC-D5BFDE7FE0C8}"/>
              </a:ext>
            </a:extLst>
          </p:cNvPr>
          <p:cNvSpPr>
            <a:spLocks xmlns:a="http://schemas.openxmlformats.org/drawingml/2006/main" noGrp="1"/>
          </p:cNvSpPr>
          <p:nvPr/>
        </p:nvSpPr>
        <p:spPr>
          <a:xfrm xmlns:a="http://schemas.openxmlformats.org/drawingml/2006/main">
            <a:off x="2333625" y="5286375"/>
            <a:ext cx="7524750" cy="533400"/>
          </a:xfrm>
          <a:prstGeom xmlns:a="http://schemas.openxmlformats.org/drawingml/2006/main" prst="roundRect">
            <a:avLst>
              <a:gd name="adj" fmla="val 21429"/>
            </a:avLst>
          </a:prstGeom>
          <a:solidFill xmlns:a="http://schemas.openxmlformats.org/drawingml/2006/main">
            <a:srgbClr val="082B5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ACD83AB-5DA7-4816-849E-071C2FFCCB6B}"/>
              </a:ext>
            </a:extLst>
          </p:cNvPr>
          <p:cNvSpPr>
            <a:spLocks xmlns:a="http://schemas.openxmlformats.org/drawingml/2006/main" noGrp="1"/>
          </p:cNvSpPr>
          <p:nvPr/>
        </p:nvSpPr>
        <p:spPr>
          <a:xfrm xmlns:a="http://schemas.openxmlformats.org/drawingml/2006/main">
            <a:off x="2667000" y="53911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Pair delivery measures with latency, availability, errors, and user outcomes</a:t>
            </a:r>
          </a:p>
        </p:txBody>
      </p:sp>
      <p:sp>
        <p:nvSpPr>
          <p:cNvPr id="33" name="">
            <a:extLst xmlns:a="http://schemas.openxmlformats.org/drawingml/2006/main">
              <a:ext uri="{FF2B5EF4-FFF2-40B4-BE49-F238E27FC236}">
                <a16:creationId xmlns:a16="http://schemas.microsoft.com/office/drawing/2014/main" id="{8C762F74-ACDF-40C9-8D0D-819539608B91}"/>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5E72E55-C28D-4E5F-BA9C-30D322CA69D8}"/>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8D16377-6D14-4483-9D62-B841EF68478E}"/>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Measures guide improvement when definitions stay consistent.</a:t>
            </a:r>
          </a:p>
        </p:txBody>
      </p:sp>
    </p:spTree>
    <p:extLst>
      <p:ext uri="{BB962C8B-B14F-4D97-AF65-F5344CB8AC3E}">
        <p14:creationId xmlns:p14="http://schemas.microsoft.com/office/powerpoint/2010/main" val="17590132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FF6B3357-E390-4714-A023-88255E524906}"/>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707618-198B-4AE8-BC35-600039945C67}"/>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28EF7F-39BC-461A-A37D-AD80F718E139}"/>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12D06A92-EABC-4EB9-A413-540B9CF7C810}"/>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CALMS: Sharing</a:t>
            </a:r>
          </a:p>
        </p:txBody>
      </p:sp>
      <p:sp>
        <p:nvSpPr>
          <p:cNvPr id="5" name="">
            <a:extLst xmlns:a="http://schemas.openxmlformats.org/drawingml/2006/main">
              <a:ext uri="{FF2B5EF4-FFF2-40B4-BE49-F238E27FC236}">
                <a16:creationId xmlns:a16="http://schemas.microsoft.com/office/drawing/2014/main" id="{B01DEA38-C48E-4BD3-9950-60F158267463}"/>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Knowledge becomes useful when another engineer can act on it</a:t>
            </a:r>
          </a:p>
        </p:txBody>
      </p:sp>
      <p:sp>
        <p:nvSpPr>
          <p:cNvPr id="6" name="">
            <a:extLst xmlns:a="http://schemas.openxmlformats.org/drawingml/2006/main">
              <a:ext uri="{FF2B5EF4-FFF2-40B4-BE49-F238E27FC236}">
                <a16:creationId xmlns:a16="http://schemas.microsoft.com/office/drawing/2014/main" id="{CB07946D-222D-4240-97E2-44D29CB9A1A6}"/>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15AA90-E853-49BC-8880-84D0A13B7917}"/>
              </a:ext>
            </a:extLst>
          </p:cNvPr>
          <p:cNvSpPr>
            <a:spLocks xmlns:a="http://schemas.openxmlformats.org/drawingml/2006/main" noGrp="1"/>
          </p:cNvSpPr>
          <p:nvPr/>
        </p:nvSpPr>
        <p:spPr>
          <a:xfrm xmlns:a="http://schemas.openxmlformats.org/drawingml/2006/main">
            <a:off x="57150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0A6FAF"/>
            </a:solidFill>
            <a:prstDash val="solid"/>
          </a:ln>
        </p:spPr>
      </p:sp>
      <p:sp>
        <p:nvSpPr>
          <p:cNvPr id="8" name="">
            <a:extLst xmlns:a="http://schemas.openxmlformats.org/drawingml/2006/main">
              <a:ext uri="{FF2B5EF4-FFF2-40B4-BE49-F238E27FC236}">
                <a16:creationId xmlns:a16="http://schemas.microsoft.com/office/drawing/2014/main" id="{FDAD00CB-D7D2-4F0F-ABC0-E1B7F1D12253}"/>
              </a:ext>
            </a:extLst>
          </p:cNvPr>
          <p:cNvSpPr>
            <a:spLocks xmlns:a="http://schemas.openxmlformats.org/drawingml/2006/main" noGrp="1"/>
          </p:cNvSpPr>
          <p:nvPr/>
        </p:nvSpPr>
        <p:spPr>
          <a:xfrm xmlns:a="http://schemas.openxmlformats.org/drawingml/2006/main">
            <a:off x="1356360"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9c1d636d711c4a84">
            <a:extLst>
              <a:ext uri="{96DAC541-7B7A-43D3-8B79-37D633B846F1}">
                <asvg:svgBlip xmlns:asvg="http://schemas.microsoft.com/office/drawing/2016/SVG/main" r:embed="Rd98c38573da34d90"/>
              </a:ext>
            </a:extLst>
          </a:blip>
          <a:stretch xmlns:a="http://schemas.openxmlformats.org/drawingml/2006/main"/>
        </p:blipFill>
        <p:spPr>
          <a:xfrm xmlns:a="http://schemas.openxmlformats.org/drawingml/2006/main">
            <a:off x="1461135"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813C866-86D8-4DF1-BFB2-E2AAEBB90535}"/>
              </a:ext>
            </a:extLst>
          </p:cNvPr>
          <p:cNvSpPr>
            <a:spLocks xmlns:a="http://schemas.openxmlformats.org/drawingml/2006/main" noGrp="1"/>
          </p:cNvSpPr>
          <p:nvPr/>
        </p:nvSpPr>
        <p:spPr>
          <a:xfrm xmlns:a="http://schemas.openxmlformats.org/drawingml/2006/main">
            <a:off x="66675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Code</a:t>
            </a:r>
          </a:p>
        </p:txBody>
      </p:sp>
      <p:sp>
        <p:nvSpPr>
          <p:cNvPr id="11" name="">
            <a:extLst xmlns:a="http://schemas.openxmlformats.org/drawingml/2006/main">
              <a:ext uri="{FF2B5EF4-FFF2-40B4-BE49-F238E27FC236}">
                <a16:creationId xmlns:a16="http://schemas.microsoft.com/office/drawing/2014/main" id="{A6EEDBC1-932C-4044-A0EB-478313829B19}"/>
              </a:ext>
            </a:extLst>
          </p:cNvPr>
          <p:cNvSpPr>
            <a:spLocks xmlns:a="http://schemas.openxmlformats.org/drawingml/2006/main" noGrp="1"/>
          </p:cNvSpPr>
          <p:nvPr/>
        </p:nvSpPr>
        <p:spPr>
          <a:xfrm xmlns:a="http://schemas.openxmlformats.org/drawingml/2006/main">
            <a:off x="68580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Implementation</a:t>
            </a:r>
          </a:p>
        </p:txBody>
      </p:sp>
      <p:sp>
        <p:nvSpPr>
          <p:cNvPr id="12" name="">
            <a:extLst xmlns:a="http://schemas.openxmlformats.org/drawingml/2006/main">
              <a:ext uri="{FF2B5EF4-FFF2-40B4-BE49-F238E27FC236}">
                <a16:creationId xmlns:a16="http://schemas.microsoft.com/office/drawing/2014/main" id="{0F76CF5B-DFF0-4B4A-A06C-715E8D974A4A}"/>
              </a:ext>
            </a:extLst>
          </p:cNvPr>
          <p:cNvSpPr>
            <a:spLocks xmlns:a="http://schemas.openxmlformats.org/drawingml/2006/main" noGrp="1"/>
          </p:cNvSpPr>
          <p:nvPr/>
        </p:nvSpPr>
        <p:spPr>
          <a:xfrm xmlns:a="http://schemas.openxmlformats.org/drawingml/2006/main">
            <a:off x="282702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F28C28"/>
            </a:solidFill>
            <a:prstDash val="solid"/>
          </a:ln>
        </p:spPr>
      </p:sp>
      <p:sp>
        <p:nvSpPr>
          <p:cNvPr id="13" name="">
            <a:extLst xmlns:a="http://schemas.openxmlformats.org/drawingml/2006/main">
              <a:ext uri="{FF2B5EF4-FFF2-40B4-BE49-F238E27FC236}">
                <a16:creationId xmlns:a16="http://schemas.microsoft.com/office/drawing/2014/main" id="{DC2CF1D0-FB7F-4CD4-967A-DFABCD3D0D7C}"/>
              </a:ext>
            </a:extLst>
          </p:cNvPr>
          <p:cNvSpPr>
            <a:spLocks xmlns:a="http://schemas.openxmlformats.org/drawingml/2006/main" noGrp="1"/>
          </p:cNvSpPr>
          <p:nvPr/>
        </p:nvSpPr>
        <p:spPr>
          <a:xfrm xmlns:a="http://schemas.openxmlformats.org/drawingml/2006/main">
            <a:off x="361188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6eefbbb520214faf">
            <a:extLst>
              <a:ext uri="{96DAC541-7B7A-43D3-8B79-37D633B846F1}">
                <asvg:svgBlip xmlns:asvg="http://schemas.microsoft.com/office/drawing/2016/SVG/main" r:embed="Ree2d9bc044764414"/>
              </a:ext>
            </a:extLst>
          </a:blip>
          <a:stretch xmlns:a="http://schemas.openxmlformats.org/drawingml/2006/main"/>
        </p:blipFill>
        <p:spPr>
          <a:xfrm xmlns:a="http://schemas.openxmlformats.org/drawingml/2006/main">
            <a:off x="3716655"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70FB20D-29F4-4959-89CE-F4CC2A5B5A47}"/>
              </a:ext>
            </a:extLst>
          </p:cNvPr>
          <p:cNvSpPr>
            <a:spLocks xmlns:a="http://schemas.openxmlformats.org/drawingml/2006/main" noGrp="1"/>
          </p:cNvSpPr>
          <p:nvPr/>
        </p:nvSpPr>
        <p:spPr>
          <a:xfrm xmlns:a="http://schemas.openxmlformats.org/drawingml/2006/main">
            <a:off x="292227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Decisions</a:t>
            </a:r>
          </a:p>
        </p:txBody>
      </p:sp>
      <p:sp>
        <p:nvSpPr>
          <p:cNvPr id="16" name="">
            <a:extLst xmlns:a="http://schemas.openxmlformats.org/drawingml/2006/main">
              <a:ext uri="{FF2B5EF4-FFF2-40B4-BE49-F238E27FC236}">
                <a16:creationId xmlns:a16="http://schemas.microsoft.com/office/drawing/2014/main" id="{65B873CD-8D66-4F78-90C2-83CAF5BF2BBE}"/>
              </a:ext>
            </a:extLst>
          </p:cNvPr>
          <p:cNvSpPr>
            <a:spLocks xmlns:a="http://schemas.openxmlformats.org/drawingml/2006/main" noGrp="1"/>
          </p:cNvSpPr>
          <p:nvPr/>
        </p:nvSpPr>
        <p:spPr>
          <a:xfrm xmlns:a="http://schemas.openxmlformats.org/drawingml/2006/main">
            <a:off x="294132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Why this design</a:t>
            </a:r>
          </a:p>
        </p:txBody>
      </p:sp>
      <p:sp>
        <p:nvSpPr>
          <p:cNvPr id="17" name="">
            <a:extLst xmlns:a="http://schemas.openxmlformats.org/drawingml/2006/main">
              <a:ext uri="{FF2B5EF4-FFF2-40B4-BE49-F238E27FC236}">
                <a16:creationId xmlns:a16="http://schemas.microsoft.com/office/drawing/2014/main" id="{A30808F7-25C3-48A4-823C-9C104D550340}"/>
              </a:ext>
            </a:extLst>
          </p:cNvPr>
          <p:cNvSpPr>
            <a:spLocks xmlns:a="http://schemas.openxmlformats.org/drawingml/2006/main" noGrp="1"/>
          </p:cNvSpPr>
          <p:nvPr/>
        </p:nvSpPr>
        <p:spPr>
          <a:xfrm xmlns:a="http://schemas.openxmlformats.org/drawingml/2006/main">
            <a:off x="263652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80AC481-FC66-4395-A829-AAAA22106C78}"/>
              </a:ext>
            </a:extLst>
          </p:cNvPr>
          <p:cNvSpPr>
            <a:spLocks xmlns:a="http://schemas.openxmlformats.org/drawingml/2006/main" noGrp="1"/>
          </p:cNvSpPr>
          <p:nvPr/>
        </p:nvSpPr>
        <p:spPr>
          <a:xfrm xmlns:a="http://schemas.openxmlformats.org/drawingml/2006/main">
            <a:off x="508254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1E9B65"/>
            </a:solidFill>
            <a:prstDash val="solid"/>
          </a:ln>
        </p:spPr>
      </p:sp>
      <p:sp>
        <p:nvSpPr>
          <p:cNvPr id="19" name="">
            <a:extLst xmlns:a="http://schemas.openxmlformats.org/drawingml/2006/main">
              <a:ext uri="{FF2B5EF4-FFF2-40B4-BE49-F238E27FC236}">
                <a16:creationId xmlns:a16="http://schemas.microsoft.com/office/drawing/2014/main" id="{DD86617A-7204-4596-BF78-BEEB4A51CAE5}"/>
              </a:ext>
            </a:extLst>
          </p:cNvPr>
          <p:cNvSpPr>
            <a:spLocks xmlns:a="http://schemas.openxmlformats.org/drawingml/2006/main" noGrp="1"/>
          </p:cNvSpPr>
          <p:nvPr/>
        </p:nvSpPr>
        <p:spPr>
          <a:xfrm xmlns:a="http://schemas.openxmlformats.org/drawingml/2006/main">
            <a:off x="5867400"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05723098b2074f2b">
            <a:extLst>
              <a:ext uri="{96DAC541-7B7A-43D3-8B79-37D633B846F1}">
                <asvg:svgBlip xmlns:asvg="http://schemas.microsoft.com/office/drawing/2016/SVG/main" r:embed="Ra655dcb380474b61"/>
              </a:ext>
            </a:extLst>
          </a:blip>
          <a:stretch xmlns:a="http://schemas.openxmlformats.org/drawingml/2006/main"/>
        </p:blipFill>
        <p:spPr>
          <a:xfrm xmlns:a="http://schemas.openxmlformats.org/drawingml/2006/main">
            <a:off x="5972175"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92FBA329-24CC-4DAA-B1D2-D14D92F3EFAA}"/>
              </a:ext>
            </a:extLst>
          </p:cNvPr>
          <p:cNvSpPr>
            <a:spLocks xmlns:a="http://schemas.openxmlformats.org/drawingml/2006/main" noGrp="1"/>
          </p:cNvSpPr>
          <p:nvPr/>
        </p:nvSpPr>
        <p:spPr>
          <a:xfrm xmlns:a="http://schemas.openxmlformats.org/drawingml/2006/main">
            <a:off x="517779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Tests</a:t>
            </a:r>
          </a:p>
        </p:txBody>
      </p:sp>
      <p:sp>
        <p:nvSpPr>
          <p:cNvPr id="22" name="">
            <a:extLst xmlns:a="http://schemas.openxmlformats.org/drawingml/2006/main">
              <a:ext uri="{FF2B5EF4-FFF2-40B4-BE49-F238E27FC236}">
                <a16:creationId xmlns:a16="http://schemas.microsoft.com/office/drawing/2014/main" id="{A538D35F-5068-4ECA-8C54-121F9C5208F1}"/>
              </a:ext>
            </a:extLst>
          </p:cNvPr>
          <p:cNvSpPr>
            <a:spLocks xmlns:a="http://schemas.openxmlformats.org/drawingml/2006/main" noGrp="1"/>
          </p:cNvSpPr>
          <p:nvPr/>
        </p:nvSpPr>
        <p:spPr>
          <a:xfrm xmlns:a="http://schemas.openxmlformats.org/drawingml/2006/main">
            <a:off x="519684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Expected behavior</a:t>
            </a:r>
          </a:p>
        </p:txBody>
      </p:sp>
      <p:sp>
        <p:nvSpPr>
          <p:cNvPr id="23" name="">
            <a:extLst xmlns:a="http://schemas.openxmlformats.org/drawingml/2006/main">
              <a:ext uri="{FF2B5EF4-FFF2-40B4-BE49-F238E27FC236}">
                <a16:creationId xmlns:a16="http://schemas.microsoft.com/office/drawing/2014/main" id="{DE795494-899D-4F3E-945D-52975716EEAB}"/>
              </a:ext>
            </a:extLst>
          </p:cNvPr>
          <p:cNvSpPr>
            <a:spLocks xmlns:a="http://schemas.openxmlformats.org/drawingml/2006/main" noGrp="1"/>
          </p:cNvSpPr>
          <p:nvPr/>
        </p:nvSpPr>
        <p:spPr>
          <a:xfrm xmlns:a="http://schemas.openxmlformats.org/drawingml/2006/main">
            <a:off x="489204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C1DB1B2-F75C-47DF-9D60-36E0B012BE76}"/>
              </a:ext>
            </a:extLst>
          </p:cNvPr>
          <p:cNvSpPr>
            <a:spLocks xmlns:a="http://schemas.openxmlformats.org/drawingml/2006/main" noGrp="1"/>
          </p:cNvSpPr>
          <p:nvPr/>
        </p:nvSpPr>
        <p:spPr>
          <a:xfrm xmlns:a="http://schemas.openxmlformats.org/drawingml/2006/main">
            <a:off x="733806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7C43C799-C4E6-4FF2-A78B-336546F1B749}"/>
              </a:ext>
            </a:extLst>
          </p:cNvPr>
          <p:cNvSpPr>
            <a:spLocks xmlns:a="http://schemas.openxmlformats.org/drawingml/2006/main" noGrp="1"/>
          </p:cNvSpPr>
          <p:nvPr/>
        </p:nvSpPr>
        <p:spPr>
          <a:xfrm xmlns:a="http://schemas.openxmlformats.org/drawingml/2006/main">
            <a:off x="8122920" y="19050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aaf222364ac34b26">
            <a:extLst>
              <a:ext uri="{96DAC541-7B7A-43D3-8B79-37D633B846F1}">
                <asvg:svgBlip xmlns:asvg="http://schemas.microsoft.com/office/drawing/2016/SVG/main" r:embed="Ra53ff8dbd77543fd"/>
              </a:ext>
            </a:extLst>
          </a:blip>
          <a:stretch xmlns:a="http://schemas.openxmlformats.org/drawingml/2006/main"/>
        </p:blipFill>
        <p:spPr>
          <a:xfrm xmlns:a="http://schemas.openxmlformats.org/drawingml/2006/main">
            <a:off x="8227695"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167A9A34-22DE-4063-B549-73307E4027B6}"/>
              </a:ext>
            </a:extLst>
          </p:cNvPr>
          <p:cNvSpPr>
            <a:spLocks xmlns:a="http://schemas.openxmlformats.org/drawingml/2006/main" noGrp="1"/>
          </p:cNvSpPr>
          <p:nvPr/>
        </p:nvSpPr>
        <p:spPr>
          <a:xfrm xmlns:a="http://schemas.openxmlformats.org/drawingml/2006/main">
            <a:off x="743331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Runbooks</a:t>
            </a:r>
          </a:p>
        </p:txBody>
      </p:sp>
      <p:sp>
        <p:nvSpPr>
          <p:cNvPr id="28" name="">
            <a:extLst xmlns:a="http://schemas.openxmlformats.org/drawingml/2006/main">
              <a:ext uri="{FF2B5EF4-FFF2-40B4-BE49-F238E27FC236}">
                <a16:creationId xmlns:a16="http://schemas.microsoft.com/office/drawing/2014/main" id="{34E51BC4-596D-4A91-95B0-50894AFB3F9B}"/>
              </a:ext>
            </a:extLst>
          </p:cNvPr>
          <p:cNvSpPr>
            <a:spLocks xmlns:a="http://schemas.openxmlformats.org/drawingml/2006/main" noGrp="1"/>
          </p:cNvSpPr>
          <p:nvPr/>
        </p:nvSpPr>
        <p:spPr>
          <a:xfrm xmlns:a="http://schemas.openxmlformats.org/drawingml/2006/main">
            <a:off x="745236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Diagnosis and recovery</a:t>
            </a:r>
          </a:p>
        </p:txBody>
      </p:sp>
      <p:sp>
        <p:nvSpPr>
          <p:cNvPr id="29" name="">
            <a:extLst xmlns:a="http://schemas.openxmlformats.org/drawingml/2006/main">
              <a:ext uri="{FF2B5EF4-FFF2-40B4-BE49-F238E27FC236}">
                <a16:creationId xmlns:a16="http://schemas.microsoft.com/office/drawing/2014/main" id="{EF5745F9-D0FF-4027-BDA0-0C0E8FC21A13}"/>
              </a:ext>
            </a:extLst>
          </p:cNvPr>
          <p:cNvSpPr>
            <a:spLocks xmlns:a="http://schemas.openxmlformats.org/drawingml/2006/main" noGrp="1"/>
          </p:cNvSpPr>
          <p:nvPr/>
        </p:nvSpPr>
        <p:spPr>
          <a:xfrm xmlns:a="http://schemas.openxmlformats.org/drawingml/2006/main">
            <a:off x="714756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BFE5853-E665-4E2F-B1B8-AF5CF3BFB3CE}"/>
              </a:ext>
            </a:extLst>
          </p:cNvPr>
          <p:cNvSpPr>
            <a:spLocks xmlns:a="http://schemas.openxmlformats.org/drawingml/2006/main" noGrp="1"/>
          </p:cNvSpPr>
          <p:nvPr/>
        </p:nvSpPr>
        <p:spPr>
          <a:xfrm xmlns:a="http://schemas.openxmlformats.org/drawingml/2006/main">
            <a:off x="9593580" y="1809750"/>
            <a:ext cx="2026920" cy="1333500"/>
          </a:xfrm>
          <a:prstGeom xmlns:a="http://schemas.openxmlformats.org/drawingml/2006/main" prst="roundRect">
            <a:avLst>
              <a:gd name="adj" fmla="val 8571"/>
            </a:avLst>
          </a:prstGeom>
          <a:solidFill xmlns:a="http://schemas.openxmlformats.org/drawingml/2006/main">
            <a:srgbClr val="F3F8FC"/>
          </a:solidFill>
          <a:ln xmlns:a="http://schemas.openxmlformats.org/drawingml/2006/main" w="9525">
            <a:solidFill>
              <a:srgbClr val="118B91"/>
            </a:solidFill>
            <a:prstDash val="solid"/>
          </a:ln>
        </p:spPr>
      </p:sp>
      <p:sp>
        <p:nvSpPr>
          <p:cNvPr id="31" name="">
            <a:extLst xmlns:a="http://schemas.openxmlformats.org/drawingml/2006/main">
              <a:ext uri="{FF2B5EF4-FFF2-40B4-BE49-F238E27FC236}">
                <a16:creationId xmlns:a16="http://schemas.microsoft.com/office/drawing/2014/main" id="{1A870B4F-08A5-453D-8F52-8906DC1BA1CC}"/>
              </a:ext>
            </a:extLst>
          </p:cNvPr>
          <p:cNvSpPr>
            <a:spLocks xmlns:a="http://schemas.openxmlformats.org/drawingml/2006/main" noGrp="1"/>
          </p:cNvSpPr>
          <p:nvPr/>
        </p:nvSpPr>
        <p:spPr>
          <a:xfrm xmlns:a="http://schemas.openxmlformats.org/drawingml/2006/main">
            <a:off x="10378440" y="19050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68e4297eccd4456">
            <a:extLst>
              <a:ext uri="{96DAC541-7B7A-43D3-8B79-37D633B846F1}">
                <asvg:svgBlip xmlns:asvg="http://schemas.microsoft.com/office/drawing/2016/SVG/main" r:embed="R006ecc1085254c07"/>
              </a:ext>
            </a:extLst>
          </a:blip>
          <a:stretch xmlns:a="http://schemas.openxmlformats.org/drawingml/2006/main"/>
        </p:blipFill>
        <p:spPr>
          <a:xfrm xmlns:a="http://schemas.openxmlformats.org/drawingml/2006/main">
            <a:off x="10483215" y="200977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2E8DE043-6249-4526-B7BA-3395ADA80A7D}"/>
              </a:ext>
            </a:extLst>
          </p:cNvPr>
          <p:cNvSpPr>
            <a:spLocks xmlns:a="http://schemas.openxmlformats.org/drawingml/2006/main" noGrp="1"/>
          </p:cNvSpPr>
          <p:nvPr/>
        </p:nvSpPr>
        <p:spPr>
          <a:xfrm xmlns:a="http://schemas.openxmlformats.org/drawingml/2006/main">
            <a:off x="968883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Findings</a:t>
            </a:r>
          </a:p>
        </p:txBody>
      </p:sp>
      <p:sp>
        <p:nvSpPr>
          <p:cNvPr id="34" name="">
            <a:extLst xmlns:a="http://schemas.openxmlformats.org/drawingml/2006/main">
              <a:ext uri="{FF2B5EF4-FFF2-40B4-BE49-F238E27FC236}">
                <a16:creationId xmlns:a16="http://schemas.microsoft.com/office/drawing/2014/main" id="{FF01032D-8A42-4B40-A727-5C3C73B7447E}"/>
              </a:ext>
            </a:extLst>
          </p:cNvPr>
          <p:cNvSpPr>
            <a:spLocks xmlns:a="http://schemas.openxmlformats.org/drawingml/2006/main" noGrp="1"/>
          </p:cNvSpPr>
          <p:nvPr/>
        </p:nvSpPr>
        <p:spPr>
          <a:xfrm xmlns:a="http://schemas.openxmlformats.org/drawingml/2006/main">
            <a:off x="9707880" y="2647950"/>
            <a:ext cx="17983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What changed</a:t>
            </a:r>
          </a:p>
        </p:txBody>
      </p:sp>
      <p:sp>
        <p:nvSpPr>
          <p:cNvPr id="35" name="">
            <a:extLst xmlns:a="http://schemas.openxmlformats.org/drawingml/2006/main">
              <a:ext uri="{FF2B5EF4-FFF2-40B4-BE49-F238E27FC236}">
                <a16:creationId xmlns:a16="http://schemas.microsoft.com/office/drawing/2014/main" id="{C46C2770-D792-40EB-A04B-47BBA6CC3C7A}"/>
              </a:ext>
            </a:extLst>
          </p:cNvPr>
          <p:cNvSpPr>
            <a:spLocks xmlns:a="http://schemas.openxmlformats.org/drawingml/2006/main" noGrp="1"/>
          </p:cNvSpPr>
          <p:nvPr/>
        </p:nvSpPr>
        <p:spPr>
          <a:xfrm xmlns:a="http://schemas.openxmlformats.org/drawingml/2006/main">
            <a:off x="940308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BAD7F30-5219-4995-A04D-EFF9F61ECC0E}"/>
              </a:ext>
            </a:extLst>
          </p:cNvPr>
          <p:cNvSpPr>
            <a:spLocks xmlns:a="http://schemas.openxmlformats.org/drawingml/2006/main" noGrp="1"/>
          </p:cNvSpPr>
          <p:nvPr/>
        </p:nvSpPr>
        <p:spPr>
          <a:xfrm xmlns:a="http://schemas.openxmlformats.org/drawingml/2006/main">
            <a:off x="2000250" y="3857625"/>
            <a:ext cx="8191500" cy="1200150"/>
          </a:xfrm>
          <a:prstGeom xmlns:a="http://schemas.openxmlformats.org/drawingml/2006/main" prst="roundRect">
            <a:avLst>
              <a:gd name="adj" fmla="val 9524"/>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7CE9176E-A8F0-410F-96F8-F767C761722B}"/>
              </a:ext>
            </a:extLst>
          </p:cNvPr>
          <p:cNvSpPr>
            <a:spLocks xmlns:a="http://schemas.openxmlformats.org/drawingml/2006/main" noGrp="1"/>
          </p:cNvSpPr>
          <p:nvPr/>
        </p:nvSpPr>
        <p:spPr>
          <a:xfrm xmlns:a="http://schemas.openxmlformats.org/drawingml/2006/main">
            <a:off x="2333625" y="4000500"/>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A useful repository answers four questions</a:t>
            </a:r>
          </a:p>
        </p:txBody>
      </p:sp>
      <p:sp>
        <p:nvSpPr>
          <p:cNvPr id="38" name="">
            <a:extLst xmlns:a="http://schemas.openxmlformats.org/drawingml/2006/main">
              <a:ext uri="{FF2B5EF4-FFF2-40B4-BE49-F238E27FC236}">
                <a16:creationId xmlns:a16="http://schemas.microsoft.com/office/drawing/2014/main" id="{9557F683-C958-4D2C-A172-DEF0D3241843}"/>
              </a:ext>
            </a:extLst>
          </p:cNvPr>
          <p:cNvSpPr>
            <a:spLocks xmlns:a="http://schemas.openxmlformats.org/drawingml/2006/main" noGrp="1"/>
          </p:cNvSpPr>
          <p:nvPr/>
        </p:nvSpPr>
        <p:spPr>
          <a:xfrm xmlns:a="http://schemas.openxmlformats.org/drawingml/2006/main">
            <a:off x="2381250" y="4457700"/>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How do I build it?     How do I release it?     How do I diagnose it?     How do I recover it?</a:t>
            </a:r>
          </a:p>
        </p:txBody>
      </p:sp>
      <p:sp>
        <p:nvSpPr>
          <p:cNvPr id="39" name="">
            <a:extLst xmlns:a="http://schemas.openxmlformats.org/drawingml/2006/main">
              <a:ext uri="{FF2B5EF4-FFF2-40B4-BE49-F238E27FC236}">
                <a16:creationId xmlns:a16="http://schemas.microsoft.com/office/drawing/2014/main" id="{614E09FC-E2C9-404A-94FC-06B65A852424}"/>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CEC81F5-7A0E-4BE6-9FDC-2113ABF2F355}"/>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D861F22-3831-4CFD-8671-E81E3BA8F183}"/>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Access to documents does not guarantee transferable knowledge.</a:t>
            </a:r>
          </a:p>
        </p:txBody>
      </p:sp>
    </p:spTree>
    <p:extLst>
      <p:ext uri="{BB962C8B-B14F-4D97-AF65-F5344CB8AC3E}">
        <p14:creationId xmlns:p14="http://schemas.microsoft.com/office/powerpoint/2010/main" val="15588251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BD15AE68-C6C9-456D-8852-7F7A2E87E50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CEB773-7EBB-4810-95D5-F67742FE6CA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C5192AB-CB95-4282-9CDA-199DEF6186D8}"/>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4295C9DB-6A80-43B7-BFB2-9CC505DDBDF5}"/>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CALMS System</a:t>
            </a:r>
          </a:p>
        </p:txBody>
      </p:sp>
      <p:sp>
        <p:nvSpPr>
          <p:cNvPr id="5" name="">
            <a:extLst xmlns:a="http://schemas.openxmlformats.org/drawingml/2006/main">
              <a:ext uri="{FF2B5EF4-FFF2-40B4-BE49-F238E27FC236}">
                <a16:creationId xmlns:a16="http://schemas.microsoft.com/office/drawing/2014/main" id="{D1D773C9-C878-48DB-8BD3-A040E4758EB2}"/>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Each dimension strengthens the next improvement</a:t>
            </a:r>
          </a:p>
        </p:txBody>
      </p:sp>
      <p:sp>
        <p:nvSpPr>
          <p:cNvPr id="6" name="">
            <a:extLst xmlns:a="http://schemas.openxmlformats.org/drawingml/2006/main">
              <a:ext uri="{FF2B5EF4-FFF2-40B4-BE49-F238E27FC236}">
                <a16:creationId xmlns:a16="http://schemas.microsoft.com/office/drawing/2014/main" id="{13D2B9DC-3BB8-4AA8-AFE0-25B43671818F}"/>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A090BB0-A678-4F2F-A998-4A2BE5ADD5F0}"/>
              </a:ext>
            </a:extLst>
          </p:cNvPr>
          <p:cNvSpPr>
            <a:spLocks xmlns:a="http://schemas.openxmlformats.org/drawingml/2006/main" noGrp="1"/>
          </p:cNvSpPr>
          <p:nvPr/>
        </p:nvSpPr>
        <p:spPr>
          <a:xfrm xmlns:a="http://schemas.openxmlformats.org/drawingml/2006/main">
            <a:off x="1047750" y="2047875"/>
            <a:ext cx="1524000" cy="15240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426bb890dd4a4035">
            <a:extLst>
              <a:ext uri="{96DAC541-7B7A-43D3-8B79-37D633B846F1}">
                <asvg:svgBlip xmlns:asvg="http://schemas.microsoft.com/office/drawing/2016/SVG/main" r:embed="Rf593b49dace04f77"/>
              </a:ext>
            </a:extLst>
          </a:blip>
          <a:stretch xmlns:a="http://schemas.openxmlformats.org/drawingml/2006/main"/>
        </p:blipFill>
        <p:spPr>
          <a:xfrm xmlns:a="http://schemas.openxmlformats.org/drawingml/2006/main">
            <a:off x="1638300" y="2209800"/>
            <a:ext cx="342900" cy="3429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6F4FAAC-2BCA-4841-BD9E-6D83C86CF622}"/>
              </a:ext>
            </a:extLst>
          </p:cNvPr>
          <p:cNvSpPr>
            <a:spLocks xmlns:a="http://schemas.openxmlformats.org/drawingml/2006/main" noGrp="1"/>
          </p:cNvSpPr>
          <p:nvPr/>
        </p:nvSpPr>
        <p:spPr>
          <a:xfrm xmlns:a="http://schemas.openxmlformats.org/drawingml/2006/main">
            <a:off x="1190625" y="25717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Culture</a:t>
            </a:r>
          </a:p>
        </p:txBody>
      </p:sp>
      <p:sp>
        <p:nvSpPr>
          <p:cNvPr id="10" name="">
            <a:extLst xmlns:a="http://schemas.openxmlformats.org/drawingml/2006/main">
              <a:ext uri="{FF2B5EF4-FFF2-40B4-BE49-F238E27FC236}">
                <a16:creationId xmlns:a16="http://schemas.microsoft.com/office/drawing/2014/main" id="{F8032D33-2E1B-42FC-97D4-DBEAD79DB3B3}"/>
              </a:ext>
            </a:extLst>
          </p:cNvPr>
          <p:cNvSpPr>
            <a:spLocks xmlns:a="http://schemas.openxmlformats.org/drawingml/2006/main" noGrp="1"/>
          </p:cNvSpPr>
          <p:nvPr/>
        </p:nvSpPr>
        <p:spPr>
          <a:xfrm xmlns:a="http://schemas.openxmlformats.org/drawingml/2006/main">
            <a:off x="1209675" y="2914650"/>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Failure can be discussed</a:t>
            </a:r>
          </a:p>
        </p:txBody>
      </p:sp>
      <p:sp>
        <p:nvSpPr>
          <p:cNvPr id="11" name="">
            <a:extLst xmlns:a="http://schemas.openxmlformats.org/drawingml/2006/main">
              <a:ext uri="{FF2B5EF4-FFF2-40B4-BE49-F238E27FC236}">
                <a16:creationId xmlns:a16="http://schemas.microsoft.com/office/drawing/2014/main" id="{60F3E09F-2B63-48B9-A828-F7A29BB2BE12}"/>
              </a:ext>
            </a:extLst>
          </p:cNvPr>
          <p:cNvSpPr>
            <a:spLocks xmlns:a="http://schemas.openxmlformats.org/drawingml/2006/main" noGrp="1"/>
          </p:cNvSpPr>
          <p:nvPr/>
        </p:nvSpPr>
        <p:spPr>
          <a:xfrm xmlns:a="http://schemas.openxmlformats.org/drawingml/2006/main">
            <a:off x="3143250" y="2047875"/>
            <a:ext cx="1524000" cy="15240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e8887904cd540fa">
            <a:extLst>
              <a:ext uri="{96DAC541-7B7A-43D3-8B79-37D633B846F1}">
                <asvg:svgBlip xmlns:asvg="http://schemas.microsoft.com/office/drawing/2016/SVG/main" r:embed="R525299464ef14822"/>
              </a:ext>
            </a:extLst>
          </a:blip>
          <a:stretch xmlns:a="http://schemas.openxmlformats.org/drawingml/2006/main"/>
        </p:blipFill>
        <p:spPr>
          <a:xfrm xmlns:a="http://schemas.openxmlformats.org/drawingml/2006/main">
            <a:off x="3733800" y="2209800"/>
            <a:ext cx="342900" cy="3429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2406193D-22EE-4F09-8DF0-AFEA5B833D19}"/>
              </a:ext>
            </a:extLst>
          </p:cNvPr>
          <p:cNvSpPr>
            <a:spLocks xmlns:a="http://schemas.openxmlformats.org/drawingml/2006/main" noGrp="1"/>
          </p:cNvSpPr>
          <p:nvPr/>
        </p:nvSpPr>
        <p:spPr>
          <a:xfrm xmlns:a="http://schemas.openxmlformats.org/drawingml/2006/main">
            <a:off x="3286125" y="25717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Sharing</a:t>
            </a:r>
          </a:p>
        </p:txBody>
      </p:sp>
      <p:sp>
        <p:nvSpPr>
          <p:cNvPr id="14" name="">
            <a:extLst xmlns:a="http://schemas.openxmlformats.org/drawingml/2006/main">
              <a:ext uri="{FF2B5EF4-FFF2-40B4-BE49-F238E27FC236}">
                <a16:creationId xmlns:a16="http://schemas.microsoft.com/office/drawing/2014/main" id="{FB8210A0-3607-4B36-BC3D-C3AD681AFC5F}"/>
              </a:ext>
            </a:extLst>
          </p:cNvPr>
          <p:cNvSpPr>
            <a:spLocks xmlns:a="http://schemas.openxmlformats.org/drawingml/2006/main" noGrp="1"/>
          </p:cNvSpPr>
          <p:nvPr/>
        </p:nvSpPr>
        <p:spPr>
          <a:xfrm xmlns:a="http://schemas.openxmlformats.org/drawingml/2006/main">
            <a:off x="3305175" y="2914650"/>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Learning is recorded</a:t>
            </a:r>
          </a:p>
        </p:txBody>
      </p:sp>
      <p:sp>
        <p:nvSpPr>
          <p:cNvPr id="15" name="">
            <a:extLst xmlns:a="http://schemas.openxmlformats.org/drawingml/2006/main">
              <a:ext uri="{FF2B5EF4-FFF2-40B4-BE49-F238E27FC236}">
                <a16:creationId xmlns:a16="http://schemas.microsoft.com/office/drawing/2014/main" id="{C2F7600E-4ED6-4EA9-A342-F55E9F7F9F13}"/>
              </a:ext>
            </a:extLst>
          </p:cNvPr>
          <p:cNvSpPr>
            <a:spLocks xmlns:a="http://schemas.openxmlformats.org/drawingml/2006/main" noGrp="1"/>
          </p:cNvSpPr>
          <p:nvPr/>
        </p:nvSpPr>
        <p:spPr>
          <a:xfrm xmlns:a="http://schemas.openxmlformats.org/drawingml/2006/main">
            <a:off x="2619375" y="2686050"/>
            <a:ext cx="428625" cy="19050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04FD065-E503-4C41-98D8-C191CBFCEE55}"/>
              </a:ext>
            </a:extLst>
          </p:cNvPr>
          <p:cNvSpPr>
            <a:spLocks xmlns:a="http://schemas.openxmlformats.org/drawingml/2006/main" noGrp="1"/>
          </p:cNvSpPr>
          <p:nvPr/>
        </p:nvSpPr>
        <p:spPr>
          <a:xfrm xmlns:a="http://schemas.openxmlformats.org/drawingml/2006/main">
            <a:off x="5238750" y="2047875"/>
            <a:ext cx="1524000" cy="15240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c7ad8b9fb73846e7">
            <a:extLst>
              <a:ext uri="{96DAC541-7B7A-43D3-8B79-37D633B846F1}">
                <asvg:svgBlip xmlns:asvg="http://schemas.microsoft.com/office/drawing/2016/SVG/main" r:embed="Red6c074b83524b2e"/>
              </a:ext>
            </a:extLst>
          </a:blip>
          <a:stretch xmlns:a="http://schemas.openxmlformats.org/drawingml/2006/main"/>
        </p:blipFill>
        <p:spPr>
          <a:xfrm xmlns:a="http://schemas.openxmlformats.org/drawingml/2006/main">
            <a:off x="5829300" y="2209800"/>
            <a:ext cx="342900" cy="3429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2863273-CB5F-48A6-8FE7-5042DB252285}"/>
              </a:ext>
            </a:extLst>
          </p:cNvPr>
          <p:cNvSpPr>
            <a:spLocks xmlns:a="http://schemas.openxmlformats.org/drawingml/2006/main" noGrp="1"/>
          </p:cNvSpPr>
          <p:nvPr/>
        </p:nvSpPr>
        <p:spPr>
          <a:xfrm xmlns:a="http://schemas.openxmlformats.org/drawingml/2006/main">
            <a:off x="5381625" y="25717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Automation</a:t>
            </a:r>
          </a:p>
        </p:txBody>
      </p:sp>
      <p:sp>
        <p:nvSpPr>
          <p:cNvPr id="19" name="">
            <a:extLst xmlns:a="http://schemas.openxmlformats.org/drawingml/2006/main">
              <a:ext uri="{FF2B5EF4-FFF2-40B4-BE49-F238E27FC236}">
                <a16:creationId xmlns:a16="http://schemas.microsoft.com/office/drawing/2014/main" id="{A3342E9B-B90B-4596-8D29-30282158E58A}"/>
              </a:ext>
            </a:extLst>
          </p:cNvPr>
          <p:cNvSpPr>
            <a:spLocks xmlns:a="http://schemas.openxmlformats.org/drawingml/2006/main" noGrp="1"/>
          </p:cNvSpPr>
          <p:nvPr/>
        </p:nvSpPr>
        <p:spPr>
          <a:xfrm xmlns:a="http://schemas.openxmlformats.org/drawingml/2006/main">
            <a:off x="5400675" y="2914650"/>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The improved step is encoded</a:t>
            </a:r>
          </a:p>
        </p:txBody>
      </p:sp>
      <p:sp>
        <p:nvSpPr>
          <p:cNvPr id="20" name="">
            <a:extLst xmlns:a="http://schemas.openxmlformats.org/drawingml/2006/main">
              <a:ext uri="{FF2B5EF4-FFF2-40B4-BE49-F238E27FC236}">
                <a16:creationId xmlns:a16="http://schemas.microsoft.com/office/drawing/2014/main" id="{1D4C974B-520E-403C-A469-D320D7A6D5BD}"/>
              </a:ext>
            </a:extLst>
          </p:cNvPr>
          <p:cNvSpPr>
            <a:spLocks xmlns:a="http://schemas.openxmlformats.org/drawingml/2006/main" noGrp="1"/>
          </p:cNvSpPr>
          <p:nvPr/>
        </p:nvSpPr>
        <p:spPr>
          <a:xfrm xmlns:a="http://schemas.openxmlformats.org/drawingml/2006/main">
            <a:off x="4714875" y="2686050"/>
            <a:ext cx="428625" cy="19050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F40043F-8B2A-410C-B12B-F314EBB85518}"/>
              </a:ext>
            </a:extLst>
          </p:cNvPr>
          <p:cNvSpPr>
            <a:spLocks xmlns:a="http://schemas.openxmlformats.org/drawingml/2006/main" noGrp="1"/>
          </p:cNvSpPr>
          <p:nvPr/>
        </p:nvSpPr>
        <p:spPr>
          <a:xfrm xmlns:a="http://schemas.openxmlformats.org/drawingml/2006/main">
            <a:off x="7334250" y="2047875"/>
            <a:ext cx="1524000" cy="15240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393fdf985556405c">
            <a:extLst>
              <a:ext uri="{96DAC541-7B7A-43D3-8B79-37D633B846F1}">
                <asvg:svgBlip xmlns:asvg="http://schemas.microsoft.com/office/drawing/2016/SVG/main" r:embed="R28ad3e11b530465e"/>
              </a:ext>
            </a:extLst>
          </a:blip>
          <a:stretch xmlns:a="http://schemas.openxmlformats.org/drawingml/2006/main"/>
        </p:blipFill>
        <p:spPr>
          <a:xfrm xmlns:a="http://schemas.openxmlformats.org/drawingml/2006/main">
            <a:off x="7924800" y="2209800"/>
            <a:ext cx="342900" cy="3429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7070A0BE-25C3-4758-82AF-95F32A014356}"/>
              </a:ext>
            </a:extLst>
          </p:cNvPr>
          <p:cNvSpPr>
            <a:spLocks xmlns:a="http://schemas.openxmlformats.org/drawingml/2006/main" noGrp="1"/>
          </p:cNvSpPr>
          <p:nvPr/>
        </p:nvSpPr>
        <p:spPr>
          <a:xfrm xmlns:a="http://schemas.openxmlformats.org/drawingml/2006/main">
            <a:off x="7477125" y="25717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Lean</a:t>
            </a:r>
          </a:p>
        </p:txBody>
      </p:sp>
      <p:sp>
        <p:nvSpPr>
          <p:cNvPr id="24" name="">
            <a:extLst xmlns:a="http://schemas.openxmlformats.org/drawingml/2006/main">
              <a:ext uri="{FF2B5EF4-FFF2-40B4-BE49-F238E27FC236}">
                <a16:creationId xmlns:a16="http://schemas.microsoft.com/office/drawing/2014/main" id="{F1E0A53E-9931-4C9F-90B8-F5C8163D30FE}"/>
              </a:ext>
            </a:extLst>
          </p:cNvPr>
          <p:cNvSpPr>
            <a:spLocks xmlns:a="http://schemas.openxmlformats.org/drawingml/2006/main" noGrp="1"/>
          </p:cNvSpPr>
          <p:nvPr/>
        </p:nvSpPr>
        <p:spPr>
          <a:xfrm xmlns:a="http://schemas.openxmlformats.org/drawingml/2006/main">
            <a:off x="7496175" y="2914650"/>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The next change is smaller</a:t>
            </a:r>
          </a:p>
        </p:txBody>
      </p:sp>
      <p:sp>
        <p:nvSpPr>
          <p:cNvPr id="25" name="">
            <a:extLst xmlns:a="http://schemas.openxmlformats.org/drawingml/2006/main">
              <a:ext uri="{FF2B5EF4-FFF2-40B4-BE49-F238E27FC236}">
                <a16:creationId xmlns:a16="http://schemas.microsoft.com/office/drawing/2014/main" id="{FA1C0FCD-9AAF-4B4D-9C94-DDB39A05978C}"/>
              </a:ext>
            </a:extLst>
          </p:cNvPr>
          <p:cNvSpPr>
            <a:spLocks xmlns:a="http://schemas.openxmlformats.org/drawingml/2006/main" noGrp="1"/>
          </p:cNvSpPr>
          <p:nvPr/>
        </p:nvSpPr>
        <p:spPr>
          <a:xfrm xmlns:a="http://schemas.openxmlformats.org/drawingml/2006/main">
            <a:off x="6810375" y="2686050"/>
            <a:ext cx="428625" cy="19050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C5F14F5-F2BC-49FC-8A44-8864D6392A11}"/>
              </a:ext>
            </a:extLst>
          </p:cNvPr>
          <p:cNvSpPr>
            <a:spLocks xmlns:a="http://schemas.openxmlformats.org/drawingml/2006/main" noGrp="1"/>
          </p:cNvSpPr>
          <p:nvPr/>
        </p:nvSpPr>
        <p:spPr>
          <a:xfrm xmlns:a="http://schemas.openxmlformats.org/drawingml/2006/main">
            <a:off x="9429750" y="2047875"/>
            <a:ext cx="1524000" cy="15240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99c8218280754482">
            <a:extLst>
              <a:ext uri="{96DAC541-7B7A-43D3-8B79-37D633B846F1}">
                <asvg:svgBlip xmlns:asvg="http://schemas.microsoft.com/office/drawing/2016/SVG/main" r:embed="R92608e882fe147af"/>
              </a:ext>
            </a:extLst>
          </a:blip>
          <a:stretch xmlns:a="http://schemas.openxmlformats.org/drawingml/2006/main"/>
        </p:blipFill>
        <p:spPr>
          <a:xfrm xmlns:a="http://schemas.openxmlformats.org/drawingml/2006/main">
            <a:off x="10020300" y="2209800"/>
            <a:ext cx="342900" cy="3429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74E118B5-2D73-484E-9E41-C25DEBAD03CC}"/>
              </a:ext>
            </a:extLst>
          </p:cNvPr>
          <p:cNvSpPr>
            <a:spLocks xmlns:a="http://schemas.openxmlformats.org/drawingml/2006/main" noGrp="1"/>
          </p:cNvSpPr>
          <p:nvPr/>
        </p:nvSpPr>
        <p:spPr>
          <a:xfrm xmlns:a="http://schemas.openxmlformats.org/drawingml/2006/main">
            <a:off x="9572625" y="25717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34"/>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Measurement</a:t>
            </a:r>
          </a:p>
        </p:txBody>
      </p:sp>
      <p:sp>
        <p:nvSpPr>
          <p:cNvPr id="29" name="">
            <a:extLst xmlns:a="http://schemas.openxmlformats.org/drawingml/2006/main">
              <a:ext uri="{FF2B5EF4-FFF2-40B4-BE49-F238E27FC236}">
                <a16:creationId xmlns:a16="http://schemas.microsoft.com/office/drawing/2014/main" id="{816DC3F5-2584-4C75-A1D1-14757E09234C}"/>
              </a:ext>
            </a:extLst>
          </p:cNvPr>
          <p:cNvSpPr>
            <a:spLocks xmlns:a="http://schemas.openxmlformats.org/drawingml/2006/main" noGrp="1"/>
          </p:cNvSpPr>
          <p:nvPr/>
        </p:nvSpPr>
        <p:spPr>
          <a:xfrm xmlns:a="http://schemas.openxmlformats.org/drawingml/2006/main">
            <a:off x="9591675" y="2914650"/>
            <a:ext cx="120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The effect becomes visible</a:t>
            </a:r>
          </a:p>
        </p:txBody>
      </p:sp>
      <p:sp>
        <p:nvSpPr>
          <p:cNvPr id="30" name="">
            <a:extLst xmlns:a="http://schemas.openxmlformats.org/drawingml/2006/main">
              <a:ext uri="{FF2B5EF4-FFF2-40B4-BE49-F238E27FC236}">
                <a16:creationId xmlns:a16="http://schemas.microsoft.com/office/drawing/2014/main" id="{01C4CEF4-AA76-4A06-9162-41837F98BC9C}"/>
              </a:ext>
            </a:extLst>
          </p:cNvPr>
          <p:cNvSpPr>
            <a:spLocks xmlns:a="http://schemas.openxmlformats.org/drawingml/2006/main" noGrp="1"/>
          </p:cNvSpPr>
          <p:nvPr/>
        </p:nvSpPr>
        <p:spPr>
          <a:xfrm xmlns:a="http://schemas.openxmlformats.org/drawingml/2006/main">
            <a:off x="8905875" y="2686050"/>
            <a:ext cx="428625" cy="19050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E06876B-DDC7-4580-A2AD-83713980CAFA}"/>
              </a:ext>
            </a:extLst>
          </p:cNvPr>
          <p:cNvSpPr>
            <a:spLocks xmlns:a="http://schemas.openxmlformats.org/drawingml/2006/main" noGrp="1"/>
          </p:cNvSpPr>
          <p:nvPr/>
        </p:nvSpPr>
        <p:spPr>
          <a:xfrm xmlns:a="http://schemas.openxmlformats.org/drawingml/2006/main">
            <a:off x="1571625" y="4095750"/>
            <a:ext cx="9048750" cy="400050"/>
          </a:xfrm>
          <a:prstGeom xmlns:a="http://schemas.openxmlformats.org/drawingml/2006/main" prst="leftArrow">
            <a:avLst/>
          </a:prstGeom>
          <a:solidFill xmlns:a="http://schemas.openxmlformats.org/drawingml/2006/main">
            <a:srgbClr val="DDF2F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02FF8D1-B8F6-4032-9BBC-ABCAC297E80C}"/>
              </a:ext>
            </a:extLst>
          </p:cNvPr>
          <p:cNvSpPr>
            <a:spLocks xmlns:a="http://schemas.openxmlformats.org/drawingml/2006/main" noGrp="1"/>
          </p:cNvSpPr>
          <p:nvPr/>
        </p:nvSpPr>
        <p:spPr>
          <a:xfrm xmlns:a="http://schemas.openxmlformats.org/drawingml/2006/main">
            <a:off x="4762500" y="413385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82B59"/>
                </a:solidFill>
                <a:latin typeface="Helvetica Neue"/>
                <a:ea typeface="Helvetica Neue"/>
                <a:cs typeface="Helvetica Neue"/>
              </a:defRPr>
            </a:pPr>
            <a:r>
              <a:rPr sz="1200" b="1">
                <a:solidFill>
                  <a:srgbClr val="082B59"/>
                </a:solidFill>
                <a:latin typeface="Helvetica Neue"/>
                <a:ea typeface="Helvetica Neue"/>
                <a:cs typeface="Helvetica Neue"/>
              </a:rPr>
              <a:t>NEXT IMPROVEMENT</a:t>
            </a:r>
          </a:p>
        </p:txBody>
      </p:sp>
      <p:sp>
        <p:nvSpPr>
          <p:cNvPr id="33" name="">
            <a:extLst xmlns:a="http://schemas.openxmlformats.org/drawingml/2006/main">
              <a:ext uri="{FF2B5EF4-FFF2-40B4-BE49-F238E27FC236}">
                <a16:creationId xmlns:a16="http://schemas.microsoft.com/office/drawing/2014/main" id="{E1EC85CD-88D2-4325-83C6-F5594B792FB1}"/>
              </a:ext>
            </a:extLst>
          </p:cNvPr>
          <p:cNvSpPr>
            <a:spLocks xmlns:a="http://schemas.openxmlformats.org/drawingml/2006/main" noGrp="1"/>
          </p:cNvSpPr>
          <p:nvPr/>
        </p:nvSpPr>
        <p:spPr>
          <a:xfrm xmlns:a="http://schemas.openxmlformats.org/drawingml/2006/main">
            <a:off x="2381250" y="4714875"/>
            <a:ext cx="742950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34" name="">
            <a:extLst xmlns:a="http://schemas.openxmlformats.org/drawingml/2006/main">
              <a:ext uri="{FF2B5EF4-FFF2-40B4-BE49-F238E27FC236}">
                <a16:creationId xmlns:a16="http://schemas.microsoft.com/office/drawing/2014/main" id="{9886CC32-DD12-4F75-85A3-BCA32CF2C401}"/>
              </a:ext>
            </a:extLst>
          </p:cNvPr>
          <p:cNvSpPr>
            <a:spLocks xmlns:a="http://schemas.openxmlformats.org/drawingml/2006/main" noGrp="1"/>
          </p:cNvSpPr>
          <p:nvPr/>
        </p:nvSpPr>
        <p:spPr>
          <a:xfrm xmlns:a="http://schemas.openxmlformats.org/drawingml/2006/main">
            <a:off x="2381250" y="4714875"/>
            <a:ext cx="76200" cy="11430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E16B534-9ECF-4ABD-AF92-21D0949B37AA}"/>
              </a:ext>
            </a:extLst>
          </p:cNvPr>
          <p:cNvSpPr>
            <a:spLocks xmlns:a="http://schemas.openxmlformats.org/drawingml/2006/main" noGrp="1"/>
          </p:cNvSpPr>
          <p:nvPr/>
        </p:nvSpPr>
        <p:spPr>
          <a:xfrm xmlns:a="http://schemas.openxmlformats.org/drawingml/2006/main">
            <a:off x="2590800" y="4886325"/>
            <a:ext cx="7029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Imbalance to watch</a:t>
            </a:r>
          </a:p>
        </p:txBody>
      </p:sp>
      <p:sp>
        <p:nvSpPr>
          <p:cNvPr id="36" name="">
            <a:extLst xmlns:a="http://schemas.openxmlformats.org/drawingml/2006/main">
              <a:ext uri="{FF2B5EF4-FFF2-40B4-BE49-F238E27FC236}">
                <a16:creationId xmlns:a16="http://schemas.microsoft.com/office/drawing/2014/main" id="{552F218D-5643-4B20-BE42-8F4205CE9717}"/>
              </a:ext>
            </a:extLst>
          </p:cNvPr>
          <p:cNvSpPr>
            <a:spLocks xmlns:a="http://schemas.openxmlformats.org/drawingml/2006/main" noGrp="1"/>
          </p:cNvSpPr>
          <p:nvPr/>
        </p:nvSpPr>
        <p:spPr>
          <a:xfrm xmlns:a="http://schemas.openxmlformats.org/drawingml/2006/main">
            <a:off x="2590800" y="5276850"/>
            <a:ext cx="702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A sophisticated pipeline can still depend on one person for approval, diagnosis, and recovery.</a:t>
            </a:r>
          </a:p>
        </p:txBody>
      </p:sp>
      <p:sp>
        <p:nvSpPr>
          <p:cNvPr id="37" name="">
            <a:extLst xmlns:a="http://schemas.openxmlformats.org/drawingml/2006/main">
              <a:ext uri="{FF2B5EF4-FFF2-40B4-BE49-F238E27FC236}">
                <a16:creationId xmlns:a16="http://schemas.microsoft.com/office/drawing/2014/main" id="{390F4382-EE98-4D2A-9E12-8EC4352001D6}"/>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E6A4D70-7592-4636-BC50-D06977569D90}"/>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E18C6DE-8701-4F0A-AEAD-292CD085AC59}"/>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CALMS exposes the constraint that tools alone cannot remove.</a:t>
            </a:r>
          </a:p>
        </p:txBody>
      </p:sp>
    </p:spTree>
    <p:extLst>
      <p:ext uri="{BB962C8B-B14F-4D97-AF65-F5344CB8AC3E}">
        <p14:creationId xmlns:p14="http://schemas.microsoft.com/office/powerpoint/2010/main" val="11025010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DF33A8A-62F2-4E76-9F0B-D096F23176E3}"/>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C7D2EA-5025-40E9-BBD7-4602FD6DBB7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634BA8-25E4-4BAC-85DE-8172F5D717A1}"/>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EBC61724-3C86-4E24-ABB7-0645C6469E78}"/>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Delivery Models</a:t>
            </a:r>
          </a:p>
        </p:txBody>
      </p:sp>
      <p:sp>
        <p:nvSpPr>
          <p:cNvPr id="5" name="">
            <a:extLst xmlns:a="http://schemas.openxmlformats.org/drawingml/2006/main">
              <a:ext uri="{FF2B5EF4-FFF2-40B4-BE49-F238E27FC236}">
                <a16:creationId xmlns:a16="http://schemas.microsoft.com/office/drawing/2014/main" id="{FBB6EBBA-5F2F-468F-A146-969C8BD69E08}"/>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Control and evidence increase across three models</a:t>
            </a:r>
          </a:p>
        </p:txBody>
      </p:sp>
      <p:sp>
        <p:nvSpPr>
          <p:cNvPr id="6" name="">
            <a:extLst xmlns:a="http://schemas.openxmlformats.org/drawingml/2006/main">
              <a:ext uri="{FF2B5EF4-FFF2-40B4-BE49-F238E27FC236}">
                <a16:creationId xmlns:a16="http://schemas.microsoft.com/office/drawing/2014/main" id="{E23772D8-97E1-4298-A349-6C91B6D6F57C}"/>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D5F805-EFC9-4074-A969-A7A35952EC99}"/>
              </a:ext>
            </a:extLst>
          </p:cNvPr>
          <p:cNvSpPr>
            <a:spLocks xmlns:a="http://schemas.openxmlformats.org/drawingml/2006/main" noGrp="1"/>
          </p:cNvSpPr>
          <p:nvPr/>
        </p:nvSpPr>
        <p:spPr>
          <a:xfrm xmlns:a="http://schemas.openxmlformats.org/drawingml/2006/main">
            <a:off x="523875" y="1666875"/>
            <a:ext cx="3619500" cy="3714750"/>
          </a:xfrm>
          <a:prstGeom xmlns:a="http://schemas.openxmlformats.org/drawingml/2006/main" prst="roundRect">
            <a:avLst>
              <a:gd name="adj" fmla="val 3158"/>
            </a:avLst>
          </a:prstGeom>
          <a:solidFill xmlns:a="http://schemas.openxmlformats.org/drawingml/2006/main">
            <a:srgbClr val="F3F8FC"/>
          </a:solidFill>
          <a:ln xmlns:a="http://schemas.openxmlformats.org/drawingml/2006/main" w="9525">
            <a:solidFill>
              <a:srgbClr val="D64545"/>
            </a:solidFill>
            <a:prstDash val="solid"/>
          </a:ln>
        </p:spPr>
      </p:sp>
      <p:sp>
        <p:nvSpPr>
          <p:cNvPr id="8" name="">
            <a:extLst xmlns:a="http://schemas.openxmlformats.org/drawingml/2006/main">
              <a:ext uri="{FF2B5EF4-FFF2-40B4-BE49-F238E27FC236}">
                <a16:creationId xmlns:a16="http://schemas.microsoft.com/office/drawing/2014/main" id="{E537E794-894A-4369-98D7-165749E43091}"/>
              </a:ext>
            </a:extLst>
          </p:cNvPr>
          <p:cNvSpPr>
            <a:spLocks xmlns:a="http://schemas.openxmlformats.org/drawingml/2006/main" noGrp="1"/>
          </p:cNvSpPr>
          <p:nvPr/>
        </p:nvSpPr>
        <p:spPr>
          <a:xfrm xmlns:a="http://schemas.openxmlformats.org/drawingml/2006/main">
            <a:off x="523875" y="1666875"/>
            <a:ext cx="3619500" cy="55245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FD5199-02F7-4703-AF5A-D54D919A594B}"/>
              </a:ext>
            </a:extLst>
          </p:cNvPr>
          <p:cNvSpPr>
            <a:spLocks xmlns:a="http://schemas.openxmlformats.org/drawingml/2006/main" noGrp="1"/>
          </p:cNvSpPr>
          <p:nvPr/>
        </p:nvSpPr>
        <p:spPr>
          <a:xfrm xmlns:a="http://schemas.openxmlformats.org/drawingml/2006/main">
            <a:off x="714375" y="17621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Manual delivery</a:t>
            </a:r>
          </a:p>
        </p:txBody>
      </p:sp>
      <p:sp>
        <p:nvSpPr>
          <p:cNvPr id="10" name="">
            <a:extLst xmlns:a="http://schemas.openxmlformats.org/drawingml/2006/main">
              <a:ext uri="{FF2B5EF4-FFF2-40B4-BE49-F238E27FC236}">
                <a16:creationId xmlns:a16="http://schemas.microsoft.com/office/drawing/2014/main" id="{B04A4FC9-4B73-4FDA-B4FA-F32CE0E69861}"/>
              </a:ext>
            </a:extLst>
          </p:cNvPr>
          <p:cNvSpPr>
            <a:spLocks xmlns:a="http://schemas.openxmlformats.org/drawingml/2006/main" noGrp="1"/>
          </p:cNvSpPr>
          <p:nvPr/>
        </p:nvSpPr>
        <p:spPr>
          <a:xfrm xmlns:a="http://schemas.openxmlformats.org/drawingml/2006/main">
            <a:off x="752475" y="24765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SOURCE</a:t>
            </a:r>
          </a:p>
        </p:txBody>
      </p:sp>
      <p:sp>
        <p:nvSpPr>
          <p:cNvPr id="11" name="">
            <a:extLst xmlns:a="http://schemas.openxmlformats.org/drawingml/2006/main">
              <a:ext uri="{FF2B5EF4-FFF2-40B4-BE49-F238E27FC236}">
                <a16:creationId xmlns:a16="http://schemas.microsoft.com/office/drawing/2014/main" id="{47BFCDD1-73C2-4E8E-A647-8FBA6B8DC6D4}"/>
              </a:ext>
            </a:extLst>
          </p:cNvPr>
          <p:cNvSpPr>
            <a:spLocks xmlns:a="http://schemas.openxmlformats.org/drawingml/2006/main" noGrp="1"/>
          </p:cNvSpPr>
          <p:nvPr/>
        </p:nvSpPr>
        <p:spPr>
          <a:xfrm xmlns:a="http://schemas.openxmlformats.org/drawingml/2006/main">
            <a:off x="752475" y="2724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Ticket and procedure</a:t>
            </a:r>
          </a:p>
        </p:txBody>
      </p:sp>
      <p:sp>
        <p:nvSpPr>
          <p:cNvPr id="12" name="">
            <a:extLst xmlns:a="http://schemas.openxmlformats.org/drawingml/2006/main">
              <a:ext uri="{FF2B5EF4-FFF2-40B4-BE49-F238E27FC236}">
                <a16:creationId xmlns:a16="http://schemas.microsoft.com/office/drawing/2014/main" id="{E81FA0F7-D85C-4CE3-84ED-EADA79BF26FF}"/>
              </a:ext>
            </a:extLst>
          </p:cNvPr>
          <p:cNvSpPr>
            <a:spLocks xmlns:a="http://schemas.openxmlformats.org/drawingml/2006/main" noGrp="1"/>
          </p:cNvSpPr>
          <p:nvPr/>
        </p:nvSpPr>
        <p:spPr>
          <a:xfrm xmlns:a="http://schemas.openxmlformats.org/drawingml/2006/main">
            <a:off x="752475" y="3143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EXECUTION</a:t>
            </a:r>
          </a:p>
        </p:txBody>
      </p:sp>
      <p:sp>
        <p:nvSpPr>
          <p:cNvPr id="13" name="">
            <a:extLst xmlns:a="http://schemas.openxmlformats.org/drawingml/2006/main">
              <a:ext uri="{FF2B5EF4-FFF2-40B4-BE49-F238E27FC236}">
                <a16:creationId xmlns:a16="http://schemas.microsoft.com/office/drawing/2014/main" id="{50B6E706-0802-4CBD-AC66-4A0337BFBB1D}"/>
              </a:ext>
            </a:extLst>
          </p:cNvPr>
          <p:cNvSpPr>
            <a:spLocks xmlns:a="http://schemas.openxmlformats.org/drawingml/2006/main" noGrp="1"/>
          </p:cNvSpPr>
          <p:nvPr/>
        </p:nvSpPr>
        <p:spPr>
          <a:xfrm xmlns:a="http://schemas.openxmlformats.org/drawingml/2006/main">
            <a:off x="752475" y="3390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Engineer executes</a:t>
            </a:r>
          </a:p>
        </p:txBody>
      </p:sp>
      <p:sp>
        <p:nvSpPr>
          <p:cNvPr id="14" name="">
            <a:extLst xmlns:a="http://schemas.openxmlformats.org/drawingml/2006/main">
              <a:ext uri="{FF2B5EF4-FFF2-40B4-BE49-F238E27FC236}">
                <a16:creationId xmlns:a16="http://schemas.microsoft.com/office/drawing/2014/main" id="{2973E7BE-550F-4E67-A601-1A196A3DFAAB}"/>
              </a:ext>
            </a:extLst>
          </p:cNvPr>
          <p:cNvSpPr>
            <a:spLocks xmlns:a="http://schemas.openxmlformats.org/drawingml/2006/main" noGrp="1"/>
          </p:cNvSpPr>
          <p:nvPr/>
        </p:nvSpPr>
        <p:spPr>
          <a:xfrm xmlns:a="http://schemas.openxmlformats.org/drawingml/2006/main">
            <a:off x="752475" y="38100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EVIDENCE</a:t>
            </a:r>
          </a:p>
        </p:txBody>
      </p:sp>
      <p:sp>
        <p:nvSpPr>
          <p:cNvPr id="15" name="">
            <a:extLst xmlns:a="http://schemas.openxmlformats.org/drawingml/2006/main">
              <a:ext uri="{FF2B5EF4-FFF2-40B4-BE49-F238E27FC236}">
                <a16:creationId xmlns:a16="http://schemas.microsoft.com/office/drawing/2014/main" id="{DE2A62A9-CE98-43AC-9A59-4FD69CD4D341}"/>
              </a:ext>
            </a:extLst>
          </p:cNvPr>
          <p:cNvSpPr>
            <a:spLocks xmlns:a="http://schemas.openxmlformats.org/drawingml/2006/main" noGrp="1"/>
          </p:cNvSpPr>
          <p:nvPr/>
        </p:nvSpPr>
        <p:spPr>
          <a:xfrm xmlns:a="http://schemas.openxmlformats.org/drawingml/2006/main">
            <a:off x="752475" y="40576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Screenshots</a:t>
            </a:r>
          </a:p>
        </p:txBody>
      </p:sp>
      <p:sp>
        <p:nvSpPr>
          <p:cNvPr id="16" name="">
            <a:extLst xmlns:a="http://schemas.openxmlformats.org/drawingml/2006/main">
              <a:ext uri="{FF2B5EF4-FFF2-40B4-BE49-F238E27FC236}">
                <a16:creationId xmlns:a16="http://schemas.microsoft.com/office/drawing/2014/main" id="{B95BBE8A-C204-48F1-B25B-39F9C0B45F2C}"/>
              </a:ext>
            </a:extLst>
          </p:cNvPr>
          <p:cNvSpPr>
            <a:spLocks xmlns:a="http://schemas.openxmlformats.org/drawingml/2006/main" noGrp="1"/>
          </p:cNvSpPr>
          <p:nvPr/>
        </p:nvSpPr>
        <p:spPr>
          <a:xfrm xmlns:a="http://schemas.openxmlformats.org/drawingml/2006/main">
            <a:off x="752475" y="4476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RECOVERY</a:t>
            </a:r>
          </a:p>
        </p:txBody>
      </p:sp>
      <p:sp>
        <p:nvSpPr>
          <p:cNvPr id="17" name="">
            <a:extLst xmlns:a="http://schemas.openxmlformats.org/drawingml/2006/main">
              <a:ext uri="{FF2B5EF4-FFF2-40B4-BE49-F238E27FC236}">
                <a16:creationId xmlns:a16="http://schemas.microsoft.com/office/drawing/2014/main" id="{91016DA1-DCE4-4A7D-8F0D-1EA79BD3DA9C}"/>
              </a:ext>
            </a:extLst>
          </p:cNvPr>
          <p:cNvSpPr>
            <a:spLocks xmlns:a="http://schemas.openxmlformats.org/drawingml/2006/main" noGrp="1"/>
          </p:cNvSpPr>
          <p:nvPr/>
        </p:nvSpPr>
        <p:spPr>
          <a:xfrm xmlns:a="http://schemas.openxmlformats.org/drawingml/2006/main">
            <a:off x="752475" y="47244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Manual reversal</a:t>
            </a:r>
          </a:p>
        </p:txBody>
      </p:sp>
      <p:sp>
        <p:nvSpPr>
          <p:cNvPr id="18" name="">
            <a:extLst xmlns:a="http://schemas.openxmlformats.org/drawingml/2006/main">
              <a:ext uri="{FF2B5EF4-FFF2-40B4-BE49-F238E27FC236}">
                <a16:creationId xmlns:a16="http://schemas.microsoft.com/office/drawing/2014/main" id="{C6389778-AA78-41C6-9374-802287E6842F}"/>
              </a:ext>
            </a:extLst>
          </p:cNvPr>
          <p:cNvSpPr>
            <a:spLocks xmlns:a="http://schemas.openxmlformats.org/drawingml/2006/main" noGrp="1"/>
          </p:cNvSpPr>
          <p:nvPr/>
        </p:nvSpPr>
        <p:spPr>
          <a:xfrm xmlns:a="http://schemas.openxmlformats.org/drawingml/2006/main">
            <a:off x="4429125" y="1666875"/>
            <a:ext cx="3619500" cy="3714750"/>
          </a:xfrm>
          <a:prstGeom xmlns:a="http://schemas.openxmlformats.org/drawingml/2006/main" prst="roundRect">
            <a:avLst>
              <a:gd name="adj" fmla="val 3158"/>
            </a:avLst>
          </a:prstGeom>
          <a:solidFill xmlns:a="http://schemas.openxmlformats.org/drawingml/2006/main">
            <a:srgbClr val="F3F8FC"/>
          </a:solidFill>
          <a:ln xmlns:a="http://schemas.openxmlformats.org/drawingml/2006/main" w="9525">
            <a:solidFill>
              <a:srgbClr val="F28C28"/>
            </a:solidFill>
            <a:prstDash val="solid"/>
          </a:ln>
        </p:spPr>
      </p:sp>
      <p:sp>
        <p:nvSpPr>
          <p:cNvPr id="19" name="">
            <a:extLst xmlns:a="http://schemas.openxmlformats.org/drawingml/2006/main">
              <a:ext uri="{FF2B5EF4-FFF2-40B4-BE49-F238E27FC236}">
                <a16:creationId xmlns:a16="http://schemas.microsoft.com/office/drawing/2014/main" id="{F6B385B4-F5FE-463E-9BAA-1B6376C6F799}"/>
              </a:ext>
            </a:extLst>
          </p:cNvPr>
          <p:cNvSpPr>
            <a:spLocks xmlns:a="http://schemas.openxmlformats.org/drawingml/2006/main" noGrp="1"/>
          </p:cNvSpPr>
          <p:nvPr/>
        </p:nvSpPr>
        <p:spPr>
          <a:xfrm xmlns:a="http://schemas.openxmlformats.org/drawingml/2006/main">
            <a:off x="4429125" y="1666875"/>
            <a:ext cx="3619500" cy="5524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2275A2E-78BA-4E93-A98C-29DAEFAD9730}"/>
              </a:ext>
            </a:extLst>
          </p:cNvPr>
          <p:cNvSpPr>
            <a:spLocks xmlns:a="http://schemas.openxmlformats.org/drawingml/2006/main" noGrp="1"/>
          </p:cNvSpPr>
          <p:nvPr/>
        </p:nvSpPr>
        <p:spPr>
          <a:xfrm xmlns:a="http://schemas.openxmlformats.org/drawingml/2006/main">
            <a:off x="4619625" y="17621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Ad hoc automation</a:t>
            </a:r>
          </a:p>
        </p:txBody>
      </p:sp>
      <p:sp>
        <p:nvSpPr>
          <p:cNvPr id="21" name="">
            <a:extLst xmlns:a="http://schemas.openxmlformats.org/drawingml/2006/main">
              <a:ext uri="{FF2B5EF4-FFF2-40B4-BE49-F238E27FC236}">
                <a16:creationId xmlns:a16="http://schemas.microsoft.com/office/drawing/2014/main" id="{78DC0DC5-B117-41B6-9275-92981DCC2066}"/>
              </a:ext>
            </a:extLst>
          </p:cNvPr>
          <p:cNvSpPr>
            <a:spLocks xmlns:a="http://schemas.openxmlformats.org/drawingml/2006/main" noGrp="1"/>
          </p:cNvSpPr>
          <p:nvPr/>
        </p:nvSpPr>
        <p:spPr>
          <a:xfrm xmlns:a="http://schemas.openxmlformats.org/drawingml/2006/main">
            <a:off x="4657725" y="24765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SOURCE</a:t>
            </a:r>
          </a:p>
        </p:txBody>
      </p:sp>
      <p:sp>
        <p:nvSpPr>
          <p:cNvPr id="22" name="">
            <a:extLst xmlns:a="http://schemas.openxmlformats.org/drawingml/2006/main">
              <a:ext uri="{FF2B5EF4-FFF2-40B4-BE49-F238E27FC236}">
                <a16:creationId xmlns:a16="http://schemas.microsoft.com/office/drawing/2014/main" id="{B146B8E5-AD8A-4F9C-95B9-2434CA01B3DE}"/>
              </a:ext>
            </a:extLst>
          </p:cNvPr>
          <p:cNvSpPr>
            <a:spLocks xmlns:a="http://schemas.openxmlformats.org/drawingml/2006/main" noGrp="1"/>
          </p:cNvSpPr>
          <p:nvPr/>
        </p:nvSpPr>
        <p:spPr>
          <a:xfrm xmlns:a="http://schemas.openxmlformats.org/drawingml/2006/main">
            <a:off x="4657725" y="2724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Local script inputs</a:t>
            </a:r>
          </a:p>
        </p:txBody>
      </p:sp>
      <p:sp>
        <p:nvSpPr>
          <p:cNvPr id="23" name="">
            <a:extLst xmlns:a="http://schemas.openxmlformats.org/drawingml/2006/main">
              <a:ext uri="{FF2B5EF4-FFF2-40B4-BE49-F238E27FC236}">
                <a16:creationId xmlns:a16="http://schemas.microsoft.com/office/drawing/2014/main" id="{F8704C74-5548-4959-93FA-62DCBEDA8B12}"/>
              </a:ext>
            </a:extLst>
          </p:cNvPr>
          <p:cNvSpPr>
            <a:spLocks xmlns:a="http://schemas.openxmlformats.org/drawingml/2006/main" noGrp="1"/>
          </p:cNvSpPr>
          <p:nvPr/>
        </p:nvSpPr>
        <p:spPr>
          <a:xfrm xmlns:a="http://schemas.openxmlformats.org/drawingml/2006/main">
            <a:off x="4657725" y="3143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EXECUTION</a:t>
            </a:r>
          </a:p>
        </p:txBody>
      </p:sp>
      <p:sp>
        <p:nvSpPr>
          <p:cNvPr id="24" name="">
            <a:extLst xmlns:a="http://schemas.openxmlformats.org/drawingml/2006/main">
              <a:ext uri="{FF2B5EF4-FFF2-40B4-BE49-F238E27FC236}">
                <a16:creationId xmlns:a16="http://schemas.microsoft.com/office/drawing/2014/main" id="{C408940E-9E9B-4F43-B5A9-F2E48594E4B2}"/>
              </a:ext>
            </a:extLst>
          </p:cNvPr>
          <p:cNvSpPr>
            <a:spLocks xmlns:a="http://schemas.openxmlformats.org/drawingml/2006/main" noGrp="1"/>
          </p:cNvSpPr>
          <p:nvPr/>
        </p:nvSpPr>
        <p:spPr>
          <a:xfrm xmlns:a="http://schemas.openxmlformats.org/drawingml/2006/main">
            <a:off x="4657725" y="3390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Author executes</a:t>
            </a:r>
          </a:p>
        </p:txBody>
      </p:sp>
      <p:sp>
        <p:nvSpPr>
          <p:cNvPr id="25" name="">
            <a:extLst xmlns:a="http://schemas.openxmlformats.org/drawingml/2006/main">
              <a:ext uri="{FF2B5EF4-FFF2-40B4-BE49-F238E27FC236}">
                <a16:creationId xmlns:a16="http://schemas.microsoft.com/office/drawing/2014/main" id="{940FD826-ABD9-4B70-828B-BD249CF8F743}"/>
              </a:ext>
            </a:extLst>
          </p:cNvPr>
          <p:cNvSpPr>
            <a:spLocks xmlns:a="http://schemas.openxmlformats.org/drawingml/2006/main" noGrp="1"/>
          </p:cNvSpPr>
          <p:nvPr/>
        </p:nvSpPr>
        <p:spPr>
          <a:xfrm xmlns:a="http://schemas.openxmlformats.org/drawingml/2006/main">
            <a:off x="4657725" y="38100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EVIDENCE</a:t>
            </a:r>
          </a:p>
        </p:txBody>
      </p:sp>
      <p:sp>
        <p:nvSpPr>
          <p:cNvPr id="26" name="">
            <a:extLst xmlns:a="http://schemas.openxmlformats.org/drawingml/2006/main">
              <a:ext uri="{FF2B5EF4-FFF2-40B4-BE49-F238E27FC236}">
                <a16:creationId xmlns:a16="http://schemas.microsoft.com/office/drawing/2014/main" id="{32FB7E56-7D8E-4901-9551-F61FB308C015}"/>
              </a:ext>
            </a:extLst>
          </p:cNvPr>
          <p:cNvSpPr>
            <a:spLocks xmlns:a="http://schemas.openxmlformats.org/drawingml/2006/main" noGrp="1"/>
          </p:cNvSpPr>
          <p:nvPr/>
        </p:nvSpPr>
        <p:spPr>
          <a:xfrm xmlns:a="http://schemas.openxmlformats.org/drawingml/2006/main">
            <a:off x="4657725" y="40576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Console output</a:t>
            </a:r>
          </a:p>
        </p:txBody>
      </p:sp>
      <p:sp>
        <p:nvSpPr>
          <p:cNvPr id="27" name="">
            <a:extLst xmlns:a="http://schemas.openxmlformats.org/drawingml/2006/main">
              <a:ext uri="{FF2B5EF4-FFF2-40B4-BE49-F238E27FC236}">
                <a16:creationId xmlns:a16="http://schemas.microsoft.com/office/drawing/2014/main" id="{4C8D9202-EA0F-43F7-8437-A6BE0215ABFE}"/>
              </a:ext>
            </a:extLst>
          </p:cNvPr>
          <p:cNvSpPr>
            <a:spLocks xmlns:a="http://schemas.openxmlformats.org/drawingml/2006/main" noGrp="1"/>
          </p:cNvSpPr>
          <p:nvPr/>
        </p:nvSpPr>
        <p:spPr>
          <a:xfrm xmlns:a="http://schemas.openxmlformats.org/drawingml/2006/main">
            <a:off x="4657725" y="4476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RECOVERY</a:t>
            </a:r>
          </a:p>
        </p:txBody>
      </p:sp>
      <p:sp>
        <p:nvSpPr>
          <p:cNvPr id="28" name="">
            <a:extLst xmlns:a="http://schemas.openxmlformats.org/drawingml/2006/main">
              <a:ext uri="{FF2B5EF4-FFF2-40B4-BE49-F238E27FC236}">
                <a16:creationId xmlns:a16="http://schemas.microsoft.com/office/drawing/2014/main" id="{AF9E8736-CF2D-444B-9EFC-C9EFADC68D1C}"/>
              </a:ext>
            </a:extLst>
          </p:cNvPr>
          <p:cNvSpPr>
            <a:spLocks xmlns:a="http://schemas.openxmlformats.org/drawingml/2006/main" noGrp="1"/>
          </p:cNvSpPr>
          <p:nvPr/>
        </p:nvSpPr>
        <p:spPr>
          <a:xfrm xmlns:a="http://schemas.openxmlformats.org/drawingml/2006/main">
            <a:off x="4657725" y="47244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Separate script</a:t>
            </a:r>
          </a:p>
        </p:txBody>
      </p:sp>
      <p:sp>
        <p:nvSpPr>
          <p:cNvPr id="29" name="">
            <a:extLst xmlns:a="http://schemas.openxmlformats.org/drawingml/2006/main">
              <a:ext uri="{FF2B5EF4-FFF2-40B4-BE49-F238E27FC236}">
                <a16:creationId xmlns:a16="http://schemas.microsoft.com/office/drawing/2014/main" id="{5A8F0472-31A9-4307-8A96-76A6105488E1}"/>
              </a:ext>
            </a:extLst>
          </p:cNvPr>
          <p:cNvSpPr>
            <a:spLocks xmlns:a="http://schemas.openxmlformats.org/drawingml/2006/main" noGrp="1"/>
          </p:cNvSpPr>
          <p:nvPr/>
        </p:nvSpPr>
        <p:spPr>
          <a:xfrm xmlns:a="http://schemas.openxmlformats.org/drawingml/2006/main">
            <a:off x="8334375" y="1666875"/>
            <a:ext cx="3619500" cy="3714750"/>
          </a:xfrm>
          <a:prstGeom xmlns:a="http://schemas.openxmlformats.org/drawingml/2006/main" prst="roundRect">
            <a:avLst>
              <a:gd name="adj" fmla="val 3158"/>
            </a:avLst>
          </a:prstGeom>
          <a:solidFill xmlns:a="http://schemas.openxmlformats.org/drawingml/2006/main">
            <a:srgbClr val="E8F7EF"/>
          </a:solidFill>
          <a:ln xmlns:a="http://schemas.openxmlformats.org/drawingml/2006/main" w="9525">
            <a:solidFill>
              <a:srgbClr val="1E9B65"/>
            </a:solidFill>
            <a:prstDash val="solid"/>
          </a:ln>
        </p:spPr>
      </p:sp>
      <p:sp>
        <p:nvSpPr>
          <p:cNvPr id="30" name="">
            <a:extLst xmlns:a="http://schemas.openxmlformats.org/drawingml/2006/main">
              <a:ext uri="{FF2B5EF4-FFF2-40B4-BE49-F238E27FC236}">
                <a16:creationId xmlns:a16="http://schemas.microsoft.com/office/drawing/2014/main" id="{652F972B-E3C7-4702-ADBE-56AE25A9C459}"/>
              </a:ext>
            </a:extLst>
          </p:cNvPr>
          <p:cNvSpPr>
            <a:spLocks xmlns:a="http://schemas.openxmlformats.org/drawingml/2006/main" noGrp="1"/>
          </p:cNvSpPr>
          <p:nvPr/>
        </p:nvSpPr>
        <p:spPr>
          <a:xfrm xmlns:a="http://schemas.openxmlformats.org/drawingml/2006/main">
            <a:off x="8334375" y="1666875"/>
            <a:ext cx="3619500" cy="5524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674A2EE1-FBBB-4F9A-83DE-9B5C6DED5CA3}"/>
              </a:ext>
            </a:extLst>
          </p:cNvPr>
          <p:cNvSpPr>
            <a:spLocks xmlns:a="http://schemas.openxmlformats.org/drawingml/2006/main" noGrp="1"/>
          </p:cNvSpPr>
          <p:nvPr/>
        </p:nvSpPr>
        <p:spPr>
          <a:xfrm xmlns:a="http://schemas.openxmlformats.org/drawingml/2006/main">
            <a:off x="8524875" y="17621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DevOps pipeline</a:t>
            </a:r>
          </a:p>
        </p:txBody>
      </p:sp>
      <p:sp>
        <p:nvSpPr>
          <p:cNvPr id="32" name="">
            <a:extLst xmlns:a="http://schemas.openxmlformats.org/drawingml/2006/main">
              <a:ext uri="{FF2B5EF4-FFF2-40B4-BE49-F238E27FC236}">
                <a16:creationId xmlns:a16="http://schemas.microsoft.com/office/drawing/2014/main" id="{2AC5B012-39A6-442F-84E8-ED25EC9C8835}"/>
              </a:ext>
            </a:extLst>
          </p:cNvPr>
          <p:cNvSpPr>
            <a:spLocks xmlns:a="http://schemas.openxmlformats.org/drawingml/2006/main" noGrp="1"/>
          </p:cNvSpPr>
          <p:nvPr/>
        </p:nvSpPr>
        <p:spPr>
          <a:xfrm xmlns:a="http://schemas.openxmlformats.org/drawingml/2006/main">
            <a:off x="8562975" y="24765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SOURCE</a:t>
            </a:r>
          </a:p>
        </p:txBody>
      </p:sp>
      <p:sp>
        <p:nvSpPr>
          <p:cNvPr id="33" name="">
            <a:extLst xmlns:a="http://schemas.openxmlformats.org/drawingml/2006/main">
              <a:ext uri="{FF2B5EF4-FFF2-40B4-BE49-F238E27FC236}">
                <a16:creationId xmlns:a16="http://schemas.microsoft.com/office/drawing/2014/main" id="{D5CCA558-F2F6-41F5-A847-A5B6E802517E}"/>
              </a:ext>
            </a:extLst>
          </p:cNvPr>
          <p:cNvSpPr>
            <a:spLocks xmlns:a="http://schemas.openxmlformats.org/drawingml/2006/main" noGrp="1"/>
          </p:cNvSpPr>
          <p:nvPr/>
        </p:nvSpPr>
        <p:spPr>
          <a:xfrm xmlns:a="http://schemas.openxmlformats.org/drawingml/2006/main">
            <a:off x="8562975" y="2724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Reviewed source</a:t>
            </a:r>
          </a:p>
        </p:txBody>
      </p:sp>
      <p:sp>
        <p:nvSpPr>
          <p:cNvPr id="34" name="">
            <a:extLst xmlns:a="http://schemas.openxmlformats.org/drawingml/2006/main">
              <a:ext uri="{FF2B5EF4-FFF2-40B4-BE49-F238E27FC236}">
                <a16:creationId xmlns:a16="http://schemas.microsoft.com/office/drawing/2014/main" id="{90148057-7F9B-401A-B865-C086539BE97E}"/>
              </a:ext>
            </a:extLst>
          </p:cNvPr>
          <p:cNvSpPr>
            <a:spLocks xmlns:a="http://schemas.openxmlformats.org/drawingml/2006/main" noGrp="1"/>
          </p:cNvSpPr>
          <p:nvPr/>
        </p:nvSpPr>
        <p:spPr>
          <a:xfrm xmlns:a="http://schemas.openxmlformats.org/drawingml/2006/main">
            <a:off x="8562975" y="3143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EXECUTION</a:t>
            </a:r>
          </a:p>
        </p:txBody>
      </p:sp>
      <p:sp>
        <p:nvSpPr>
          <p:cNvPr id="35" name="">
            <a:extLst xmlns:a="http://schemas.openxmlformats.org/drawingml/2006/main">
              <a:ext uri="{FF2B5EF4-FFF2-40B4-BE49-F238E27FC236}">
                <a16:creationId xmlns:a16="http://schemas.microsoft.com/office/drawing/2014/main" id="{09EDFB62-2893-4259-AB4E-5E623320E355}"/>
              </a:ext>
            </a:extLst>
          </p:cNvPr>
          <p:cNvSpPr>
            <a:spLocks xmlns:a="http://schemas.openxmlformats.org/drawingml/2006/main" noGrp="1"/>
          </p:cNvSpPr>
          <p:nvPr/>
        </p:nvSpPr>
        <p:spPr>
          <a:xfrm xmlns:a="http://schemas.openxmlformats.org/drawingml/2006/main">
            <a:off x="8562975" y="3390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Controlled job</a:t>
            </a:r>
          </a:p>
        </p:txBody>
      </p:sp>
      <p:sp>
        <p:nvSpPr>
          <p:cNvPr id="36" name="">
            <a:extLst xmlns:a="http://schemas.openxmlformats.org/drawingml/2006/main">
              <a:ext uri="{FF2B5EF4-FFF2-40B4-BE49-F238E27FC236}">
                <a16:creationId xmlns:a16="http://schemas.microsoft.com/office/drawing/2014/main" id="{6390D40E-3A8F-4B80-9FB0-3B653184A13F}"/>
              </a:ext>
            </a:extLst>
          </p:cNvPr>
          <p:cNvSpPr>
            <a:spLocks xmlns:a="http://schemas.openxmlformats.org/drawingml/2006/main" noGrp="1"/>
          </p:cNvSpPr>
          <p:nvPr/>
        </p:nvSpPr>
        <p:spPr>
          <a:xfrm xmlns:a="http://schemas.openxmlformats.org/drawingml/2006/main">
            <a:off x="8562975" y="381000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EVIDENCE</a:t>
            </a:r>
          </a:p>
        </p:txBody>
      </p:sp>
      <p:sp>
        <p:nvSpPr>
          <p:cNvPr id="37" name="">
            <a:extLst xmlns:a="http://schemas.openxmlformats.org/drawingml/2006/main">
              <a:ext uri="{FF2B5EF4-FFF2-40B4-BE49-F238E27FC236}">
                <a16:creationId xmlns:a16="http://schemas.microsoft.com/office/drawing/2014/main" id="{65DE5B60-B9E5-4A10-8424-7CC52CE82C9E}"/>
              </a:ext>
            </a:extLst>
          </p:cNvPr>
          <p:cNvSpPr>
            <a:spLocks xmlns:a="http://schemas.openxmlformats.org/drawingml/2006/main" noGrp="1"/>
          </p:cNvSpPr>
          <p:nvPr/>
        </p:nvSpPr>
        <p:spPr>
          <a:xfrm xmlns:a="http://schemas.openxmlformats.org/drawingml/2006/main">
            <a:off x="8562975" y="40576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Evidence tied to commit</a:t>
            </a:r>
          </a:p>
        </p:txBody>
      </p:sp>
      <p:sp>
        <p:nvSpPr>
          <p:cNvPr id="38" name="">
            <a:extLst xmlns:a="http://schemas.openxmlformats.org/drawingml/2006/main">
              <a:ext uri="{FF2B5EF4-FFF2-40B4-BE49-F238E27FC236}">
                <a16:creationId xmlns:a16="http://schemas.microsoft.com/office/drawing/2014/main" id="{B2CDD64C-D619-481E-AC3B-01B5D617CF40}"/>
              </a:ext>
            </a:extLst>
          </p:cNvPr>
          <p:cNvSpPr>
            <a:spLocks xmlns:a="http://schemas.openxmlformats.org/drawingml/2006/main" noGrp="1"/>
          </p:cNvSpPr>
          <p:nvPr/>
        </p:nvSpPr>
        <p:spPr>
          <a:xfrm xmlns:a="http://schemas.openxmlformats.org/drawingml/2006/main">
            <a:off x="8562975" y="44767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546579"/>
                </a:solidFill>
                <a:latin typeface="Helvetica Neue"/>
                <a:ea typeface="Helvetica Neue"/>
                <a:cs typeface="Helvetica Neue"/>
              </a:defRPr>
            </a:pPr>
            <a:r>
              <a:rPr sz="975" b="1">
                <a:solidFill>
                  <a:srgbClr val="546579"/>
                </a:solidFill>
                <a:latin typeface="Helvetica Neue"/>
                <a:ea typeface="Helvetica Neue"/>
                <a:cs typeface="Helvetica Neue"/>
              </a:rPr>
              <a:t>RECOVERY</a:t>
            </a:r>
          </a:p>
        </p:txBody>
      </p:sp>
      <p:sp>
        <p:nvSpPr>
          <p:cNvPr id="39" name="">
            <a:extLst xmlns:a="http://schemas.openxmlformats.org/drawingml/2006/main">
              <a:ext uri="{FF2B5EF4-FFF2-40B4-BE49-F238E27FC236}">
                <a16:creationId xmlns:a16="http://schemas.microsoft.com/office/drawing/2014/main" id="{5CE902AE-8619-4129-8E5D-1357F3336CD9}"/>
              </a:ext>
            </a:extLst>
          </p:cNvPr>
          <p:cNvSpPr>
            <a:spLocks xmlns:a="http://schemas.openxmlformats.org/drawingml/2006/main" noGrp="1"/>
          </p:cNvSpPr>
          <p:nvPr/>
        </p:nvSpPr>
        <p:spPr>
          <a:xfrm xmlns:a="http://schemas.openxmlformats.org/drawingml/2006/main">
            <a:off x="8562975" y="47244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10243E"/>
                </a:solidFill>
                <a:latin typeface="Helvetica Neue"/>
                <a:ea typeface="Helvetica Neue"/>
                <a:cs typeface="Helvetica Neue"/>
              </a:defRPr>
            </a:pPr>
            <a:r>
              <a:rPr sz="1350" b="0">
                <a:solidFill>
                  <a:srgbClr val="10243E"/>
                </a:solidFill>
                <a:latin typeface="Helvetica Neue"/>
                <a:ea typeface="Helvetica Neue"/>
                <a:cs typeface="Helvetica Neue"/>
              </a:rPr>
              <a:t>Tested recovery</a:t>
            </a:r>
          </a:p>
        </p:txBody>
      </p:sp>
      <p:sp>
        <p:nvSpPr>
          <p:cNvPr id="40" name="">
            <a:extLst xmlns:a="http://schemas.openxmlformats.org/drawingml/2006/main">
              <a:ext uri="{FF2B5EF4-FFF2-40B4-BE49-F238E27FC236}">
                <a16:creationId xmlns:a16="http://schemas.microsoft.com/office/drawing/2014/main" id="{62DBE038-3633-4F77-B3F3-E6B4F415E0BC}"/>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265D3BD-EDC2-461D-90FE-7A22EE0C3016}"/>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F143528-545F-42D7-AB61-D4A51B3621FC}"/>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DevOps connects automation to collaboration, governance, and operational truth.</a:t>
            </a:r>
          </a:p>
        </p:txBody>
      </p:sp>
    </p:spTree>
    <p:extLst>
      <p:ext uri="{BB962C8B-B14F-4D97-AF65-F5344CB8AC3E}">
        <p14:creationId xmlns:p14="http://schemas.microsoft.com/office/powerpoint/2010/main" val="9233413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99617EE5-4054-4C8E-9719-A242DCB21D03}"/>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44ECE6-0053-4A76-9516-7A98D9365550}"/>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4A232ED-1DE2-4B46-A7E7-E4AC21856C8B}"/>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35FD2A78-A9EE-4C2E-B0E1-A080B52A2746}"/>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Lifecycle</a:t>
            </a:r>
          </a:p>
        </p:txBody>
      </p:sp>
      <p:sp>
        <p:nvSpPr>
          <p:cNvPr id="5" name="">
            <a:extLst xmlns:a="http://schemas.openxmlformats.org/drawingml/2006/main">
              <a:ext uri="{FF2B5EF4-FFF2-40B4-BE49-F238E27FC236}">
                <a16:creationId xmlns:a16="http://schemas.microsoft.com/office/drawing/2014/main" id="{95A4B14B-5015-47E9-8CBC-E8048BFB13AE}"/>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The delivery loop continues after deployment</a:t>
            </a:r>
          </a:p>
        </p:txBody>
      </p:sp>
      <p:sp>
        <p:nvSpPr>
          <p:cNvPr id="6" name="">
            <a:extLst xmlns:a="http://schemas.openxmlformats.org/drawingml/2006/main">
              <a:ext uri="{FF2B5EF4-FFF2-40B4-BE49-F238E27FC236}">
                <a16:creationId xmlns:a16="http://schemas.microsoft.com/office/drawing/2014/main" id="{5939D597-647B-400B-9974-AC444373A287}"/>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2D00842-6C66-4E69-9C60-1DAAC88B3126}"/>
              </a:ext>
            </a:extLst>
          </p:cNvPr>
          <p:cNvSpPr>
            <a:spLocks xmlns:a="http://schemas.openxmlformats.org/drawingml/2006/main" noGrp="1"/>
          </p:cNvSpPr>
          <p:nvPr/>
        </p:nvSpPr>
        <p:spPr>
          <a:xfrm xmlns:a="http://schemas.openxmlformats.org/drawingml/2006/main">
            <a:off x="571500" y="1762125"/>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AE0FDF56-B55C-448A-97DB-C74864DF3940}"/>
              </a:ext>
            </a:extLst>
          </p:cNvPr>
          <p:cNvSpPr>
            <a:spLocks xmlns:a="http://schemas.openxmlformats.org/drawingml/2006/main" noGrp="1"/>
          </p:cNvSpPr>
          <p:nvPr/>
        </p:nvSpPr>
        <p:spPr>
          <a:xfrm xmlns:a="http://schemas.openxmlformats.org/drawingml/2006/main">
            <a:off x="1356360" y="1857375"/>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a89c74e4d14c4880">
            <a:extLst>
              <a:ext uri="{96DAC541-7B7A-43D3-8B79-37D633B846F1}">
                <asvg:svgBlip xmlns:asvg="http://schemas.microsoft.com/office/drawing/2016/SVG/main" r:embed="R86749001163046b6"/>
              </a:ext>
            </a:extLst>
          </a:blip>
          <a:stretch xmlns:a="http://schemas.openxmlformats.org/drawingml/2006/main"/>
        </p:blipFill>
        <p:spPr>
          <a:xfrm xmlns:a="http://schemas.openxmlformats.org/drawingml/2006/main">
            <a:off x="1461135" y="1962150"/>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4B8A0A-EF80-4A98-8843-095E51DAD3E4}"/>
              </a:ext>
            </a:extLst>
          </p:cNvPr>
          <p:cNvSpPr>
            <a:spLocks xmlns:a="http://schemas.openxmlformats.org/drawingml/2006/main" noGrp="1"/>
          </p:cNvSpPr>
          <p:nvPr/>
        </p:nvSpPr>
        <p:spPr>
          <a:xfrm xmlns:a="http://schemas.openxmlformats.org/drawingml/2006/main">
            <a:off x="66675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Plan</a:t>
            </a:r>
          </a:p>
        </p:txBody>
      </p:sp>
      <p:sp>
        <p:nvSpPr>
          <p:cNvPr id="11" name="">
            <a:extLst xmlns:a="http://schemas.openxmlformats.org/drawingml/2006/main">
              <a:ext uri="{FF2B5EF4-FFF2-40B4-BE49-F238E27FC236}">
                <a16:creationId xmlns:a16="http://schemas.microsoft.com/office/drawing/2014/main" id="{6E6CFE83-E078-4BB3-8B86-9749174A36E0}"/>
              </a:ext>
            </a:extLst>
          </p:cNvPr>
          <p:cNvSpPr>
            <a:spLocks xmlns:a="http://schemas.openxmlformats.org/drawingml/2006/main" noGrp="1"/>
          </p:cNvSpPr>
          <p:nvPr/>
        </p:nvSpPr>
        <p:spPr>
          <a:xfrm xmlns:a="http://schemas.openxmlformats.org/drawingml/2006/main">
            <a:off x="685800" y="2600325"/>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Outcome and risk</a:t>
            </a:r>
          </a:p>
        </p:txBody>
      </p:sp>
      <p:sp>
        <p:nvSpPr>
          <p:cNvPr id="12" name="">
            <a:extLst xmlns:a="http://schemas.openxmlformats.org/drawingml/2006/main">
              <a:ext uri="{FF2B5EF4-FFF2-40B4-BE49-F238E27FC236}">
                <a16:creationId xmlns:a16="http://schemas.microsoft.com/office/drawing/2014/main" id="{2A4FBE29-734C-4C1A-9F23-922C4334C10A}"/>
              </a:ext>
            </a:extLst>
          </p:cNvPr>
          <p:cNvSpPr>
            <a:spLocks xmlns:a="http://schemas.openxmlformats.org/drawingml/2006/main" noGrp="1"/>
          </p:cNvSpPr>
          <p:nvPr/>
        </p:nvSpPr>
        <p:spPr>
          <a:xfrm xmlns:a="http://schemas.openxmlformats.org/drawingml/2006/main">
            <a:off x="2827020" y="1762125"/>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B2C963AB-C6E1-49FC-8C25-58F406C0E826}"/>
              </a:ext>
            </a:extLst>
          </p:cNvPr>
          <p:cNvSpPr>
            <a:spLocks xmlns:a="http://schemas.openxmlformats.org/drawingml/2006/main" noGrp="1"/>
          </p:cNvSpPr>
          <p:nvPr/>
        </p:nvSpPr>
        <p:spPr>
          <a:xfrm xmlns:a="http://schemas.openxmlformats.org/drawingml/2006/main">
            <a:off x="3611880" y="1857375"/>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c3d3e2c5570d4a06">
            <a:extLst>
              <a:ext uri="{96DAC541-7B7A-43D3-8B79-37D633B846F1}">
                <asvg:svgBlip xmlns:asvg="http://schemas.microsoft.com/office/drawing/2016/SVG/main" r:embed="Rda22150868654ac4"/>
              </a:ext>
            </a:extLst>
          </a:blip>
          <a:stretch xmlns:a="http://schemas.openxmlformats.org/drawingml/2006/main"/>
        </p:blipFill>
        <p:spPr>
          <a:xfrm xmlns:a="http://schemas.openxmlformats.org/drawingml/2006/main">
            <a:off x="3716655" y="1962150"/>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5404B08-E67F-4780-BA5D-4ED578034962}"/>
              </a:ext>
            </a:extLst>
          </p:cNvPr>
          <p:cNvSpPr>
            <a:spLocks xmlns:a="http://schemas.openxmlformats.org/drawingml/2006/main" noGrp="1"/>
          </p:cNvSpPr>
          <p:nvPr/>
        </p:nvSpPr>
        <p:spPr>
          <a:xfrm xmlns:a="http://schemas.openxmlformats.org/drawingml/2006/main">
            <a:off x="292227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Develop</a:t>
            </a:r>
          </a:p>
        </p:txBody>
      </p:sp>
      <p:sp>
        <p:nvSpPr>
          <p:cNvPr id="16" name="">
            <a:extLst xmlns:a="http://schemas.openxmlformats.org/drawingml/2006/main">
              <a:ext uri="{FF2B5EF4-FFF2-40B4-BE49-F238E27FC236}">
                <a16:creationId xmlns:a16="http://schemas.microsoft.com/office/drawing/2014/main" id="{7C4EC93F-47BC-45B6-8F66-4C222DABC86E}"/>
              </a:ext>
            </a:extLst>
          </p:cNvPr>
          <p:cNvSpPr>
            <a:spLocks xmlns:a="http://schemas.openxmlformats.org/drawingml/2006/main" noGrp="1"/>
          </p:cNvSpPr>
          <p:nvPr/>
        </p:nvSpPr>
        <p:spPr>
          <a:xfrm xmlns:a="http://schemas.openxmlformats.org/drawingml/2006/main">
            <a:off x="2941320" y="2600325"/>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Small reviewed change</a:t>
            </a:r>
          </a:p>
        </p:txBody>
      </p:sp>
      <p:sp>
        <p:nvSpPr>
          <p:cNvPr id="17" name="">
            <a:extLst xmlns:a="http://schemas.openxmlformats.org/drawingml/2006/main">
              <a:ext uri="{FF2B5EF4-FFF2-40B4-BE49-F238E27FC236}">
                <a16:creationId xmlns:a16="http://schemas.microsoft.com/office/drawing/2014/main" id="{4A163714-DA50-4248-8372-BECE014E4F2B}"/>
              </a:ext>
            </a:extLst>
          </p:cNvPr>
          <p:cNvSpPr>
            <a:spLocks xmlns:a="http://schemas.openxmlformats.org/drawingml/2006/main" noGrp="1"/>
          </p:cNvSpPr>
          <p:nvPr/>
        </p:nvSpPr>
        <p:spPr>
          <a:xfrm xmlns:a="http://schemas.openxmlformats.org/drawingml/2006/main">
            <a:off x="263652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170807A-EA4F-4DDC-8579-96DD22EB19DA}"/>
              </a:ext>
            </a:extLst>
          </p:cNvPr>
          <p:cNvSpPr>
            <a:spLocks xmlns:a="http://schemas.openxmlformats.org/drawingml/2006/main" noGrp="1"/>
          </p:cNvSpPr>
          <p:nvPr/>
        </p:nvSpPr>
        <p:spPr>
          <a:xfrm xmlns:a="http://schemas.openxmlformats.org/drawingml/2006/main">
            <a:off x="5082540" y="1762125"/>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A970CA97-FA97-47D5-83A8-B923E141D84F}"/>
              </a:ext>
            </a:extLst>
          </p:cNvPr>
          <p:cNvSpPr>
            <a:spLocks xmlns:a="http://schemas.openxmlformats.org/drawingml/2006/main" noGrp="1"/>
          </p:cNvSpPr>
          <p:nvPr/>
        </p:nvSpPr>
        <p:spPr>
          <a:xfrm xmlns:a="http://schemas.openxmlformats.org/drawingml/2006/main">
            <a:off x="5867400" y="1857375"/>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b87553771daa40f1">
            <a:extLst>
              <a:ext uri="{96DAC541-7B7A-43D3-8B79-37D633B846F1}">
                <asvg:svgBlip xmlns:asvg="http://schemas.microsoft.com/office/drawing/2016/SVG/main" r:embed="R1b0cec7594aa4a39"/>
              </a:ext>
            </a:extLst>
          </a:blip>
          <a:stretch xmlns:a="http://schemas.openxmlformats.org/drawingml/2006/main"/>
        </p:blipFill>
        <p:spPr>
          <a:xfrm xmlns:a="http://schemas.openxmlformats.org/drawingml/2006/main">
            <a:off x="5972175" y="1962150"/>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8AD42D7-6D9D-41EA-B0FB-972DAF8395D9}"/>
              </a:ext>
            </a:extLst>
          </p:cNvPr>
          <p:cNvSpPr>
            <a:spLocks xmlns:a="http://schemas.openxmlformats.org/drawingml/2006/main" noGrp="1"/>
          </p:cNvSpPr>
          <p:nvPr/>
        </p:nvSpPr>
        <p:spPr>
          <a:xfrm xmlns:a="http://schemas.openxmlformats.org/drawingml/2006/main">
            <a:off x="517779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Build and test</a:t>
            </a:r>
          </a:p>
        </p:txBody>
      </p:sp>
      <p:sp>
        <p:nvSpPr>
          <p:cNvPr id="22" name="">
            <a:extLst xmlns:a="http://schemas.openxmlformats.org/drawingml/2006/main">
              <a:ext uri="{FF2B5EF4-FFF2-40B4-BE49-F238E27FC236}">
                <a16:creationId xmlns:a16="http://schemas.microsoft.com/office/drawing/2014/main" id="{0A4C0D55-0AC7-4A3F-87D3-C33D4D258C37}"/>
              </a:ext>
            </a:extLst>
          </p:cNvPr>
          <p:cNvSpPr>
            <a:spLocks xmlns:a="http://schemas.openxmlformats.org/drawingml/2006/main" noGrp="1"/>
          </p:cNvSpPr>
          <p:nvPr/>
        </p:nvSpPr>
        <p:spPr>
          <a:xfrm xmlns:a="http://schemas.openxmlformats.org/drawingml/2006/main">
            <a:off x="5196840" y="2600325"/>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Artifact and evidence</a:t>
            </a:r>
          </a:p>
        </p:txBody>
      </p:sp>
      <p:sp>
        <p:nvSpPr>
          <p:cNvPr id="23" name="">
            <a:extLst xmlns:a="http://schemas.openxmlformats.org/drawingml/2006/main">
              <a:ext uri="{FF2B5EF4-FFF2-40B4-BE49-F238E27FC236}">
                <a16:creationId xmlns:a16="http://schemas.microsoft.com/office/drawing/2014/main" id="{F5FC3938-88D6-413A-B525-E2A7EA13DB2C}"/>
              </a:ext>
            </a:extLst>
          </p:cNvPr>
          <p:cNvSpPr>
            <a:spLocks xmlns:a="http://schemas.openxmlformats.org/drawingml/2006/main" noGrp="1"/>
          </p:cNvSpPr>
          <p:nvPr/>
        </p:nvSpPr>
        <p:spPr>
          <a:xfrm xmlns:a="http://schemas.openxmlformats.org/drawingml/2006/main">
            <a:off x="489204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CE18316-CE8B-449B-AAF3-39ABE7F64331}"/>
              </a:ext>
            </a:extLst>
          </p:cNvPr>
          <p:cNvSpPr>
            <a:spLocks xmlns:a="http://schemas.openxmlformats.org/drawingml/2006/main" noGrp="1"/>
          </p:cNvSpPr>
          <p:nvPr/>
        </p:nvSpPr>
        <p:spPr>
          <a:xfrm xmlns:a="http://schemas.openxmlformats.org/drawingml/2006/main">
            <a:off x="7338060" y="1762125"/>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ED331243-0F28-4FFB-8D97-BE794A71FD12}"/>
              </a:ext>
            </a:extLst>
          </p:cNvPr>
          <p:cNvSpPr>
            <a:spLocks xmlns:a="http://schemas.openxmlformats.org/drawingml/2006/main" noGrp="1"/>
          </p:cNvSpPr>
          <p:nvPr/>
        </p:nvSpPr>
        <p:spPr>
          <a:xfrm xmlns:a="http://schemas.openxmlformats.org/drawingml/2006/main">
            <a:off x="8122920" y="1857375"/>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09dd9148cfe34494">
            <a:extLst>
              <a:ext uri="{96DAC541-7B7A-43D3-8B79-37D633B846F1}">
                <asvg:svgBlip xmlns:asvg="http://schemas.microsoft.com/office/drawing/2016/SVG/main" r:embed="R6af3fe6490944586"/>
              </a:ext>
            </a:extLst>
          </a:blip>
          <a:stretch xmlns:a="http://schemas.openxmlformats.org/drawingml/2006/main"/>
        </p:blipFill>
        <p:spPr>
          <a:xfrm xmlns:a="http://schemas.openxmlformats.org/drawingml/2006/main">
            <a:off x="8227695" y="1962150"/>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93ED27D-EDD7-4201-A003-3A262A878257}"/>
              </a:ext>
            </a:extLst>
          </p:cNvPr>
          <p:cNvSpPr>
            <a:spLocks xmlns:a="http://schemas.openxmlformats.org/drawingml/2006/main" noGrp="1"/>
          </p:cNvSpPr>
          <p:nvPr/>
        </p:nvSpPr>
        <p:spPr>
          <a:xfrm xmlns:a="http://schemas.openxmlformats.org/drawingml/2006/main">
            <a:off x="743331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Release and deploy</a:t>
            </a:r>
          </a:p>
        </p:txBody>
      </p:sp>
      <p:sp>
        <p:nvSpPr>
          <p:cNvPr id="28" name="">
            <a:extLst xmlns:a="http://schemas.openxmlformats.org/drawingml/2006/main">
              <a:ext uri="{FF2B5EF4-FFF2-40B4-BE49-F238E27FC236}">
                <a16:creationId xmlns:a16="http://schemas.microsoft.com/office/drawing/2014/main" id="{64740AEE-D4BB-431C-999E-5895319B9EA8}"/>
              </a:ext>
            </a:extLst>
          </p:cNvPr>
          <p:cNvSpPr>
            <a:spLocks xmlns:a="http://schemas.openxmlformats.org/drawingml/2006/main" noGrp="1"/>
          </p:cNvSpPr>
          <p:nvPr/>
        </p:nvSpPr>
        <p:spPr>
          <a:xfrm xmlns:a="http://schemas.openxmlformats.org/drawingml/2006/main">
            <a:off x="7452360" y="2600325"/>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Controlled promotion</a:t>
            </a:r>
          </a:p>
        </p:txBody>
      </p:sp>
      <p:sp>
        <p:nvSpPr>
          <p:cNvPr id="29" name="">
            <a:extLst xmlns:a="http://schemas.openxmlformats.org/drawingml/2006/main">
              <a:ext uri="{FF2B5EF4-FFF2-40B4-BE49-F238E27FC236}">
                <a16:creationId xmlns:a16="http://schemas.microsoft.com/office/drawing/2014/main" id="{E20AF2AD-244E-4382-BFDA-601E8556F146}"/>
              </a:ext>
            </a:extLst>
          </p:cNvPr>
          <p:cNvSpPr>
            <a:spLocks xmlns:a="http://schemas.openxmlformats.org/drawingml/2006/main" noGrp="1"/>
          </p:cNvSpPr>
          <p:nvPr/>
        </p:nvSpPr>
        <p:spPr>
          <a:xfrm xmlns:a="http://schemas.openxmlformats.org/drawingml/2006/main">
            <a:off x="714756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A4E0572-ECB1-4B47-8AE7-D93C79FEB26D}"/>
              </a:ext>
            </a:extLst>
          </p:cNvPr>
          <p:cNvSpPr>
            <a:spLocks xmlns:a="http://schemas.openxmlformats.org/drawingml/2006/main" noGrp="1"/>
          </p:cNvSpPr>
          <p:nvPr/>
        </p:nvSpPr>
        <p:spPr>
          <a:xfrm xmlns:a="http://schemas.openxmlformats.org/drawingml/2006/main">
            <a:off x="9593580" y="1762125"/>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8C2B5D1F-A60E-46D6-BEE5-2272EB7164F6}"/>
              </a:ext>
            </a:extLst>
          </p:cNvPr>
          <p:cNvSpPr>
            <a:spLocks xmlns:a="http://schemas.openxmlformats.org/drawingml/2006/main" noGrp="1"/>
          </p:cNvSpPr>
          <p:nvPr/>
        </p:nvSpPr>
        <p:spPr>
          <a:xfrm xmlns:a="http://schemas.openxmlformats.org/drawingml/2006/main">
            <a:off x="10378440" y="1857375"/>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0d89b8e2666b4ecc">
            <a:extLst>
              <a:ext uri="{96DAC541-7B7A-43D3-8B79-37D633B846F1}">
                <asvg:svgBlip xmlns:asvg="http://schemas.microsoft.com/office/drawing/2016/SVG/main" r:embed="Ra5f258748cb54931"/>
              </a:ext>
            </a:extLst>
          </a:blip>
          <a:stretch xmlns:a="http://schemas.openxmlformats.org/drawingml/2006/main"/>
        </p:blipFill>
        <p:spPr>
          <a:xfrm xmlns:a="http://schemas.openxmlformats.org/drawingml/2006/main">
            <a:off x="10483215" y="1962150"/>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A01ADCB2-CE05-417D-9F44-3361EAE56809}"/>
              </a:ext>
            </a:extLst>
          </p:cNvPr>
          <p:cNvSpPr>
            <a:spLocks xmlns:a="http://schemas.openxmlformats.org/drawingml/2006/main" noGrp="1"/>
          </p:cNvSpPr>
          <p:nvPr/>
        </p:nvSpPr>
        <p:spPr>
          <a:xfrm xmlns:a="http://schemas.openxmlformats.org/drawingml/2006/main">
            <a:off x="968883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Operate and learn</a:t>
            </a:r>
          </a:p>
        </p:txBody>
      </p:sp>
      <p:sp>
        <p:nvSpPr>
          <p:cNvPr id="34" name="">
            <a:extLst xmlns:a="http://schemas.openxmlformats.org/drawingml/2006/main">
              <a:ext uri="{FF2B5EF4-FFF2-40B4-BE49-F238E27FC236}">
                <a16:creationId xmlns:a16="http://schemas.microsoft.com/office/drawing/2014/main" id="{1AEAEF51-B825-479D-8E85-E8806F18788A}"/>
              </a:ext>
            </a:extLst>
          </p:cNvPr>
          <p:cNvSpPr>
            <a:spLocks xmlns:a="http://schemas.openxmlformats.org/drawingml/2006/main" noGrp="1"/>
          </p:cNvSpPr>
          <p:nvPr/>
        </p:nvSpPr>
        <p:spPr>
          <a:xfrm xmlns:a="http://schemas.openxmlformats.org/drawingml/2006/main">
            <a:off x="9707880" y="2600325"/>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Service feedback</a:t>
            </a:r>
          </a:p>
        </p:txBody>
      </p:sp>
      <p:sp>
        <p:nvSpPr>
          <p:cNvPr id="35" name="">
            <a:extLst xmlns:a="http://schemas.openxmlformats.org/drawingml/2006/main">
              <a:ext uri="{FF2B5EF4-FFF2-40B4-BE49-F238E27FC236}">
                <a16:creationId xmlns:a16="http://schemas.microsoft.com/office/drawing/2014/main" id="{1A8B8854-3B23-4922-A141-AD10642510B1}"/>
              </a:ext>
            </a:extLst>
          </p:cNvPr>
          <p:cNvSpPr>
            <a:spLocks xmlns:a="http://schemas.openxmlformats.org/drawingml/2006/main" noGrp="1"/>
          </p:cNvSpPr>
          <p:nvPr/>
        </p:nvSpPr>
        <p:spPr>
          <a:xfrm xmlns:a="http://schemas.openxmlformats.org/drawingml/2006/main">
            <a:off x="9403080" y="2390775"/>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B3820B6-92BF-4413-ABD7-C55A490EFF70}"/>
              </a:ext>
            </a:extLst>
          </p:cNvPr>
          <p:cNvSpPr>
            <a:spLocks xmlns:a="http://schemas.openxmlformats.org/drawingml/2006/main" noGrp="1"/>
          </p:cNvSpPr>
          <p:nvPr/>
        </p:nvSpPr>
        <p:spPr>
          <a:xfrm xmlns:a="http://schemas.openxmlformats.org/drawingml/2006/main">
            <a:off x="1143000" y="3714750"/>
            <a:ext cx="9906000" cy="400050"/>
          </a:xfrm>
          <a:prstGeom xmlns:a="http://schemas.openxmlformats.org/drawingml/2006/main" prst="leftArrow">
            <a:avLst/>
          </a:prstGeom>
          <a:solidFill xmlns:a="http://schemas.openxmlformats.org/drawingml/2006/main">
            <a:srgbClr val="DDF2F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8A716F2-C570-45D3-B598-1AE6AF99C47F}"/>
              </a:ext>
            </a:extLst>
          </p:cNvPr>
          <p:cNvSpPr>
            <a:spLocks xmlns:a="http://schemas.openxmlformats.org/drawingml/2006/main" noGrp="1"/>
          </p:cNvSpPr>
          <p:nvPr/>
        </p:nvSpPr>
        <p:spPr>
          <a:xfrm xmlns:a="http://schemas.openxmlformats.org/drawingml/2006/main">
            <a:off x="3619500" y="37528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082B59"/>
                </a:solidFill>
                <a:latin typeface="Helvetica Neue"/>
                <a:ea typeface="Helvetica Neue"/>
                <a:cs typeface="Helvetica Neue"/>
              </a:defRPr>
            </a:pPr>
            <a:r>
              <a:rPr sz="1200" b="1">
                <a:solidFill>
                  <a:srgbClr val="082B59"/>
                </a:solidFill>
                <a:latin typeface="Helvetica Neue"/>
                <a:ea typeface="Helvetica Neue"/>
                <a:cs typeface="Helvetica Neue"/>
              </a:rPr>
              <a:t>OPERATIONAL FEEDBACK RETURNS TO PLANNING</a:t>
            </a:r>
          </a:p>
        </p:txBody>
      </p:sp>
      <p:sp>
        <p:nvSpPr>
          <p:cNvPr id="38" name="">
            <a:extLst xmlns:a="http://schemas.openxmlformats.org/drawingml/2006/main">
              <a:ext uri="{FF2B5EF4-FFF2-40B4-BE49-F238E27FC236}">
                <a16:creationId xmlns:a16="http://schemas.microsoft.com/office/drawing/2014/main" id="{AA47D19A-04E8-4E20-B00D-99396073FE80}"/>
              </a:ext>
            </a:extLst>
          </p:cNvPr>
          <p:cNvSpPr>
            <a:spLocks xmlns:a="http://schemas.openxmlformats.org/drawingml/2006/main" noGrp="1"/>
          </p:cNvSpPr>
          <p:nvPr/>
        </p:nvSpPr>
        <p:spPr>
          <a:xfrm xmlns:a="http://schemas.openxmlformats.org/drawingml/2006/main">
            <a:off x="1619250" y="4524375"/>
            <a:ext cx="4095750" cy="952500"/>
          </a:xfrm>
          <a:prstGeom xmlns:a="http://schemas.openxmlformats.org/drawingml/2006/main" prst="roundRect">
            <a:avLst>
              <a:gd name="adj" fmla="val 12000"/>
            </a:avLst>
          </a:prstGeom>
          <a:solidFill xmlns:a="http://schemas.openxmlformats.org/drawingml/2006/main">
            <a:srgbClr val="F3F8FC"/>
          </a:solidFill>
          <a:ln xmlns:a="http://schemas.openxmlformats.org/drawingml/2006/main" w="9525">
            <a:solidFill>
              <a:srgbClr val="C8D7E5"/>
            </a:solidFill>
            <a:prstDash val="solid"/>
          </a:ln>
        </p:spPr>
      </p:sp>
      <p:sp>
        <p:nvSpPr>
          <p:cNvPr id="39" name="">
            <a:extLst xmlns:a="http://schemas.openxmlformats.org/drawingml/2006/main">
              <a:ext uri="{FF2B5EF4-FFF2-40B4-BE49-F238E27FC236}">
                <a16:creationId xmlns:a16="http://schemas.microsoft.com/office/drawing/2014/main" id="{D00C8301-8E03-4951-A765-4083E8A3DC2F}"/>
              </a:ext>
            </a:extLst>
          </p:cNvPr>
          <p:cNvSpPr>
            <a:spLocks xmlns:a="http://schemas.openxmlformats.org/drawingml/2006/main" noGrp="1"/>
          </p:cNvSpPr>
          <p:nvPr/>
        </p:nvSpPr>
        <p:spPr>
          <a:xfrm xmlns:a="http://schemas.openxmlformats.org/drawingml/2006/main">
            <a:off x="1619250" y="4524375"/>
            <a:ext cx="76200" cy="95250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D4DC7A3-777E-43BC-A2CE-0D02EEDD0678}"/>
              </a:ext>
            </a:extLst>
          </p:cNvPr>
          <p:cNvSpPr>
            <a:spLocks xmlns:a="http://schemas.openxmlformats.org/drawingml/2006/main" noGrp="1"/>
          </p:cNvSpPr>
          <p:nvPr/>
        </p:nvSpPr>
        <p:spPr>
          <a:xfrm xmlns:a="http://schemas.openxmlformats.org/drawingml/2006/main">
            <a:off x="1828800" y="4695825"/>
            <a:ext cx="3695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Logical responsibilities</a:t>
            </a:r>
          </a:p>
        </p:txBody>
      </p:sp>
      <p:sp>
        <p:nvSpPr>
          <p:cNvPr id="41" name="">
            <a:extLst xmlns:a="http://schemas.openxmlformats.org/drawingml/2006/main">
              <a:ext uri="{FF2B5EF4-FFF2-40B4-BE49-F238E27FC236}">
                <a16:creationId xmlns:a16="http://schemas.microsoft.com/office/drawing/2014/main" id="{A88B1C3D-C795-402E-888A-3B08B6C9AF35}"/>
              </a:ext>
            </a:extLst>
          </p:cNvPr>
          <p:cNvSpPr>
            <a:spLocks xmlns:a="http://schemas.openxmlformats.org/drawingml/2006/main" noGrp="1"/>
          </p:cNvSpPr>
          <p:nvPr/>
        </p:nvSpPr>
        <p:spPr>
          <a:xfrm xmlns:a="http://schemas.openxmlformats.org/drawingml/2006/main">
            <a:off x="1828800" y="5086350"/>
            <a:ext cx="3695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556"/>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Teams can move between stages as evidence changes.</a:t>
            </a:r>
          </a:p>
        </p:txBody>
      </p:sp>
      <p:sp>
        <p:nvSpPr>
          <p:cNvPr id="42" name="">
            <a:extLst xmlns:a="http://schemas.openxmlformats.org/drawingml/2006/main">
              <a:ext uri="{FF2B5EF4-FFF2-40B4-BE49-F238E27FC236}">
                <a16:creationId xmlns:a16="http://schemas.microsoft.com/office/drawing/2014/main" id="{64CD111A-0B9A-4F5F-8751-A0DC11A776F9}"/>
              </a:ext>
            </a:extLst>
          </p:cNvPr>
          <p:cNvSpPr>
            <a:spLocks xmlns:a="http://schemas.openxmlformats.org/drawingml/2006/main" noGrp="1"/>
          </p:cNvSpPr>
          <p:nvPr/>
        </p:nvSpPr>
        <p:spPr>
          <a:xfrm xmlns:a="http://schemas.openxmlformats.org/drawingml/2006/main">
            <a:off x="6477000" y="4524375"/>
            <a:ext cx="4095750" cy="952500"/>
          </a:xfrm>
          <a:prstGeom xmlns:a="http://schemas.openxmlformats.org/drawingml/2006/main" prst="roundRect">
            <a:avLst>
              <a:gd name="adj" fmla="val 12000"/>
            </a:avLst>
          </a:prstGeom>
          <a:solidFill xmlns:a="http://schemas.openxmlformats.org/drawingml/2006/main">
            <a:srgbClr val="F3F8FC"/>
          </a:solidFill>
          <a:ln xmlns:a="http://schemas.openxmlformats.org/drawingml/2006/main" w="9525">
            <a:solidFill>
              <a:srgbClr val="C8D7E5"/>
            </a:solidFill>
            <a:prstDash val="solid"/>
          </a:ln>
        </p:spPr>
      </p:sp>
      <p:sp>
        <p:nvSpPr>
          <p:cNvPr id="43" name="">
            <a:extLst xmlns:a="http://schemas.openxmlformats.org/drawingml/2006/main">
              <a:ext uri="{FF2B5EF4-FFF2-40B4-BE49-F238E27FC236}">
                <a16:creationId xmlns:a16="http://schemas.microsoft.com/office/drawing/2014/main" id="{71778E6E-0ABE-41EC-9A00-D34EBAD5F9E3}"/>
              </a:ext>
            </a:extLst>
          </p:cNvPr>
          <p:cNvSpPr>
            <a:spLocks xmlns:a="http://schemas.openxmlformats.org/drawingml/2006/main" noGrp="1"/>
          </p:cNvSpPr>
          <p:nvPr/>
        </p:nvSpPr>
        <p:spPr>
          <a:xfrm xmlns:a="http://schemas.openxmlformats.org/drawingml/2006/main">
            <a:off x="6477000" y="4524375"/>
            <a:ext cx="76200" cy="9525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83637E0-D151-4A16-8D3D-2BC7A0033AFB}"/>
              </a:ext>
            </a:extLst>
          </p:cNvPr>
          <p:cNvSpPr>
            <a:spLocks xmlns:a="http://schemas.openxmlformats.org/drawingml/2006/main" noGrp="1"/>
          </p:cNvSpPr>
          <p:nvPr/>
        </p:nvSpPr>
        <p:spPr>
          <a:xfrm xmlns:a="http://schemas.openxmlformats.org/drawingml/2006/main">
            <a:off x="6686550" y="4695825"/>
            <a:ext cx="3695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Service lifecycle</a:t>
            </a:r>
          </a:p>
        </p:txBody>
      </p:sp>
      <p:sp>
        <p:nvSpPr>
          <p:cNvPr id="45" name="">
            <a:extLst xmlns:a="http://schemas.openxmlformats.org/drawingml/2006/main">
              <a:ext uri="{FF2B5EF4-FFF2-40B4-BE49-F238E27FC236}">
                <a16:creationId xmlns:a16="http://schemas.microsoft.com/office/drawing/2014/main" id="{FCC6EEB4-0E8E-4D3D-AE9A-0D714C6DA552}"/>
              </a:ext>
            </a:extLst>
          </p:cNvPr>
          <p:cNvSpPr>
            <a:spLocks xmlns:a="http://schemas.openxmlformats.org/drawingml/2006/main" noGrp="1"/>
          </p:cNvSpPr>
          <p:nvPr/>
        </p:nvSpPr>
        <p:spPr>
          <a:xfrm xmlns:a="http://schemas.openxmlformats.org/drawingml/2006/main">
            <a:off x="6686550" y="5086350"/>
            <a:ext cx="3695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95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Retirement removes access, data, and infrastructure deliberately.</a:t>
            </a:r>
          </a:p>
        </p:txBody>
      </p:sp>
      <p:sp>
        <p:nvSpPr>
          <p:cNvPr id="46" name="">
            <a:extLst xmlns:a="http://schemas.openxmlformats.org/drawingml/2006/main">
              <a:ext uri="{FF2B5EF4-FFF2-40B4-BE49-F238E27FC236}">
                <a16:creationId xmlns:a16="http://schemas.microsoft.com/office/drawing/2014/main" id="{45148970-4971-403B-B6E3-723228D22198}"/>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778814D-2366-4C87-B05B-C7E743D5A012}"/>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D7FD86F-6E21-4E6B-8FA4-697EFB7CD40B}"/>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Deployment starts the operational part of the lifecycle.</a:t>
            </a:r>
          </a:p>
        </p:txBody>
      </p:sp>
    </p:spTree>
    <p:extLst>
      <p:ext uri="{BB962C8B-B14F-4D97-AF65-F5344CB8AC3E}">
        <p14:creationId xmlns:p14="http://schemas.microsoft.com/office/powerpoint/2010/main" val="13965750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650D7025-41AA-4810-BFD5-3FE31CD714FF}"/>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5FB0FF-9215-4924-9A74-B4BCFF84448C}"/>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696B25A-456E-4209-9592-2D0FCB748700}"/>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F346E681-0155-4348-83D6-6AC8DC4AE852}"/>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Lifecycle: Create</a:t>
            </a:r>
          </a:p>
        </p:txBody>
      </p:sp>
      <p:sp>
        <p:nvSpPr>
          <p:cNvPr id="5" name="">
            <a:extLst xmlns:a="http://schemas.openxmlformats.org/drawingml/2006/main">
              <a:ext uri="{FF2B5EF4-FFF2-40B4-BE49-F238E27FC236}">
                <a16:creationId xmlns:a16="http://schemas.microsoft.com/office/drawing/2014/main" id="{490D3E9F-2E16-4A4C-925D-A030BB18F31F}"/>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Planning decisions become a reviewable change</a:t>
            </a:r>
          </a:p>
        </p:txBody>
      </p:sp>
      <p:sp>
        <p:nvSpPr>
          <p:cNvPr id="6" name="">
            <a:extLst xmlns:a="http://schemas.openxmlformats.org/drawingml/2006/main">
              <a:ext uri="{FF2B5EF4-FFF2-40B4-BE49-F238E27FC236}">
                <a16:creationId xmlns:a16="http://schemas.microsoft.com/office/drawing/2014/main" id="{4AA27F8E-628C-429D-83EB-E2DCACBFC62F}"/>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E8F4FA-273D-4271-BA7E-BE653E07EAC6}"/>
              </a:ext>
            </a:extLst>
          </p:cNvPr>
          <p:cNvSpPr>
            <a:spLocks xmlns:a="http://schemas.openxmlformats.org/drawingml/2006/main" noGrp="1"/>
          </p:cNvSpPr>
          <p:nvPr/>
        </p:nvSpPr>
        <p:spPr>
          <a:xfrm xmlns:a="http://schemas.openxmlformats.org/drawingml/2006/main">
            <a:off x="1143000" y="1809750"/>
            <a:ext cx="221932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BB2454BF-69B8-4AF9-8EE1-9928AEFAB426}"/>
              </a:ext>
            </a:extLst>
          </p:cNvPr>
          <p:cNvSpPr>
            <a:spLocks xmlns:a="http://schemas.openxmlformats.org/drawingml/2006/main" noGrp="1"/>
          </p:cNvSpPr>
          <p:nvPr/>
        </p:nvSpPr>
        <p:spPr>
          <a:xfrm xmlns:a="http://schemas.openxmlformats.org/drawingml/2006/main">
            <a:off x="2024063"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6621a2ed7e894a91">
            <a:extLst>
              <a:ext uri="{96DAC541-7B7A-43D3-8B79-37D633B846F1}">
                <asvg:svgBlip xmlns:asvg="http://schemas.microsoft.com/office/drawing/2016/SVG/main" r:embed="R432699274daa46bd"/>
              </a:ext>
            </a:extLst>
          </a:blip>
          <a:stretch xmlns:a="http://schemas.openxmlformats.org/drawingml/2006/main"/>
        </p:blipFill>
        <p:spPr>
          <a:xfrm xmlns:a="http://schemas.openxmlformats.org/drawingml/2006/main">
            <a:off x="2128838"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E8E5A7F-8541-4BCC-9EF0-0847A48DD01B}"/>
              </a:ext>
            </a:extLst>
          </p:cNvPr>
          <p:cNvSpPr>
            <a:spLocks xmlns:a="http://schemas.openxmlformats.org/drawingml/2006/main" noGrp="1"/>
          </p:cNvSpPr>
          <p:nvPr/>
        </p:nvSpPr>
        <p:spPr>
          <a:xfrm xmlns:a="http://schemas.openxmlformats.org/drawingml/2006/main">
            <a:off x="1238250" y="2390775"/>
            <a:ext cx="2028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Plan</a:t>
            </a:r>
          </a:p>
        </p:txBody>
      </p:sp>
      <p:sp>
        <p:nvSpPr>
          <p:cNvPr id="11" name="">
            <a:extLst xmlns:a="http://schemas.openxmlformats.org/drawingml/2006/main">
              <a:ext uri="{FF2B5EF4-FFF2-40B4-BE49-F238E27FC236}">
                <a16:creationId xmlns:a16="http://schemas.microsoft.com/office/drawing/2014/main" id="{B2EB2591-5C4B-4C07-8D06-27972B07B781}"/>
              </a:ext>
            </a:extLst>
          </p:cNvPr>
          <p:cNvSpPr>
            <a:spLocks xmlns:a="http://schemas.openxmlformats.org/drawingml/2006/main" noGrp="1"/>
          </p:cNvSpPr>
          <p:nvPr/>
        </p:nvSpPr>
        <p:spPr>
          <a:xfrm xmlns:a="http://schemas.openxmlformats.org/drawingml/2006/main">
            <a:off x="1257300" y="2647950"/>
            <a:ext cx="19907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Problem, owner, outcome</a:t>
            </a:r>
          </a:p>
        </p:txBody>
      </p:sp>
      <p:sp>
        <p:nvSpPr>
          <p:cNvPr id="12" name="">
            <a:extLst xmlns:a="http://schemas.openxmlformats.org/drawingml/2006/main">
              <a:ext uri="{FF2B5EF4-FFF2-40B4-BE49-F238E27FC236}">
                <a16:creationId xmlns:a16="http://schemas.microsoft.com/office/drawing/2014/main" id="{F10404E1-253E-4DF2-9FDD-B17FEBBDEA70}"/>
              </a:ext>
            </a:extLst>
          </p:cNvPr>
          <p:cNvSpPr>
            <a:spLocks xmlns:a="http://schemas.openxmlformats.org/drawingml/2006/main" noGrp="1"/>
          </p:cNvSpPr>
          <p:nvPr/>
        </p:nvSpPr>
        <p:spPr>
          <a:xfrm xmlns:a="http://schemas.openxmlformats.org/drawingml/2006/main">
            <a:off x="3705225" y="1809750"/>
            <a:ext cx="221932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6657B8"/>
            </a:solidFill>
            <a:prstDash val="solid"/>
          </a:ln>
        </p:spPr>
      </p:sp>
      <p:sp>
        <p:nvSpPr>
          <p:cNvPr id="13" name="">
            <a:extLst xmlns:a="http://schemas.openxmlformats.org/drawingml/2006/main">
              <a:ext uri="{FF2B5EF4-FFF2-40B4-BE49-F238E27FC236}">
                <a16:creationId xmlns:a16="http://schemas.microsoft.com/office/drawing/2014/main" id="{65A14DFA-50EF-4B61-B764-7A1BB27076F6}"/>
              </a:ext>
            </a:extLst>
          </p:cNvPr>
          <p:cNvSpPr>
            <a:spLocks xmlns:a="http://schemas.openxmlformats.org/drawingml/2006/main" noGrp="1"/>
          </p:cNvSpPr>
          <p:nvPr/>
        </p:nvSpPr>
        <p:spPr>
          <a:xfrm xmlns:a="http://schemas.openxmlformats.org/drawingml/2006/main">
            <a:off x="4586288" y="19050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816c1d2117404125">
            <a:extLst>
              <a:ext uri="{96DAC541-7B7A-43D3-8B79-37D633B846F1}">
                <asvg:svgBlip xmlns:asvg="http://schemas.microsoft.com/office/drawing/2016/SVG/main" r:embed="Rc9bfc91c329b4146"/>
              </a:ext>
            </a:extLst>
          </a:blip>
          <a:stretch xmlns:a="http://schemas.openxmlformats.org/drawingml/2006/main"/>
        </p:blipFill>
        <p:spPr>
          <a:xfrm xmlns:a="http://schemas.openxmlformats.org/drawingml/2006/main">
            <a:off x="4691063"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AFD6C8E-8D22-40F4-8A1D-DCC2D0B77458}"/>
              </a:ext>
            </a:extLst>
          </p:cNvPr>
          <p:cNvSpPr>
            <a:spLocks xmlns:a="http://schemas.openxmlformats.org/drawingml/2006/main" noGrp="1"/>
          </p:cNvSpPr>
          <p:nvPr/>
        </p:nvSpPr>
        <p:spPr>
          <a:xfrm xmlns:a="http://schemas.openxmlformats.org/drawingml/2006/main">
            <a:off x="3800475" y="2390775"/>
            <a:ext cx="2028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Design</a:t>
            </a:r>
          </a:p>
        </p:txBody>
      </p:sp>
      <p:sp>
        <p:nvSpPr>
          <p:cNvPr id="16" name="">
            <a:extLst xmlns:a="http://schemas.openxmlformats.org/drawingml/2006/main">
              <a:ext uri="{FF2B5EF4-FFF2-40B4-BE49-F238E27FC236}">
                <a16:creationId xmlns:a16="http://schemas.microsoft.com/office/drawing/2014/main" id="{105665F2-4458-4595-B767-3C412928B158}"/>
              </a:ext>
            </a:extLst>
          </p:cNvPr>
          <p:cNvSpPr>
            <a:spLocks xmlns:a="http://schemas.openxmlformats.org/drawingml/2006/main" noGrp="1"/>
          </p:cNvSpPr>
          <p:nvPr/>
        </p:nvSpPr>
        <p:spPr>
          <a:xfrm xmlns:a="http://schemas.openxmlformats.org/drawingml/2006/main">
            <a:off x="3819525" y="2647950"/>
            <a:ext cx="19907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Interfaces, trust, failure</a:t>
            </a:r>
          </a:p>
        </p:txBody>
      </p:sp>
      <p:sp>
        <p:nvSpPr>
          <p:cNvPr id="17" name="">
            <a:extLst xmlns:a="http://schemas.openxmlformats.org/drawingml/2006/main">
              <a:ext uri="{FF2B5EF4-FFF2-40B4-BE49-F238E27FC236}">
                <a16:creationId xmlns:a16="http://schemas.microsoft.com/office/drawing/2014/main" id="{FD60CE2F-912E-4CC7-A7CF-214EEFB42D83}"/>
              </a:ext>
            </a:extLst>
          </p:cNvPr>
          <p:cNvSpPr>
            <a:spLocks xmlns:a="http://schemas.openxmlformats.org/drawingml/2006/main" noGrp="1"/>
          </p:cNvSpPr>
          <p:nvPr/>
        </p:nvSpPr>
        <p:spPr>
          <a:xfrm xmlns:a="http://schemas.openxmlformats.org/drawingml/2006/main">
            <a:off x="3400425" y="2438400"/>
            <a:ext cx="2667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6FB4C2B-98B6-4B8D-A8AE-333DA28D8B42}"/>
              </a:ext>
            </a:extLst>
          </p:cNvPr>
          <p:cNvSpPr>
            <a:spLocks xmlns:a="http://schemas.openxmlformats.org/drawingml/2006/main" noGrp="1"/>
          </p:cNvSpPr>
          <p:nvPr/>
        </p:nvSpPr>
        <p:spPr>
          <a:xfrm xmlns:a="http://schemas.openxmlformats.org/drawingml/2006/main">
            <a:off x="6267450" y="1809750"/>
            <a:ext cx="221932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0A6FAF"/>
            </a:solidFill>
            <a:prstDash val="solid"/>
          </a:ln>
        </p:spPr>
      </p:sp>
      <p:sp>
        <p:nvSpPr>
          <p:cNvPr id="19" name="">
            <a:extLst xmlns:a="http://schemas.openxmlformats.org/drawingml/2006/main">
              <a:ext uri="{FF2B5EF4-FFF2-40B4-BE49-F238E27FC236}">
                <a16:creationId xmlns:a16="http://schemas.microsoft.com/office/drawing/2014/main" id="{5841220C-0D75-4991-96FB-9509E0262224}"/>
              </a:ext>
            </a:extLst>
          </p:cNvPr>
          <p:cNvSpPr>
            <a:spLocks xmlns:a="http://schemas.openxmlformats.org/drawingml/2006/main" noGrp="1"/>
          </p:cNvSpPr>
          <p:nvPr/>
        </p:nvSpPr>
        <p:spPr>
          <a:xfrm xmlns:a="http://schemas.openxmlformats.org/drawingml/2006/main">
            <a:off x="7148513"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bdc4002136be4ac8">
            <a:extLst>
              <a:ext uri="{96DAC541-7B7A-43D3-8B79-37D633B846F1}">
                <asvg:svgBlip xmlns:asvg="http://schemas.microsoft.com/office/drawing/2016/SVG/main" r:embed="Rb2c0989754f844cb"/>
              </a:ext>
            </a:extLst>
          </a:blip>
          <a:stretch xmlns:a="http://schemas.openxmlformats.org/drawingml/2006/main"/>
        </p:blipFill>
        <p:spPr>
          <a:xfrm xmlns:a="http://schemas.openxmlformats.org/drawingml/2006/main">
            <a:off x="7253288"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98615085-F725-4F26-A01E-61A146508945}"/>
              </a:ext>
            </a:extLst>
          </p:cNvPr>
          <p:cNvSpPr>
            <a:spLocks xmlns:a="http://schemas.openxmlformats.org/drawingml/2006/main" noGrp="1"/>
          </p:cNvSpPr>
          <p:nvPr/>
        </p:nvSpPr>
        <p:spPr>
          <a:xfrm xmlns:a="http://schemas.openxmlformats.org/drawingml/2006/main">
            <a:off x="6362700" y="2390775"/>
            <a:ext cx="2028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Develop</a:t>
            </a:r>
          </a:p>
        </p:txBody>
      </p:sp>
      <p:sp>
        <p:nvSpPr>
          <p:cNvPr id="22" name="">
            <a:extLst xmlns:a="http://schemas.openxmlformats.org/drawingml/2006/main">
              <a:ext uri="{FF2B5EF4-FFF2-40B4-BE49-F238E27FC236}">
                <a16:creationId xmlns:a16="http://schemas.microsoft.com/office/drawing/2014/main" id="{9E31277F-A358-48FF-904A-1A238753ED77}"/>
              </a:ext>
            </a:extLst>
          </p:cNvPr>
          <p:cNvSpPr>
            <a:spLocks xmlns:a="http://schemas.openxmlformats.org/drawingml/2006/main" noGrp="1"/>
          </p:cNvSpPr>
          <p:nvPr/>
        </p:nvSpPr>
        <p:spPr>
          <a:xfrm xmlns:a="http://schemas.openxmlformats.org/drawingml/2006/main">
            <a:off x="6381750" y="2647950"/>
            <a:ext cx="19907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Code, tests, dependencies</a:t>
            </a:r>
          </a:p>
        </p:txBody>
      </p:sp>
      <p:sp>
        <p:nvSpPr>
          <p:cNvPr id="23" name="">
            <a:extLst xmlns:a="http://schemas.openxmlformats.org/drawingml/2006/main">
              <a:ext uri="{FF2B5EF4-FFF2-40B4-BE49-F238E27FC236}">
                <a16:creationId xmlns:a16="http://schemas.microsoft.com/office/drawing/2014/main" id="{8BC1FE4B-C216-4030-AB29-E705D6E600FE}"/>
              </a:ext>
            </a:extLst>
          </p:cNvPr>
          <p:cNvSpPr>
            <a:spLocks xmlns:a="http://schemas.openxmlformats.org/drawingml/2006/main" noGrp="1"/>
          </p:cNvSpPr>
          <p:nvPr/>
        </p:nvSpPr>
        <p:spPr>
          <a:xfrm xmlns:a="http://schemas.openxmlformats.org/drawingml/2006/main">
            <a:off x="5962650" y="2438400"/>
            <a:ext cx="2667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C284229-C096-4251-86EE-5C832A0E1731}"/>
              </a:ext>
            </a:extLst>
          </p:cNvPr>
          <p:cNvSpPr>
            <a:spLocks xmlns:a="http://schemas.openxmlformats.org/drawingml/2006/main" noGrp="1"/>
          </p:cNvSpPr>
          <p:nvPr/>
        </p:nvSpPr>
        <p:spPr>
          <a:xfrm xmlns:a="http://schemas.openxmlformats.org/drawingml/2006/main">
            <a:off x="8829675" y="1809750"/>
            <a:ext cx="221932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1E9B65"/>
            </a:solidFill>
            <a:prstDash val="solid"/>
          </a:ln>
        </p:spPr>
      </p:sp>
      <p:sp>
        <p:nvSpPr>
          <p:cNvPr id="25" name="">
            <a:extLst xmlns:a="http://schemas.openxmlformats.org/drawingml/2006/main">
              <a:ext uri="{FF2B5EF4-FFF2-40B4-BE49-F238E27FC236}">
                <a16:creationId xmlns:a16="http://schemas.microsoft.com/office/drawing/2014/main" id="{B288B2F7-59E6-4F31-9791-B65B00309076}"/>
              </a:ext>
            </a:extLst>
          </p:cNvPr>
          <p:cNvSpPr>
            <a:spLocks xmlns:a="http://schemas.openxmlformats.org/drawingml/2006/main" noGrp="1"/>
          </p:cNvSpPr>
          <p:nvPr/>
        </p:nvSpPr>
        <p:spPr>
          <a:xfrm xmlns:a="http://schemas.openxmlformats.org/drawingml/2006/main">
            <a:off x="9710738"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216a59d4ecf44dac">
            <a:extLst>
              <a:ext uri="{96DAC541-7B7A-43D3-8B79-37D633B846F1}">
                <asvg:svgBlip xmlns:asvg="http://schemas.microsoft.com/office/drawing/2016/SVG/main" r:embed="R4690e25e5a3f4285"/>
              </a:ext>
            </a:extLst>
          </a:blip>
          <a:stretch xmlns:a="http://schemas.openxmlformats.org/drawingml/2006/main"/>
        </p:blipFill>
        <p:spPr>
          <a:xfrm xmlns:a="http://schemas.openxmlformats.org/drawingml/2006/main">
            <a:off x="9815513"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ACC3FB49-A961-486D-91D6-6444649339E2}"/>
              </a:ext>
            </a:extLst>
          </p:cNvPr>
          <p:cNvSpPr>
            <a:spLocks xmlns:a="http://schemas.openxmlformats.org/drawingml/2006/main" noGrp="1"/>
          </p:cNvSpPr>
          <p:nvPr/>
        </p:nvSpPr>
        <p:spPr>
          <a:xfrm xmlns:a="http://schemas.openxmlformats.org/drawingml/2006/main">
            <a:off x="8924925" y="2390775"/>
            <a:ext cx="20288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Integrate</a:t>
            </a:r>
          </a:p>
        </p:txBody>
      </p:sp>
      <p:sp>
        <p:nvSpPr>
          <p:cNvPr id="28" name="">
            <a:extLst xmlns:a="http://schemas.openxmlformats.org/drawingml/2006/main">
              <a:ext uri="{FF2B5EF4-FFF2-40B4-BE49-F238E27FC236}">
                <a16:creationId xmlns:a16="http://schemas.microsoft.com/office/drawing/2014/main" id="{168210C0-749C-4F44-BA0A-B3C6C4127491}"/>
              </a:ext>
            </a:extLst>
          </p:cNvPr>
          <p:cNvSpPr>
            <a:spLocks xmlns:a="http://schemas.openxmlformats.org/drawingml/2006/main" noGrp="1"/>
          </p:cNvSpPr>
          <p:nvPr/>
        </p:nvSpPr>
        <p:spPr>
          <a:xfrm xmlns:a="http://schemas.openxmlformats.org/drawingml/2006/main">
            <a:off x="8943975" y="2647950"/>
            <a:ext cx="19907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Shared checks and review</a:t>
            </a:r>
          </a:p>
        </p:txBody>
      </p:sp>
      <p:sp>
        <p:nvSpPr>
          <p:cNvPr id="29" name="">
            <a:extLst xmlns:a="http://schemas.openxmlformats.org/drawingml/2006/main">
              <a:ext uri="{FF2B5EF4-FFF2-40B4-BE49-F238E27FC236}">
                <a16:creationId xmlns:a16="http://schemas.microsoft.com/office/drawing/2014/main" id="{28A75FA5-7ACB-4ADE-B273-BCB96C359A8C}"/>
              </a:ext>
            </a:extLst>
          </p:cNvPr>
          <p:cNvSpPr>
            <a:spLocks xmlns:a="http://schemas.openxmlformats.org/drawingml/2006/main" noGrp="1"/>
          </p:cNvSpPr>
          <p:nvPr/>
        </p:nvSpPr>
        <p:spPr>
          <a:xfrm xmlns:a="http://schemas.openxmlformats.org/drawingml/2006/main">
            <a:off x="8524875" y="2438400"/>
            <a:ext cx="2667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9D47B32-B076-4335-8066-8E61829FBEFD}"/>
              </a:ext>
            </a:extLst>
          </p:cNvPr>
          <p:cNvSpPr>
            <a:spLocks xmlns:a="http://schemas.openxmlformats.org/drawingml/2006/main" noGrp="1"/>
          </p:cNvSpPr>
          <p:nvPr/>
        </p:nvSpPr>
        <p:spPr>
          <a:xfrm xmlns:a="http://schemas.openxmlformats.org/drawingml/2006/main">
            <a:off x="1428750" y="3905250"/>
            <a:ext cx="285750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31" name="">
            <a:extLst xmlns:a="http://schemas.openxmlformats.org/drawingml/2006/main">
              <a:ext uri="{FF2B5EF4-FFF2-40B4-BE49-F238E27FC236}">
                <a16:creationId xmlns:a16="http://schemas.microsoft.com/office/drawing/2014/main" id="{C430693B-B58F-4551-B75A-7B2A078FD7CD}"/>
              </a:ext>
            </a:extLst>
          </p:cNvPr>
          <p:cNvSpPr>
            <a:spLocks xmlns:a="http://schemas.openxmlformats.org/drawingml/2006/main" noGrp="1"/>
          </p:cNvSpPr>
          <p:nvPr/>
        </p:nvSpPr>
        <p:spPr>
          <a:xfrm xmlns:a="http://schemas.openxmlformats.org/drawingml/2006/main">
            <a:off x="1428750" y="3905250"/>
            <a:ext cx="76200" cy="11430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858811D-7D2E-4777-A92E-187CDDE913E3}"/>
              </a:ext>
            </a:extLst>
          </p:cNvPr>
          <p:cNvSpPr>
            <a:spLocks xmlns:a="http://schemas.openxmlformats.org/drawingml/2006/main" noGrp="1"/>
          </p:cNvSpPr>
          <p:nvPr/>
        </p:nvSpPr>
        <p:spPr>
          <a:xfrm xmlns:a="http://schemas.openxmlformats.org/drawingml/2006/main">
            <a:off x="1638300" y="40767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Planning evidence</a:t>
            </a:r>
          </a:p>
        </p:txBody>
      </p:sp>
      <p:sp>
        <p:nvSpPr>
          <p:cNvPr id="33" name="">
            <a:extLst xmlns:a="http://schemas.openxmlformats.org/drawingml/2006/main">
              <a:ext uri="{FF2B5EF4-FFF2-40B4-BE49-F238E27FC236}">
                <a16:creationId xmlns:a16="http://schemas.microsoft.com/office/drawing/2014/main" id="{C140E8FA-8DC8-4844-8563-522ED0C57DBF}"/>
              </a:ext>
            </a:extLst>
          </p:cNvPr>
          <p:cNvSpPr>
            <a:spLocks xmlns:a="http://schemas.openxmlformats.org/drawingml/2006/main" noGrp="1"/>
          </p:cNvSpPr>
          <p:nvPr/>
        </p:nvSpPr>
        <p:spPr>
          <a:xfrm xmlns:a="http://schemas.openxmlformats.org/drawingml/2006/main">
            <a:off x="1638300" y="4467225"/>
            <a:ext cx="2457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Scope, risk, operating constraints, measurable success</a:t>
            </a:r>
          </a:p>
        </p:txBody>
      </p:sp>
      <p:sp>
        <p:nvSpPr>
          <p:cNvPr id="34" name="">
            <a:extLst xmlns:a="http://schemas.openxmlformats.org/drawingml/2006/main">
              <a:ext uri="{FF2B5EF4-FFF2-40B4-BE49-F238E27FC236}">
                <a16:creationId xmlns:a16="http://schemas.microsoft.com/office/drawing/2014/main" id="{D366AD10-30BA-4008-B417-C6BFB075E94D}"/>
              </a:ext>
            </a:extLst>
          </p:cNvPr>
          <p:cNvSpPr>
            <a:spLocks xmlns:a="http://schemas.openxmlformats.org/drawingml/2006/main" noGrp="1"/>
          </p:cNvSpPr>
          <p:nvPr/>
        </p:nvSpPr>
        <p:spPr>
          <a:xfrm xmlns:a="http://schemas.openxmlformats.org/drawingml/2006/main">
            <a:off x="4667250" y="3905250"/>
            <a:ext cx="285750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35" name="">
            <a:extLst xmlns:a="http://schemas.openxmlformats.org/drawingml/2006/main">
              <a:ext uri="{FF2B5EF4-FFF2-40B4-BE49-F238E27FC236}">
                <a16:creationId xmlns:a16="http://schemas.microsoft.com/office/drawing/2014/main" id="{2428A5BB-6F72-464F-B9F8-4652DDC772D7}"/>
              </a:ext>
            </a:extLst>
          </p:cNvPr>
          <p:cNvSpPr>
            <a:spLocks xmlns:a="http://schemas.openxmlformats.org/drawingml/2006/main" noGrp="1"/>
          </p:cNvSpPr>
          <p:nvPr/>
        </p:nvSpPr>
        <p:spPr>
          <a:xfrm xmlns:a="http://schemas.openxmlformats.org/drawingml/2006/main">
            <a:off x="4667250" y="3905250"/>
            <a:ext cx="76200" cy="1143000"/>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DEA29F6-9167-4BD0-BDBE-8951102B39CD}"/>
              </a:ext>
            </a:extLst>
          </p:cNvPr>
          <p:cNvSpPr>
            <a:spLocks xmlns:a="http://schemas.openxmlformats.org/drawingml/2006/main" noGrp="1"/>
          </p:cNvSpPr>
          <p:nvPr/>
        </p:nvSpPr>
        <p:spPr>
          <a:xfrm xmlns:a="http://schemas.openxmlformats.org/drawingml/2006/main">
            <a:off x="4876800" y="40767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Design evidence</a:t>
            </a:r>
          </a:p>
        </p:txBody>
      </p:sp>
      <p:sp>
        <p:nvSpPr>
          <p:cNvPr id="37" name="">
            <a:extLst xmlns:a="http://schemas.openxmlformats.org/drawingml/2006/main">
              <a:ext uri="{FF2B5EF4-FFF2-40B4-BE49-F238E27FC236}">
                <a16:creationId xmlns:a16="http://schemas.microsoft.com/office/drawing/2014/main" id="{A11303C7-4948-4915-A8AF-08E0E959FC96}"/>
              </a:ext>
            </a:extLst>
          </p:cNvPr>
          <p:cNvSpPr>
            <a:spLocks xmlns:a="http://schemas.openxmlformats.org/drawingml/2006/main" noGrp="1"/>
          </p:cNvSpPr>
          <p:nvPr/>
        </p:nvSpPr>
        <p:spPr>
          <a:xfrm xmlns:a="http://schemas.openxmlformats.org/drawingml/2006/main">
            <a:off x="4876800" y="4467225"/>
            <a:ext cx="2457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State ownership, failure behavior, deployment assumptions</a:t>
            </a:r>
          </a:p>
        </p:txBody>
      </p:sp>
      <p:sp>
        <p:nvSpPr>
          <p:cNvPr id="38" name="">
            <a:extLst xmlns:a="http://schemas.openxmlformats.org/drawingml/2006/main">
              <a:ext uri="{FF2B5EF4-FFF2-40B4-BE49-F238E27FC236}">
                <a16:creationId xmlns:a16="http://schemas.microsoft.com/office/drawing/2014/main" id="{84D01797-3095-4232-9209-69ACF73B3D75}"/>
              </a:ext>
            </a:extLst>
          </p:cNvPr>
          <p:cNvSpPr>
            <a:spLocks xmlns:a="http://schemas.openxmlformats.org/drawingml/2006/main" noGrp="1"/>
          </p:cNvSpPr>
          <p:nvPr/>
        </p:nvSpPr>
        <p:spPr>
          <a:xfrm xmlns:a="http://schemas.openxmlformats.org/drawingml/2006/main">
            <a:off x="7905750" y="3905250"/>
            <a:ext cx="285750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39" name="">
            <a:extLst xmlns:a="http://schemas.openxmlformats.org/drawingml/2006/main">
              <a:ext uri="{FF2B5EF4-FFF2-40B4-BE49-F238E27FC236}">
                <a16:creationId xmlns:a16="http://schemas.microsoft.com/office/drawing/2014/main" id="{13187D5A-CAAD-4CAA-8BD1-0EF80C5FE120}"/>
              </a:ext>
            </a:extLst>
          </p:cNvPr>
          <p:cNvSpPr>
            <a:spLocks xmlns:a="http://schemas.openxmlformats.org/drawingml/2006/main" noGrp="1"/>
          </p:cNvSpPr>
          <p:nvPr/>
        </p:nvSpPr>
        <p:spPr>
          <a:xfrm xmlns:a="http://schemas.openxmlformats.org/drawingml/2006/main">
            <a:off x="7905750" y="3905250"/>
            <a:ext cx="76200" cy="114300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3FD8EB1-7C28-4910-8A8E-BD6B41595FD6}"/>
              </a:ext>
            </a:extLst>
          </p:cNvPr>
          <p:cNvSpPr>
            <a:spLocks xmlns:a="http://schemas.openxmlformats.org/drawingml/2006/main" noGrp="1"/>
          </p:cNvSpPr>
          <p:nvPr/>
        </p:nvSpPr>
        <p:spPr>
          <a:xfrm xmlns:a="http://schemas.openxmlformats.org/drawingml/2006/main">
            <a:off x="8115300" y="4076700"/>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Integration evidence</a:t>
            </a:r>
          </a:p>
        </p:txBody>
      </p:sp>
      <p:sp>
        <p:nvSpPr>
          <p:cNvPr id="41" name="">
            <a:extLst xmlns:a="http://schemas.openxmlformats.org/drawingml/2006/main">
              <a:ext uri="{FF2B5EF4-FFF2-40B4-BE49-F238E27FC236}">
                <a16:creationId xmlns:a16="http://schemas.microsoft.com/office/drawing/2014/main" id="{CF44B60A-7BF0-4FC0-8F52-DF79E393E4CF}"/>
              </a:ext>
            </a:extLst>
          </p:cNvPr>
          <p:cNvSpPr>
            <a:spLocks xmlns:a="http://schemas.openxmlformats.org/drawingml/2006/main" noGrp="1"/>
          </p:cNvSpPr>
          <p:nvPr/>
        </p:nvSpPr>
        <p:spPr>
          <a:xfrm xmlns:a="http://schemas.openxmlformats.org/drawingml/2006/main">
            <a:off x="8115300" y="4467225"/>
            <a:ext cx="2457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Diff, automated checks, reviewer judgement</a:t>
            </a:r>
          </a:p>
        </p:txBody>
      </p:sp>
      <p:sp>
        <p:nvSpPr>
          <p:cNvPr id="42" name="">
            <a:extLst xmlns:a="http://schemas.openxmlformats.org/drawingml/2006/main">
              <a:ext uri="{FF2B5EF4-FFF2-40B4-BE49-F238E27FC236}">
                <a16:creationId xmlns:a16="http://schemas.microsoft.com/office/drawing/2014/main" id="{C212D4BD-530C-4C14-84CF-95054B5DC599}"/>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9224B78-5DBB-41F7-9080-D7139CB33D5B}"/>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6C3925D-145A-4775-AF36-324EEB158CAD}"/>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Code, tests, contracts, and operating guidance change together.</a:t>
            </a:r>
          </a:p>
        </p:txBody>
      </p:sp>
    </p:spTree>
    <p:extLst>
      <p:ext uri="{BB962C8B-B14F-4D97-AF65-F5344CB8AC3E}">
        <p14:creationId xmlns:p14="http://schemas.microsoft.com/office/powerpoint/2010/main" val="12221625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F12717-00EC-440A-B971-EAACC0A738F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48DF297-9F10-4FA7-BECD-FA37063E35C3}"/>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C7BEF90-0354-4926-8072-A82C361A6417}"/>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1D4018AA-01EA-4436-9A84-154BB9329E5A}"/>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Lifecycle: Qualify</a:t>
            </a:r>
          </a:p>
        </p:txBody>
      </p:sp>
      <p:sp>
        <p:nvSpPr>
          <p:cNvPr id="5" name="">
            <a:extLst xmlns:a="http://schemas.openxmlformats.org/drawingml/2006/main">
              <a:ext uri="{FF2B5EF4-FFF2-40B4-BE49-F238E27FC236}">
                <a16:creationId xmlns:a16="http://schemas.microsoft.com/office/drawing/2014/main" id="{C7135F1B-8B92-4599-A923-8796A40BCCE1}"/>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One artifact carries its evidence forward</a:t>
            </a:r>
          </a:p>
        </p:txBody>
      </p:sp>
      <p:sp>
        <p:nvSpPr>
          <p:cNvPr id="6" name="">
            <a:extLst xmlns:a="http://schemas.openxmlformats.org/drawingml/2006/main">
              <a:ext uri="{FF2B5EF4-FFF2-40B4-BE49-F238E27FC236}">
                <a16:creationId xmlns:a16="http://schemas.microsoft.com/office/drawing/2014/main" id="{B34AE8BA-D5F5-4593-B605-3903970D2306}"/>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973EB1-3C64-4440-AF16-3B3D29108B1B}"/>
              </a:ext>
            </a:extLst>
          </p:cNvPr>
          <p:cNvSpPr>
            <a:spLocks xmlns:a="http://schemas.openxmlformats.org/drawingml/2006/main" noGrp="1"/>
          </p:cNvSpPr>
          <p:nvPr/>
        </p:nvSpPr>
        <p:spPr>
          <a:xfrm xmlns:a="http://schemas.openxmlformats.org/drawingml/2006/main">
            <a:off x="762000" y="1714500"/>
            <a:ext cx="2476500" cy="1619250"/>
          </a:xfrm>
          <a:prstGeom xmlns:a="http://schemas.openxmlformats.org/drawingml/2006/main" prst="roundRect">
            <a:avLst>
              <a:gd name="adj" fmla="val 7059"/>
            </a:avLst>
          </a:prstGeom>
          <a:solidFill xmlns:a="http://schemas.openxmlformats.org/drawingml/2006/main">
            <a:srgbClr val="F3F8FC"/>
          </a:solidFill>
          <a:ln xmlns:a="http://schemas.openxmlformats.org/drawingml/2006/main" w="9525">
            <a:solidFill>
              <a:srgbClr val="0A6FAF"/>
            </a:solidFill>
            <a:prstDash val="solid"/>
          </a:ln>
        </p:spPr>
      </p:sp>
      <p:sp>
        <p:nvSpPr>
          <p:cNvPr id="8" name="">
            <a:extLst xmlns:a="http://schemas.openxmlformats.org/drawingml/2006/main">
              <a:ext uri="{FF2B5EF4-FFF2-40B4-BE49-F238E27FC236}">
                <a16:creationId xmlns:a16="http://schemas.microsoft.com/office/drawing/2014/main" id="{86BF2E60-8AF8-48EF-847D-CE089340AF20}"/>
              </a:ext>
            </a:extLst>
          </p:cNvPr>
          <p:cNvSpPr>
            <a:spLocks xmlns:a="http://schemas.openxmlformats.org/drawingml/2006/main" noGrp="1"/>
          </p:cNvSpPr>
          <p:nvPr/>
        </p:nvSpPr>
        <p:spPr>
          <a:xfrm xmlns:a="http://schemas.openxmlformats.org/drawingml/2006/main">
            <a:off x="1047750" y="19240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0A6FAF"/>
                </a:solidFill>
                <a:latin typeface="Helvetica Neue"/>
                <a:ea typeface="Helvetica Neue"/>
                <a:cs typeface="Helvetica Neue"/>
              </a:defRPr>
            </a:pPr>
            <a:r>
              <a:rPr sz="1350" b="1">
                <a:solidFill>
                  <a:srgbClr val="0A6FAF"/>
                </a:solidFill>
                <a:latin typeface="Helvetica Neue"/>
                <a:ea typeface="Helvetica Neue"/>
                <a:cs typeface="Helvetica Neue"/>
              </a:rPr>
              <a:t>SOURCE</a:t>
            </a:r>
          </a:p>
        </p:txBody>
      </p:sp>
      <p:sp>
        <p:nvSpPr>
          <p:cNvPr id="9" name="">
            <a:extLst xmlns:a="http://schemas.openxmlformats.org/drawingml/2006/main">
              <a:ext uri="{FF2B5EF4-FFF2-40B4-BE49-F238E27FC236}">
                <a16:creationId xmlns:a16="http://schemas.microsoft.com/office/drawing/2014/main" id="{099024CD-F1AD-48A4-97B6-F17783FC0A4F}"/>
              </a:ext>
            </a:extLst>
          </p:cNvPr>
          <p:cNvSpPr>
            <a:spLocks xmlns:a="http://schemas.openxmlformats.org/drawingml/2006/main" noGrp="1"/>
          </p:cNvSpPr>
          <p:nvPr/>
        </p:nvSpPr>
        <p:spPr>
          <a:xfrm xmlns:a="http://schemas.openxmlformats.org/drawingml/2006/main">
            <a:off x="1047750" y="2343150"/>
            <a:ext cx="190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Commit</a:t>
            </a:r>
          </a:p>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Dependencies</a:t>
            </a:r>
          </a:p>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Build definition</a:t>
            </a:r>
          </a:p>
        </p:txBody>
      </p:sp>
      <p:sp>
        <p:nvSpPr>
          <p:cNvPr id="10" name="">
            <a:extLst xmlns:a="http://schemas.openxmlformats.org/drawingml/2006/main">
              <a:ext uri="{FF2B5EF4-FFF2-40B4-BE49-F238E27FC236}">
                <a16:creationId xmlns:a16="http://schemas.microsoft.com/office/drawing/2014/main" id="{85F63DAE-8ADF-4868-9024-07EC56CACC44}"/>
              </a:ext>
            </a:extLst>
          </p:cNvPr>
          <p:cNvSpPr>
            <a:spLocks xmlns:a="http://schemas.openxmlformats.org/drawingml/2006/main" noGrp="1"/>
          </p:cNvSpPr>
          <p:nvPr/>
        </p:nvSpPr>
        <p:spPr>
          <a:xfrm xmlns:a="http://schemas.openxmlformats.org/drawingml/2006/main">
            <a:off x="3429000" y="2333625"/>
            <a:ext cx="857250" cy="3238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5CBD03A-569B-4DBD-ACA1-F0F3FB6BE408}"/>
              </a:ext>
            </a:extLst>
          </p:cNvPr>
          <p:cNvSpPr>
            <a:spLocks xmlns:a="http://schemas.openxmlformats.org/drawingml/2006/main" noGrp="1"/>
          </p:cNvSpPr>
          <p:nvPr/>
        </p:nvSpPr>
        <p:spPr>
          <a:xfrm xmlns:a="http://schemas.openxmlformats.org/drawingml/2006/main">
            <a:off x="4476750" y="1619250"/>
            <a:ext cx="3238500" cy="1809750"/>
          </a:xfrm>
          <a:prstGeom xmlns:a="http://schemas.openxmlformats.org/drawingml/2006/main" prst="roundRect">
            <a:avLst>
              <a:gd name="adj" fmla="val 6316"/>
            </a:avLst>
          </a:prstGeom>
          <a:solidFill xmlns:a="http://schemas.openxmlformats.org/drawingml/2006/main">
            <a:srgbClr val="082B5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6E445E6-9E36-4538-A43D-264BD4F1E56B}"/>
              </a:ext>
            </a:extLst>
          </p:cNvPr>
          <p:cNvSpPr>
            <a:spLocks xmlns:a="http://schemas.openxmlformats.org/drawingml/2006/main" noGrp="1"/>
          </p:cNvSpPr>
          <p:nvPr/>
        </p:nvSpPr>
        <p:spPr>
          <a:xfrm xmlns:a="http://schemas.openxmlformats.org/drawingml/2006/main">
            <a:off x="4857750" y="187642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IMMUTABLE ARTIFACT</a:t>
            </a:r>
          </a:p>
        </p:txBody>
      </p:sp>
      <p:sp>
        <p:nvSpPr>
          <p:cNvPr id="13" name="">
            <a:extLst xmlns:a="http://schemas.openxmlformats.org/drawingml/2006/main">
              <a:ext uri="{FF2B5EF4-FFF2-40B4-BE49-F238E27FC236}">
                <a16:creationId xmlns:a16="http://schemas.microsoft.com/office/drawing/2014/main" id="{DA60F989-819C-4318-AAE2-A59F1AFCAE7F}"/>
              </a:ext>
            </a:extLst>
          </p:cNvPr>
          <p:cNvSpPr>
            <a:spLocks xmlns:a="http://schemas.openxmlformats.org/drawingml/2006/main" noGrp="1"/>
          </p:cNvSpPr>
          <p:nvPr/>
        </p:nvSpPr>
        <p:spPr>
          <a:xfrm xmlns:a="http://schemas.openxmlformats.org/drawingml/2006/main">
            <a:off x="4953000" y="2305050"/>
            <a:ext cx="228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Digest</a:t>
            </a:r>
          </a:p>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SBOM</a:t>
            </a:r>
          </a:p>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Provenance</a:t>
            </a:r>
          </a:p>
          <a:p xmlns:a="http://schemas.openxmlformats.org/drawingml/2006/main">
            <a:pPr algn="ctr">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Signature when required</a:t>
            </a:r>
          </a:p>
        </p:txBody>
      </p:sp>
      <p:sp>
        <p:nvSpPr>
          <p:cNvPr id="14" name="">
            <a:extLst xmlns:a="http://schemas.openxmlformats.org/drawingml/2006/main">
              <a:ext uri="{FF2B5EF4-FFF2-40B4-BE49-F238E27FC236}">
                <a16:creationId xmlns:a16="http://schemas.microsoft.com/office/drawing/2014/main" id="{F65429F0-DA6C-4C65-9F8B-A426946135CC}"/>
              </a:ext>
            </a:extLst>
          </p:cNvPr>
          <p:cNvSpPr>
            <a:spLocks xmlns:a="http://schemas.openxmlformats.org/drawingml/2006/main" noGrp="1"/>
          </p:cNvSpPr>
          <p:nvPr/>
        </p:nvSpPr>
        <p:spPr>
          <a:xfrm xmlns:a="http://schemas.openxmlformats.org/drawingml/2006/main">
            <a:off x="7905750" y="2333625"/>
            <a:ext cx="857250" cy="323850"/>
          </a:xfrm>
          <a:prstGeom xmlns:a="http://schemas.openxmlformats.org/drawingml/2006/main" prst="rightArrow">
            <a:avLst/>
          </a:prstGeom>
          <a:solidFill xmlns:a="http://schemas.openxmlformats.org/drawingml/2006/main">
            <a:srgbClr val="1E9B6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F7D0430-7D84-440C-BF41-ED5D0CC09586}"/>
              </a:ext>
            </a:extLst>
          </p:cNvPr>
          <p:cNvSpPr>
            <a:spLocks xmlns:a="http://schemas.openxmlformats.org/drawingml/2006/main" noGrp="1"/>
          </p:cNvSpPr>
          <p:nvPr/>
        </p:nvSpPr>
        <p:spPr>
          <a:xfrm xmlns:a="http://schemas.openxmlformats.org/drawingml/2006/main">
            <a:off x="8953500" y="1714500"/>
            <a:ext cx="2476500" cy="1619250"/>
          </a:xfrm>
          <a:prstGeom xmlns:a="http://schemas.openxmlformats.org/drawingml/2006/main" prst="roundRect">
            <a:avLst>
              <a:gd name="adj" fmla="val 7059"/>
            </a:avLst>
          </a:prstGeom>
          <a:solidFill xmlns:a="http://schemas.openxmlformats.org/drawingml/2006/main">
            <a:srgbClr val="E8F7EF"/>
          </a:solidFill>
          <a:ln xmlns:a="http://schemas.openxmlformats.org/drawingml/2006/main" w="9525">
            <a:solidFill>
              <a:srgbClr val="1E9B65"/>
            </a:solidFill>
            <a:prstDash val="solid"/>
          </a:ln>
        </p:spPr>
      </p:sp>
      <p:sp>
        <p:nvSpPr>
          <p:cNvPr id="16" name="">
            <a:extLst xmlns:a="http://schemas.openxmlformats.org/drawingml/2006/main">
              <a:ext uri="{FF2B5EF4-FFF2-40B4-BE49-F238E27FC236}">
                <a16:creationId xmlns:a16="http://schemas.microsoft.com/office/drawing/2014/main" id="{5A74A6DC-B274-4476-8B50-2198AD9B2A0D}"/>
              </a:ext>
            </a:extLst>
          </p:cNvPr>
          <p:cNvSpPr>
            <a:spLocks xmlns:a="http://schemas.openxmlformats.org/drawingml/2006/main" noGrp="1"/>
          </p:cNvSpPr>
          <p:nvPr/>
        </p:nvSpPr>
        <p:spPr>
          <a:xfrm xmlns:a="http://schemas.openxmlformats.org/drawingml/2006/main">
            <a:off x="9239250" y="19240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1E9B65"/>
                </a:solidFill>
                <a:latin typeface="Helvetica Neue"/>
                <a:ea typeface="Helvetica Neue"/>
                <a:cs typeface="Helvetica Neue"/>
              </a:defRPr>
            </a:pPr>
            <a:r>
              <a:rPr sz="1350" b="1">
                <a:solidFill>
                  <a:srgbClr val="1E9B65"/>
                </a:solidFill>
                <a:latin typeface="Helvetica Neue"/>
                <a:ea typeface="Helvetica Neue"/>
                <a:cs typeface="Helvetica Neue"/>
              </a:rPr>
              <a:t>RELEASE</a:t>
            </a:r>
          </a:p>
        </p:txBody>
      </p:sp>
      <p:sp>
        <p:nvSpPr>
          <p:cNvPr id="17" name="">
            <a:extLst xmlns:a="http://schemas.openxmlformats.org/drawingml/2006/main">
              <a:ext uri="{FF2B5EF4-FFF2-40B4-BE49-F238E27FC236}">
                <a16:creationId xmlns:a16="http://schemas.microsoft.com/office/drawing/2014/main" id="{89870F0C-8496-4C86-A7E3-D9E20958A15C}"/>
              </a:ext>
            </a:extLst>
          </p:cNvPr>
          <p:cNvSpPr>
            <a:spLocks xmlns:a="http://schemas.openxmlformats.org/drawingml/2006/main" noGrp="1"/>
          </p:cNvSpPr>
          <p:nvPr/>
        </p:nvSpPr>
        <p:spPr>
          <a:xfrm xmlns:a="http://schemas.openxmlformats.org/drawingml/2006/main">
            <a:off x="9239250" y="234315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529"/>
          </a:bodyPr>
          <a:lstStyle xmlns:a="http://schemas.openxmlformats.org/drawingml/2006/main"/>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Tests</a:t>
            </a:r>
          </a:p>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Policy result</a:t>
            </a:r>
          </a:p>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Compatibility</a:t>
            </a:r>
          </a:p>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Recovery plan</a:t>
            </a:r>
          </a:p>
        </p:txBody>
      </p:sp>
      <p:sp>
        <p:nvSpPr>
          <p:cNvPr id="18" name="">
            <a:extLst xmlns:a="http://schemas.openxmlformats.org/drawingml/2006/main">
              <a:ext uri="{FF2B5EF4-FFF2-40B4-BE49-F238E27FC236}">
                <a16:creationId xmlns:a16="http://schemas.microsoft.com/office/drawing/2014/main" id="{4F3C10A7-B619-4C2B-BE1C-ABA67ED16EE6}"/>
              </a:ext>
            </a:extLst>
          </p:cNvPr>
          <p:cNvSpPr>
            <a:spLocks xmlns:a="http://schemas.openxmlformats.org/drawingml/2006/main" noGrp="1"/>
          </p:cNvSpPr>
          <p:nvPr/>
        </p:nvSpPr>
        <p:spPr>
          <a:xfrm xmlns:a="http://schemas.openxmlformats.org/drawingml/2006/main">
            <a:off x="2190750" y="4000500"/>
            <a:ext cx="3429000" cy="1047750"/>
          </a:xfrm>
          <a:prstGeom xmlns:a="http://schemas.openxmlformats.org/drawingml/2006/main" prst="roundRect">
            <a:avLst>
              <a:gd name="adj" fmla="val 10909"/>
            </a:avLst>
          </a:prstGeom>
          <a:solidFill xmlns:a="http://schemas.openxmlformats.org/drawingml/2006/main">
            <a:srgbClr val="F3F8FC"/>
          </a:solidFill>
          <a:ln xmlns:a="http://schemas.openxmlformats.org/drawingml/2006/main" w="9525">
            <a:solidFill>
              <a:srgbClr val="C8D7E5"/>
            </a:solidFill>
            <a:prstDash val="solid"/>
          </a:ln>
        </p:spPr>
      </p:sp>
      <p:sp>
        <p:nvSpPr>
          <p:cNvPr id="19" name="">
            <a:extLst xmlns:a="http://schemas.openxmlformats.org/drawingml/2006/main">
              <a:ext uri="{FF2B5EF4-FFF2-40B4-BE49-F238E27FC236}">
                <a16:creationId xmlns:a16="http://schemas.microsoft.com/office/drawing/2014/main" id="{27F2B54B-B6F4-4EB5-A516-DF90CBFEC31E}"/>
              </a:ext>
            </a:extLst>
          </p:cNvPr>
          <p:cNvSpPr>
            <a:spLocks xmlns:a="http://schemas.openxmlformats.org/drawingml/2006/main" noGrp="1"/>
          </p:cNvSpPr>
          <p:nvPr/>
        </p:nvSpPr>
        <p:spPr>
          <a:xfrm xmlns:a="http://schemas.openxmlformats.org/drawingml/2006/main">
            <a:off x="2190750" y="4000500"/>
            <a:ext cx="76200" cy="10477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36EBFC5-DFB6-4097-9B24-99FA6683B78D}"/>
              </a:ext>
            </a:extLst>
          </p:cNvPr>
          <p:cNvSpPr>
            <a:spLocks xmlns:a="http://schemas.openxmlformats.org/drawingml/2006/main" noGrp="1"/>
          </p:cNvSpPr>
          <p:nvPr/>
        </p:nvSpPr>
        <p:spPr>
          <a:xfrm xmlns:a="http://schemas.openxmlformats.org/drawingml/2006/main">
            <a:off x="2400300" y="417195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Build once</a:t>
            </a:r>
          </a:p>
        </p:txBody>
      </p:sp>
      <p:sp>
        <p:nvSpPr>
          <p:cNvPr id="21" name="">
            <a:extLst xmlns:a="http://schemas.openxmlformats.org/drawingml/2006/main">
              <a:ext uri="{FF2B5EF4-FFF2-40B4-BE49-F238E27FC236}">
                <a16:creationId xmlns:a16="http://schemas.microsoft.com/office/drawing/2014/main" id="{F2B39229-5FFC-432C-AF77-ED4805144C95}"/>
              </a:ext>
            </a:extLst>
          </p:cNvPr>
          <p:cNvSpPr>
            <a:spLocks xmlns:a="http://schemas.openxmlformats.org/drawingml/2006/main" noGrp="1"/>
          </p:cNvSpPr>
          <p:nvPr/>
        </p:nvSpPr>
        <p:spPr>
          <a:xfrm xmlns:a="http://schemas.openxmlformats.org/drawingml/2006/main">
            <a:off x="2400300" y="4562475"/>
            <a:ext cx="3028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64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Promote the same digest through environments.</a:t>
            </a:r>
          </a:p>
        </p:txBody>
      </p:sp>
      <p:sp>
        <p:nvSpPr>
          <p:cNvPr id="22" name="">
            <a:extLst xmlns:a="http://schemas.openxmlformats.org/drawingml/2006/main">
              <a:ext uri="{FF2B5EF4-FFF2-40B4-BE49-F238E27FC236}">
                <a16:creationId xmlns:a16="http://schemas.microsoft.com/office/drawing/2014/main" id="{86A5677F-68E5-4D14-87FB-62A7137A1466}"/>
              </a:ext>
            </a:extLst>
          </p:cNvPr>
          <p:cNvSpPr>
            <a:spLocks xmlns:a="http://schemas.openxmlformats.org/drawingml/2006/main" noGrp="1"/>
          </p:cNvSpPr>
          <p:nvPr/>
        </p:nvSpPr>
        <p:spPr>
          <a:xfrm xmlns:a="http://schemas.openxmlformats.org/drawingml/2006/main">
            <a:off x="6572250" y="4000500"/>
            <a:ext cx="3429000" cy="1047750"/>
          </a:xfrm>
          <a:prstGeom xmlns:a="http://schemas.openxmlformats.org/drawingml/2006/main" prst="roundRect">
            <a:avLst>
              <a:gd name="adj" fmla="val 10909"/>
            </a:avLst>
          </a:prstGeom>
          <a:solidFill xmlns:a="http://schemas.openxmlformats.org/drawingml/2006/main">
            <a:srgbClr val="F3F8FC"/>
          </a:solidFill>
          <a:ln xmlns:a="http://schemas.openxmlformats.org/drawingml/2006/main" w="9525">
            <a:solidFill>
              <a:srgbClr val="C8D7E5"/>
            </a:solidFill>
            <a:prstDash val="solid"/>
          </a:ln>
        </p:spPr>
      </p:sp>
      <p:sp>
        <p:nvSpPr>
          <p:cNvPr id="23" name="">
            <a:extLst xmlns:a="http://schemas.openxmlformats.org/drawingml/2006/main">
              <a:ext uri="{FF2B5EF4-FFF2-40B4-BE49-F238E27FC236}">
                <a16:creationId xmlns:a16="http://schemas.microsoft.com/office/drawing/2014/main" id="{0EEF45D6-33A6-4366-B359-7779820372E8}"/>
              </a:ext>
            </a:extLst>
          </p:cNvPr>
          <p:cNvSpPr>
            <a:spLocks xmlns:a="http://schemas.openxmlformats.org/drawingml/2006/main" noGrp="1"/>
          </p:cNvSpPr>
          <p:nvPr/>
        </p:nvSpPr>
        <p:spPr>
          <a:xfrm xmlns:a="http://schemas.openxmlformats.org/drawingml/2006/main">
            <a:off x="6572250" y="4000500"/>
            <a:ext cx="76200" cy="10477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BB4973C-2110-470F-B090-421C641B45A8}"/>
              </a:ext>
            </a:extLst>
          </p:cNvPr>
          <p:cNvSpPr>
            <a:spLocks xmlns:a="http://schemas.openxmlformats.org/drawingml/2006/main" noGrp="1"/>
          </p:cNvSpPr>
          <p:nvPr/>
        </p:nvSpPr>
        <p:spPr>
          <a:xfrm xmlns:a="http://schemas.openxmlformats.org/drawingml/2006/main">
            <a:off x="6781800" y="4171950"/>
            <a:ext cx="3028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Layer tests</a:t>
            </a:r>
          </a:p>
        </p:txBody>
      </p:sp>
      <p:sp>
        <p:nvSpPr>
          <p:cNvPr id="25" name="">
            <a:extLst xmlns:a="http://schemas.openxmlformats.org/drawingml/2006/main">
              <a:ext uri="{FF2B5EF4-FFF2-40B4-BE49-F238E27FC236}">
                <a16:creationId xmlns:a16="http://schemas.microsoft.com/office/drawing/2014/main" id="{E3754235-3EA4-4940-B2B6-DE3A3F8F5D67}"/>
              </a:ext>
            </a:extLst>
          </p:cNvPr>
          <p:cNvSpPr>
            <a:spLocks xmlns:a="http://schemas.openxmlformats.org/drawingml/2006/main" noGrp="1"/>
          </p:cNvSpPr>
          <p:nvPr/>
        </p:nvSpPr>
        <p:spPr>
          <a:xfrm xmlns:a="http://schemas.openxmlformats.org/drawingml/2006/main">
            <a:off x="6781800" y="4562475"/>
            <a:ext cx="3028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54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Use the least expensive test that can prove each condition.</a:t>
            </a:r>
          </a:p>
        </p:txBody>
      </p:sp>
      <p:sp>
        <p:nvSpPr>
          <p:cNvPr id="26" name="">
            <a:extLst xmlns:a="http://schemas.openxmlformats.org/drawingml/2006/main">
              <a:ext uri="{FF2B5EF4-FFF2-40B4-BE49-F238E27FC236}">
                <a16:creationId xmlns:a16="http://schemas.microsoft.com/office/drawing/2014/main" id="{2C15D573-3668-4C4F-B822-801786BFD598}"/>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45C2A5F-844C-4942-9FB4-CE9013644576}"/>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8BAAC65-E707-4B01-860D-A1D548C37551}"/>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Rebuilding for production creates a different artifact with different evidence.</a:t>
            </a:r>
          </a:p>
        </p:txBody>
      </p:sp>
    </p:spTree>
    <p:extLst>
      <p:ext uri="{BB962C8B-B14F-4D97-AF65-F5344CB8AC3E}">
        <p14:creationId xmlns:p14="http://schemas.microsoft.com/office/powerpoint/2010/main" val="17244940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DB37CB22-32FF-4DA8-A92A-13126F18AA63}"/>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DCD3BB-9205-4D24-9F95-61AB108D27F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951D3A-BBDD-4924-A391-56BE8D4E4804}"/>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F9101983-16F0-4B89-8C69-02EF69C016D9}"/>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Lifecycle: Operate</a:t>
            </a:r>
          </a:p>
        </p:txBody>
      </p:sp>
      <p:sp>
        <p:nvSpPr>
          <p:cNvPr id="5" name="">
            <a:extLst xmlns:a="http://schemas.openxmlformats.org/drawingml/2006/main">
              <a:ext uri="{FF2B5EF4-FFF2-40B4-BE49-F238E27FC236}">
                <a16:creationId xmlns:a16="http://schemas.microsoft.com/office/drawing/2014/main" id="{8932FC69-9CD0-4410-9318-999546074204}"/>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Deployment changes exposure. Observation proves the result.</a:t>
            </a:r>
          </a:p>
        </p:txBody>
      </p:sp>
      <p:sp>
        <p:nvSpPr>
          <p:cNvPr id="6" name="">
            <a:extLst xmlns:a="http://schemas.openxmlformats.org/drawingml/2006/main">
              <a:ext uri="{FF2B5EF4-FFF2-40B4-BE49-F238E27FC236}">
                <a16:creationId xmlns:a16="http://schemas.microsoft.com/office/drawing/2014/main" id="{041D51EA-12F7-4CC8-B1B3-ADB80BF1991D}"/>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86ACA71-C18C-4C9F-B4C4-A34D95C253D8}"/>
              </a:ext>
            </a:extLst>
          </p:cNvPr>
          <p:cNvSpPr>
            <a:spLocks xmlns:a="http://schemas.openxmlformats.org/drawingml/2006/main" noGrp="1"/>
          </p:cNvSpPr>
          <p:nvPr/>
        </p:nvSpPr>
        <p:spPr>
          <a:xfrm xmlns:a="http://schemas.openxmlformats.org/drawingml/2006/main">
            <a:off x="571500" y="1762125"/>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6657B8"/>
            </a:solidFill>
            <a:prstDash val="solid"/>
          </a:ln>
        </p:spPr>
      </p:sp>
      <p:sp>
        <p:nvSpPr>
          <p:cNvPr id="8" name="">
            <a:extLst xmlns:a="http://schemas.openxmlformats.org/drawingml/2006/main">
              <a:ext uri="{FF2B5EF4-FFF2-40B4-BE49-F238E27FC236}">
                <a16:creationId xmlns:a16="http://schemas.microsoft.com/office/drawing/2014/main" id="{0CBCAAFD-0F18-4C87-B2CA-EE6524443497}"/>
              </a:ext>
            </a:extLst>
          </p:cNvPr>
          <p:cNvSpPr>
            <a:spLocks xmlns:a="http://schemas.openxmlformats.org/drawingml/2006/main" noGrp="1"/>
          </p:cNvSpPr>
          <p:nvPr/>
        </p:nvSpPr>
        <p:spPr>
          <a:xfrm xmlns:a="http://schemas.openxmlformats.org/drawingml/2006/main">
            <a:off x="1356360" y="1857375"/>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2db4504238c64af3">
            <a:extLst>
              <a:ext uri="{96DAC541-7B7A-43D3-8B79-37D633B846F1}">
                <asvg:svgBlip xmlns:asvg="http://schemas.microsoft.com/office/drawing/2016/SVG/main" r:embed="R21a67ce1bd7848db"/>
              </a:ext>
            </a:extLst>
          </a:blip>
          <a:stretch xmlns:a="http://schemas.openxmlformats.org/drawingml/2006/main"/>
        </p:blipFill>
        <p:spPr>
          <a:xfrm xmlns:a="http://schemas.openxmlformats.org/drawingml/2006/main">
            <a:off x="1461135" y="1962150"/>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EBD659C-5AC9-4FF3-B279-2563F1D14DAB}"/>
              </a:ext>
            </a:extLst>
          </p:cNvPr>
          <p:cNvSpPr>
            <a:spLocks xmlns:a="http://schemas.openxmlformats.org/drawingml/2006/main" noGrp="1"/>
          </p:cNvSpPr>
          <p:nvPr/>
        </p:nvSpPr>
        <p:spPr>
          <a:xfrm xmlns:a="http://schemas.openxmlformats.org/drawingml/2006/main">
            <a:off x="66675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Deploy</a:t>
            </a:r>
          </a:p>
        </p:txBody>
      </p:sp>
      <p:sp>
        <p:nvSpPr>
          <p:cNvPr id="11" name="">
            <a:extLst xmlns:a="http://schemas.openxmlformats.org/drawingml/2006/main">
              <a:ext uri="{FF2B5EF4-FFF2-40B4-BE49-F238E27FC236}">
                <a16:creationId xmlns:a16="http://schemas.microsoft.com/office/drawing/2014/main" id="{B72CA416-B2E2-40D8-AECD-DC0E62329FF8}"/>
              </a:ext>
            </a:extLst>
          </p:cNvPr>
          <p:cNvSpPr>
            <a:spLocks xmlns:a="http://schemas.openxmlformats.org/drawingml/2006/main" noGrp="1"/>
          </p:cNvSpPr>
          <p:nvPr/>
        </p:nvSpPr>
        <p:spPr>
          <a:xfrm xmlns:a="http://schemas.openxmlformats.org/drawingml/2006/main">
            <a:off x="685800" y="2600325"/>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Target, baseline, stop conditions</a:t>
            </a:r>
          </a:p>
        </p:txBody>
      </p:sp>
      <p:sp>
        <p:nvSpPr>
          <p:cNvPr id="12" name="">
            <a:extLst xmlns:a="http://schemas.openxmlformats.org/drawingml/2006/main">
              <a:ext uri="{FF2B5EF4-FFF2-40B4-BE49-F238E27FC236}">
                <a16:creationId xmlns:a16="http://schemas.microsoft.com/office/drawing/2014/main" id="{708E62A0-9BDD-4F0E-ADA6-432804271702}"/>
              </a:ext>
            </a:extLst>
          </p:cNvPr>
          <p:cNvSpPr>
            <a:spLocks xmlns:a="http://schemas.openxmlformats.org/drawingml/2006/main" noGrp="1"/>
          </p:cNvSpPr>
          <p:nvPr/>
        </p:nvSpPr>
        <p:spPr>
          <a:xfrm xmlns:a="http://schemas.openxmlformats.org/drawingml/2006/main">
            <a:off x="2827020" y="1762125"/>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4B373A7E-F41D-466A-B162-2F2EAB246673}"/>
              </a:ext>
            </a:extLst>
          </p:cNvPr>
          <p:cNvSpPr>
            <a:spLocks xmlns:a="http://schemas.openxmlformats.org/drawingml/2006/main" noGrp="1"/>
          </p:cNvSpPr>
          <p:nvPr/>
        </p:nvSpPr>
        <p:spPr>
          <a:xfrm xmlns:a="http://schemas.openxmlformats.org/drawingml/2006/main">
            <a:off x="3611880" y="1857375"/>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1e2e291791e6442e">
            <a:extLst>
              <a:ext uri="{96DAC541-7B7A-43D3-8B79-37D633B846F1}">
                <asvg:svgBlip xmlns:asvg="http://schemas.microsoft.com/office/drawing/2016/SVG/main" r:embed="R5b42e8e7d47c4132"/>
              </a:ext>
            </a:extLst>
          </a:blip>
          <a:stretch xmlns:a="http://schemas.openxmlformats.org/drawingml/2006/main"/>
        </p:blipFill>
        <p:spPr>
          <a:xfrm xmlns:a="http://schemas.openxmlformats.org/drawingml/2006/main">
            <a:off x="3716655" y="1962150"/>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18DD3FC-BE86-4C73-9D43-844DADE1AC9B}"/>
              </a:ext>
            </a:extLst>
          </p:cNvPr>
          <p:cNvSpPr>
            <a:spLocks xmlns:a="http://schemas.openxmlformats.org/drawingml/2006/main" noGrp="1"/>
          </p:cNvSpPr>
          <p:nvPr/>
        </p:nvSpPr>
        <p:spPr>
          <a:xfrm xmlns:a="http://schemas.openxmlformats.org/drawingml/2006/main">
            <a:off x="292227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Operate</a:t>
            </a:r>
          </a:p>
        </p:txBody>
      </p:sp>
      <p:sp>
        <p:nvSpPr>
          <p:cNvPr id="16" name="">
            <a:extLst xmlns:a="http://schemas.openxmlformats.org/drawingml/2006/main">
              <a:ext uri="{FF2B5EF4-FFF2-40B4-BE49-F238E27FC236}">
                <a16:creationId xmlns:a16="http://schemas.microsoft.com/office/drawing/2014/main" id="{BF6A9B3B-BA41-4AB3-90A2-19AACD26ADB9}"/>
              </a:ext>
            </a:extLst>
          </p:cNvPr>
          <p:cNvSpPr>
            <a:spLocks xmlns:a="http://schemas.openxmlformats.org/drawingml/2006/main" noGrp="1"/>
          </p:cNvSpPr>
          <p:nvPr/>
        </p:nvSpPr>
        <p:spPr>
          <a:xfrm xmlns:a="http://schemas.openxmlformats.org/drawingml/2006/main">
            <a:off x="2941320" y="2600325"/>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Capacity, backup, incidents</a:t>
            </a:r>
          </a:p>
        </p:txBody>
      </p:sp>
      <p:sp>
        <p:nvSpPr>
          <p:cNvPr id="17" name="">
            <a:extLst xmlns:a="http://schemas.openxmlformats.org/drawingml/2006/main">
              <a:ext uri="{FF2B5EF4-FFF2-40B4-BE49-F238E27FC236}">
                <a16:creationId xmlns:a16="http://schemas.microsoft.com/office/drawing/2014/main" id="{0084D37F-2634-462D-A87C-2E597C8567EE}"/>
              </a:ext>
            </a:extLst>
          </p:cNvPr>
          <p:cNvSpPr>
            <a:spLocks xmlns:a="http://schemas.openxmlformats.org/drawingml/2006/main" noGrp="1"/>
          </p:cNvSpPr>
          <p:nvPr/>
        </p:nvSpPr>
        <p:spPr>
          <a:xfrm xmlns:a="http://schemas.openxmlformats.org/drawingml/2006/main">
            <a:off x="263652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A5C4BE-D5BB-44CD-8B09-A188FD36E59E}"/>
              </a:ext>
            </a:extLst>
          </p:cNvPr>
          <p:cNvSpPr>
            <a:spLocks xmlns:a="http://schemas.openxmlformats.org/drawingml/2006/main" noGrp="1"/>
          </p:cNvSpPr>
          <p:nvPr/>
        </p:nvSpPr>
        <p:spPr>
          <a:xfrm xmlns:a="http://schemas.openxmlformats.org/drawingml/2006/main">
            <a:off x="5082540" y="1762125"/>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400959A0-4EC5-4222-880E-C18B7A977449}"/>
              </a:ext>
            </a:extLst>
          </p:cNvPr>
          <p:cNvSpPr>
            <a:spLocks xmlns:a="http://schemas.openxmlformats.org/drawingml/2006/main" noGrp="1"/>
          </p:cNvSpPr>
          <p:nvPr/>
        </p:nvSpPr>
        <p:spPr>
          <a:xfrm xmlns:a="http://schemas.openxmlformats.org/drawingml/2006/main">
            <a:off x="5867400" y="1857375"/>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5f0816105a594ac0">
            <a:extLst>
              <a:ext uri="{96DAC541-7B7A-43D3-8B79-37D633B846F1}">
                <asvg:svgBlip xmlns:asvg="http://schemas.microsoft.com/office/drawing/2016/SVG/main" r:embed="R6b49975201e0432e"/>
              </a:ext>
            </a:extLst>
          </a:blip>
          <a:stretch xmlns:a="http://schemas.openxmlformats.org/drawingml/2006/main"/>
        </p:blipFill>
        <p:spPr>
          <a:xfrm xmlns:a="http://schemas.openxmlformats.org/drawingml/2006/main">
            <a:off x="5972175" y="1962150"/>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EB6001C-4E00-427C-BAF3-302DE5DB63BF}"/>
              </a:ext>
            </a:extLst>
          </p:cNvPr>
          <p:cNvSpPr>
            <a:spLocks xmlns:a="http://schemas.openxmlformats.org/drawingml/2006/main" noGrp="1"/>
          </p:cNvSpPr>
          <p:nvPr/>
        </p:nvSpPr>
        <p:spPr>
          <a:xfrm xmlns:a="http://schemas.openxmlformats.org/drawingml/2006/main">
            <a:off x="517779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Observe</a:t>
            </a:r>
          </a:p>
        </p:txBody>
      </p:sp>
      <p:sp>
        <p:nvSpPr>
          <p:cNvPr id="22" name="">
            <a:extLst xmlns:a="http://schemas.openxmlformats.org/drawingml/2006/main">
              <a:ext uri="{FF2B5EF4-FFF2-40B4-BE49-F238E27FC236}">
                <a16:creationId xmlns:a16="http://schemas.microsoft.com/office/drawing/2014/main" id="{87E2A571-CD4F-4B20-A260-BA7C803A9A94}"/>
              </a:ext>
            </a:extLst>
          </p:cNvPr>
          <p:cNvSpPr>
            <a:spLocks xmlns:a="http://schemas.openxmlformats.org/drawingml/2006/main" noGrp="1"/>
          </p:cNvSpPr>
          <p:nvPr/>
        </p:nvSpPr>
        <p:spPr>
          <a:xfrm xmlns:a="http://schemas.openxmlformats.org/drawingml/2006/main">
            <a:off x="5196840" y="2600325"/>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Metrics, logs, traces</a:t>
            </a:r>
          </a:p>
        </p:txBody>
      </p:sp>
      <p:sp>
        <p:nvSpPr>
          <p:cNvPr id="23" name="">
            <a:extLst xmlns:a="http://schemas.openxmlformats.org/drawingml/2006/main">
              <a:ext uri="{FF2B5EF4-FFF2-40B4-BE49-F238E27FC236}">
                <a16:creationId xmlns:a16="http://schemas.microsoft.com/office/drawing/2014/main" id="{F38709C6-2941-40A1-892F-CB2215BECEFA}"/>
              </a:ext>
            </a:extLst>
          </p:cNvPr>
          <p:cNvSpPr>
            <a:spLocks xmlns:a="http://schemas.openxmlformats.org/drawingml/2006/main" noGrp="1"/>
          </p:cNvSpPr>
          <p:nvPr/>
        </p:nvSpPr>
        <p:spPr>
          <a:xfrm xmlns:a="http://schemas.openxmlformats.org/drawingml/2006/main">
            <a:off x="489204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141B2B-4CD1-4B66-B0AD-1D8AC500AEBD}"/>
              </a:ext>
            </a:extLst>
          </p:cNvPr>
          <p:cNvSpPr>
            <a:spLocks xmlns:a="http://schemas.openxmlformats.org/drawingml/2006/main" noGrp="1"/>
          </p:cNvSpPr>
          <p:nvPr/>
        </p:nvSpPr>
        <p:spPr>
          <a:xfrm xmlns:a="http://schemas.openxmlformats.org/drawingml/2006/main">
            <a:off x="7338060" y="1762125"/>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1E9B65"/>
            </a:solidFill>
            <a:prstDash val="solid"/>
          </a:ln>
        </p:spPr>
      </p:sp>
      <p:sp>
        <p:nvSpPr>
          <p:cNvPr id="25" name="">
            <a:extLst xmlns:a="http://schemas.openxmlformats.org/drawingml/2006/main">
              <a:ext uri="{FF2B5EF4-FFF2-40B4-BE49-F238E27FC236}">
                <a16:creationId xmlns:a16="http://schemas.microsoft.com/office/drawing/2014/main" id="{AF427F3F-5585-4F64-A5D1-620681D4E100}"/>
              </a:ext>
            </a:extLst>
          </p:cNvPr>
          <p:cNvSpPr>
            <a:spLocks xmlns:a="http://schemas.openxmlformats.org/drawingml/2006/main" noGrp="1"/>
          </p:cNvSpPr>
          <p:nvPr/>
        </p:nvSpPr>
        <p:spPr>
          <a:xfrm xmlns:a="http://schemas.openxmlformats.org/drawingml/2006/main">
            <a:off x="8122920" y="1857375"/>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abb0cbf934aa4a97">
            <a:extLst>
              <a:ext uri="{96DAC541-7B7A-43D3-8B79-37D633B846F1}">
                <asvg:svgBlip xmlns:asvg="http://schemas.microsoft.com/office/drawing/2016/SVG/main" r:embed="Rbdbf56ffa5c44052"/>
              </a:ext>
            </a:extLst>
          </a:blip>
          <a:stretch xmlns:a="http://schemas.openxmlformats.org/drawingml/2006/main"/>
        </p:blipFill>
        <p:spPr>
          <a:xfrm xmlns:a="http://schemas.openxmlformats.org/drawingml/2006/main">
            <a:off x="8227695" y="1962150"/>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F46617B3-6FD0-433B-8707-94AFD3DC8A25}"/>
              </a:ext>
            </a:extLst>
          </p:cNvPr>
          <p:cNvSpPr>
            <a:spLocks xmlns:a="http://schemas.openxmlformats.org/drawingml/2006/main" noGrp="1"/>
          </p:cNvSpPr>
          <p:nvPr/>
        </p:nvSpPr>
        <p:spPr>
          <a:xfrm xmlns:a="http://schemas.openxmlformats.org/drawingml/2006/main">
            <a:off x="743331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Learn</a:t>
            </a:r>
          </a:p>
        </p:txBody>
      </p:sp>
      <p:sp>
        <p:nvSpPr>
          <p:cNvPr id="28" name="">
            <a:extLst xmlns:a="http://schemas.openxmlformats.org/drawingml/2006/main">
              <a:ext uri="{FF2B5EF4-FFF2-40B4-BE49-F238E27FC236}">
                <a16:creationId xmlns:a16="http://schemas.microsoft.com/office/drawing/2014/main" id="{B970DB3B-9378-4C5A-A8C9-84CA4D6612E5}"/>
              </a:ext>
            </a:extLst>
          </p:cNvPr>
          <p:cNvSpPr>
            <a:spLocks xmlns:a="http://schemas.openxmlformats.org/drawingml/2006/main" noGrp="1"/>
          </p:cNvSpPr>
          <p:nvPr/>
        </p:nvSpPr>
        <p:spPr>
          <a:xfrm xmlns:a="http://schemas.openxmlformats.org/drawingml/2006/main">
            <a:off x="7452360" y="2600325"/>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Change tests and policy</a:t>
            </a:r>
          </a:p>
        </p:txBody>
      </p:sp>
      <p:sp>
        <p:nvSpPr>
          <p:cNvPr id="29" name="">
            <a:extLst xmlns:a="http://schemas.openxmlformats.org/drawingml/2006/main">
              <a:ext uri="{FF2B5EF4-FFF2-40B4-BE49-F238E27FC236}">
                <a16:creationId xmlns:a16="http://schemas.microsoft.com/office/drawing/2014/main" id="{05E30830-9855-4D42-BC79-36FBC8C1F7DA}"/>
              </a:ext>
            </a:extLst>
          </p:cNvPr>
          <p:cNvSpPr>
            <a:spLocks xmlns:a="http://schemas.openxmlformats.org/drawingml/2006/main" noGrp="1"/>
          </p:cNvSpPr>
          <p:nvPr/>
        </p:nvSpPr>
        <p:spPr>
          <a:xfrm xmlns:a="http://schemas.openxmlformats.org/drawingml/2006/main">
            <a:off x="714756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9F53222-5A2B-434D-ADFB-E7B3371094D3}"/>
              </a:ext>
            </a:extLst>
          </p:cNvPr>
          <p:cNvSpPr>
            <a:spLocks xmlns:a="http://schemas.openxmlformats.org/drawingml/2006/main" noGrp="1"/>
          </p:cNvSpPr>
          <p:nvPr/>
        </p:nvSpPr>
        <p:spPr>
          <a:xfrm xmlns:a="http://schemas.openxmlformats.org/drawingml/2006/main">
            <a:off x="9593580" y="1762125"/>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F28C28"/>
            </a:solidFill>
            <a:prstDash val="solid"/>
          </a:ln>
        </p:spPr>
      </p:sp>
      <p:sp>
        <p:nvSpPr>
          <p:cNvPr id="31" name="">
            <a:extLst xmlns:a="http://schemas.openxmlformats.org/drawingml/2006/main">
              <a:ext uri="{FF2B5EF4-FFF2-40B4-BE49-F238E27FC236}">
                <a16:creationId xmlns:a16="http://schemas.microsoft.com/office/drawing/2014/main" id="{F1F55B84-3FF3-4CE6-8BBF-F773CC3E0D8A}"/>
              </a:ext>
            </a:extLst>
          </p:cNvPr>
          <p:cNvSpPr>
            <a:spLocks xmlns:a="http://schemas.openxmlformats.org/drawingml/2006/main" noGrp="1"/>
          </p:cNvSpPr>
          <p:nvPr/>
        </p:nvSpPr>
        <p:spPr>
          <a:xfrm xmlns:a="http://schemas.openxmlformats.org/drawingml/2006/main">
            <a:off x="10378440" y="1857375"/>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355bae7afd82497c">
            <a:extLst>
              <a:ext uri="{96DAC541-7B7A-43D3-8B79-37D633B846F1}">
                <asvg:svgBlip xmlns:asvg="http://schemas.microsoft.com/office/drawing/2016/SVG/main" r:embed="R824277f63f184e83"/>
              </a:ext>
            </a:extLst>
          </a:blip>
          <a:stretch xmlns:a="http://schemas.openxmlformats.org/drawingml/2006/main"/>
        </p:blipFill>
        <p:spPr>
          <a:xfrm xmlns:a="http://schemas.openxmlformats.org/drawingml/2006/main">
            <a:off x="10483215" y="1962150"/>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46828D61-B1FE-47E4-BB88-FF349C7B7250}"/>
              </a:ext>
            </a:extLst>
          </p:cNvPr>
          <p:cNvSpPr>
            <a:spLocks xmlns:a="http://schemas.openxmlformats.org/drawingml/2006/main" noGrp="1"/>
          </p:cNvSpPr>
          <p:nvPr/>
        </p:nvSpPr>
        <p:spPr>
          <a:xfrm xmlns:a="http://schemas.openxmlformats.org/drawingml/2006/main">
            <a:off x="9688830" y="2343150"/>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Retire</a:t>
            </a:r>
          </a:p>
        </p:txBody>
      </p:sp>
      <p:sp>
        <p:nvSpPr>
          <p:cNvPr id="34" name="">
            <a:extLst xmlns:a="http://schemas.openxmlformats.org/drawingml/2006/main">
              <a:ext uri="{FF2B5EF4-FFF2-40B4-BE49-F238E27FC236}">
                <a16:creationId xmlns:a16="http://schemas.microsoft.com/office/drawing/2014/main" id="{8B35F75D-0B49-4E15-8CA2-E3D94072CDE3}"/>
              </a:ext>
            </a:extLst>
          </p:cNvPr>
          <p:cNvSpPr>
            <a:spLocks xmlns:a="http://schemas.openxmlformats.org/drawingml/2006/main" noGrp="1"/>
          </p:cNvSpPr>
          <p:nvPr/>
        </p:nvSpPr>
        <p:spPr>
          <a:xfrm xmlns:a="http://schemas.openxmlformats.org/drawingml/2006/main">
            <a:off x="9707880" y="2600325"/>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Remove access and ownership</a:t>
            </a:r>
          </a:p>
        </p:txBody>
      </p:sp>
      <p:sp>
        <p:nvSpPr>
          <p:cNvPr id="35" name="">
            <a:extLst xmlns:a="http://schemas.openxmlformats.org/drawingml/2006/main">
              <a:ext uri="{FF2B5EF4-FFF2-40B4-BE49-F238E27FC236}">
                <a16:creationId xmlns:a16="http://schemas.microsoft.com/office/drawing/2014/main" id="{AAC0FD1B-6004-4149-B115-6FCE774098F6}"/>
              </a:ext>
            </a:extLst>
          </p:cNvPr>
          <p:cNvSpPr>
            <a:spLocks xmlns:a="http://schemas.openxmlformats.org/drawingml/2006/main" noGrp="1"/>
          </p:cNvSpPr>
          <p:nvPr/>
        </p:nvSpPr>
        <p:spPr>
          <a:xfrm xmlns:a="http://schemas.openxmlformats.org/drawingml/2006/main">
            <a:off x="940308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ACDEC10-9292-4C8E-BC5E-C79F104A6C7E}"/>
              </a:ext>
            </a:extLst>
          </p:cNvPr>
          <p:cNvSpPr>
            <a:spLocks xmlns:a="http://schemas.openxmlformats.org/drawingml/2006/main" noGrp="1"/>
          </p:cNvSpPr>
          <p:nvPr/>
        </p:nvSpPr>
        <p:spPr>
          <a:xfrm xmlns:a="http://schemas.openxmlformats.org/drawingml/2006/main">
            <a:off x="1381125" y="3905250"/>
            <a:ext cx="295275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C771E951-B8A2-4337-8B1F-DBF34DA43806}"/>
              </a:ext>
            </a:extLst>
          </p:cNvPr>
          <p:cNvSpPr>
            <a:spLocks xmlns:a="http://schemas.openxmlformats.org/drawingml/2006/main" noGrp="1"/>
          </p:cNvSpPr>
          <p:nvPr/>
        </p:nvSpPr>
        <p:spPr>
          <a:xfrm xmlns:a="http://schemas.openxmlformats.org/drawingml/2006/main">
            <a:off x="1381125" y="3905250"/>
            <a:ext cx="76200" cy="114300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2A1E95A-D303-46BA-B9B1-808AF8E4B562}"/>
              </a:ext>
            </a:extLst>
          </p:cNvPr>
          <p:cNvSpPr>
            <a:spLocks xmlns:a="http://schemas.openxmlformats.org/drawingml/2006/main" noGrp="1"/>
          </p:cNvSpPr>
          <p:nvPr/>
        </p:nvSpPr>
        <p:spPr>
          <a:xfrm xmlns:a="http://schemas.openxmlformats.org/drawingml/2006/main">
            <a:off x="1590675" y="4076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Immediate check</a:t>
            </a:r>
          </a:p>
        </p:txBody>
      </p:sp>
      <p:sp>
        <p:nvSpPr>
          <p:cNvPr id="39" name="">
            <a:extLst xmlns:a="http://schemas.openxmlformats.org/drawingml/2006/main">
              <a:ext uri="{FF2B5EF4-FFF2-40B4-BE49-F238E27FC236}">
                <a16:creationId xmlns:a16="http://schemas.microsoft.com/office/drawing/2014/main" id="{9A1BF91C-6E6B-40E4-98CA-E82F5237A798}"/>
              </a:ext>
            </a:extLst>
          </p:cNvPr>
          <p:cNvSpPr>
            <a:spLocks xmlns:a="http://schemas.openxmlformats.org/drawingml/2006/main" noGrp="1"/>
          </p:cNvSpPr>
          <p:nvPr/>
        </p:nvSpPr>
        <p:spPr>
          <a:xfrm xmlns:a="http://schemas.openxmlformats.org/drawingml/2006/main">
            <a:off x="1590675" y="4467225"/>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Readiness and a representative transaction</a:t>
            </a:r>
          </a:p>
        </p:txBody>
      </p:sp>
      <p:sp>
        <p:nvSpPr>
          <p:cNvPr id="40" name="">
            <a:extLst xmlns:a="http://schemas.openxmlformats.org/drawingml/2006/main">
              <a:ext uri="{FF2B5EF4-FFF2-40B4-BE49-F238E27FC236}">
                <a16:creationId xmlns:a16="http://schemas.microsoft.com/office/drawing/2014/main" id="{0F58FA97-0B9A-4BD8-A75B-F9721899AFC7}"/>
              </a:ext>
            </a:extLst>
          </p:cNvPr>
          <p:cNvSpPr>
            <a:spLocks xmlns:a="http://schemas.openxmlformats.org/drawingml/2006/main" noGrp="1"/>
          </p:cNvSpPr>
          <p:nvPr/>
        </p:nvSpPr>
        <p:spPr>
          <a:xfrm xmlns:a="http://schemas.openxmlformats.org/drawingml/2006/main">
            <a:off x="4619625" y="3905250"/>
            <a:ext cx="295275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41" name="">
            <a:extLst xmlns:a="http://schemas.openxmlformats.org/drawingml/2006/main">
              <a:ext uri="{FF2B5EF4-FFF2-40B4-BE49-F238E27FC236}">
                <a16:creationId xmlns:a16="http://schemas.microsoft.com/office/drawing/2014/main" id="{5FFE1679-2CF8-4143-A85B-CB9354C1AAF0}"/>
              </a:ext>
            </a:extLst>
          </p:cNvPr>
          <p:cNvSpPr>
            <a:spLocks xmlns:a="http://schemas.openxmlformats.org/drawingml/2006/main" noGrp="1"/>
          </p:cNvSpPr>
          <p:nvPr/>
        </p:nvSpPr>
        <p:spPr>
          <a:xfrm xmlns:a="http://schemas.openxmlformats.org/drawingml/2006/main">
            <a:off x="4619625" y="3905250"/>
            <a:ext cx="76200" cy="114300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474AC84-2203-411B-8C48-5E3EF1CF8911}"/>
              </a:ext>
            </a:extLst>
          </p:cNvPr>
          <p:cNvSpPr>
            <a:spLocks xmlns:a="http://schemas.openxmlformats.org/drawingml/2006/main" noGrp="1"/>
          </p:cNvSpPr>
          <p:nvPr/>
        </p:nvSpPr>
        <p:spPr>
          <a:xfrm xmlns:a="http://schemas.openxmlformats.org/drawingml/2006/main">
            <a:off x="4829175" y="4076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Observation window</a:t>
            </a:r>
          </a:p>
        </p:txBody>
      </p:sp>
      <p:sp>
        <p:nvSpPr>
          <p:cNvPr id="43" name="">
            <a:extLst xmlns:a="http://schemas.openxmlformats.org/drawingml/2006/main">
              <a:ext uri="{FF2B5EF4-FFF2-40B4-BE49-F238E27FC236}">
                <a16:creationId xmlns:a16="http://schemas.microsoft.com/office/drawing/2014/main" id="{1DF047EE-025D-4CBC-AF1A-F5D4C7D2C882}"/>
              </a:ext>
            </a:extLst>
          </p:cNvPr>
          <p:cNvSpPr>
            <a:spLocks xmlns:a="http://schemas.openxmlformats.org/drawingml/2006/main" noGrp="1"/>
          </p:cNvSpPr>
          <p:nvPr/>
        </p:nvSpPr>
        <p:spPr>
          <a:xfrm xmlns:a="http://schemas.openxmlformats.org/drawingml/2006/main">
            <a:off x="4829175" y="4467225"/>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Delayed errors, performance, and capacity effects</a:t>
            </a:r>
          </a:p>
        </p:txBody>
      </p:sp>
      <p:sp>
        <p:nvSpPr>
          <p:cNvPr id="44" name="">
            <a:extLst xmlns:a="http://schemas.openxmlformats.org/drawingml/2006/main">
              <a:ext uri="{FF2B5EF4-FFF2-40B4-BE49-F238E27FC236}">
                <a16:creationId xmlns:a16="http://schemas.microsoft.com/office/drawing/2014/main" id="{0A3E4D1E-A79B-4A57-85A9-3666FDAC1BD8}"/>
              </a:ext>
            </a:extLst>
          </p:cNvPr>
          <p:cNvSpPr>
            <a:spLocks xmlns:a="http://schemas.openxmlformats.org/drawingml/2006/main" noGrp="1"/>
          </p:cNvSpPr>
          <p:nvPr/>
        </p:nvSpPr>
        <p:spPr>
          <a:xfrm xmlns:a="http://schemas.openxmlformats.org/drawingml/2006/main">
            <a:off x="7858125" y="3905250"/>
            <a:ext cx="295275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45" name="">
            <a:extLst xmlns:a="http://schemas.openxmlformats.org/drawingml/2006/main">
              <a:ext uri="{FF2B5EF4-FFF2-40B4-BE49-F238E27FC236}">
                <a16:creationId xmlns:a16="http://schemas.microsoft.com/office/drawing/2014/main" id="{3B14EC7C-09D8-41BC-9CEE-64F3B3E39F98}"/>
              </a:ext>
            </a:extLst>
          </p:cNvPr>
          <p:cNvSpPr>
            <a:spLocks xmlns:a="http://schemas.openxmlformats.org/drawingml/2006/main" noGrp="1"/>
          </p:cNvSpPr>
          <p:nvPr/>
        </p:nvSpPr>
        <p:spPr>
          <a:xfrm xmlns:a="http://schemas.openxmlformats.org/drawingml/2006/main">
            <a:off x="7858125" y="3905250"/>
            <a:ext cx="76200" cy="1143000"/>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8EB6B49-1358-4A8E-8504-F0BCEF602F7B}"/>
              </a:ext>
            </a:extLst>
          </p:cNvPr>
          <p:cNvSpPr>
            <a:spLocks xmlns:a="http://schemas.openxmlformats.org/drawingml/2006/main" noGrp="1"/>
          </p:cNvSpPr>
          <p:nvPr/>
        </p:nvSpPr>
        <p:spPr>
          <a:xfrm xmlns:a="http://schemas.openxmlformats.org/drawingml/2006/main">
            <a:off x="8067675" y="4076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Recovery decision</a:t>
            </a:r>
          </a:p>
        </p:txBody>
      </p:sp>
      <p:sp>
        <p:nvSpPr>
          <p:cNvPr id="47" name="">
            <a:extLst xmlns:a="http://schemas.openxmlformats.org/drawingml/2006/main">
              <a:ext uri="{FF2B5EF4-FFF2-40B4-BE49-F238E27FC236}">
                <a16:creationId xmlns:a16="http://schemas.microsoft.com/office/drawing/2014/main" id="{52021885-586F-4B88-87C9-F3E29A308038}"/>
              </a:ext>
            </a:extLst>
          </p:cNvPr>
          <p:cNvSpPr>
            <a:spLocks xmlns:a="http://schemas.openxmlformats.org/drawingml/2006/main" noGrp="1"/>
          </p:cNvSpPr>
          <p:nvPr/>
        </p:nvSpPr>
        <p:spPr>
          <a:xfrm xmlns:a="http://schemas.openxmlformats.org/drawingml/2006/main">
            <a:off x="8067675" y="4467225"/>
            <a:ext cx="2552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Rollback only when state and compatibility permit it</a:t>
            </a:r>
          </a:p>
        </p:txBody>
      </p:sp>
      <p:sp>
        <p:nvSpPr>
          <p:cNvPr id="48" name="">
            <a:extLst xmlns:a="http://schemas.openxmlformats.org/drawingml/2006/main">
              <a:ext uri="{FF2B5EF4-FFF2-40B4-BE49-F238E27FC236}">
                <a16:creationId xmlns:a16="http://schemas.microsoft.com/office/drawing/2014/main" id="{B65C4A73-E0A7-4877-B791-A9A75AAB1B96}"/>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2DC406C-DD80-46C8-8FC2-7431FC9B824A}"/>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4230AF79-7DCE-4CF9-8D06-BBF3C0E8338D}"/>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Platform acceptance does not prove that users received the intended outcome.</a:t>
            </a:r>
          </a:p>
        </p:txBody>
      </p:sp>
    </p:spTree>
    <p:extLst>
      <p:ext uri="{BB962C8B-B14F-4D97-AF65-F5344CB8AC3E}">
        <p14:creationId xmlns:p14="http://schemas.microsoft.com/office/powerpoint/2010/main" val="3196258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70BE8F1D-F512-4FA8-8F85-AB97E0D68224}"/>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84F421-DC21-4543-B2AD-3398948F97FB}"/>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F31E03F-327E-4A9C-A41C-9CEF7182C8E4}"/>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D4BCF461-3040-468C-9EE6-C154D01D85AB}"/>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Evidence</a:t>
            </a:r>
          </a:p>
        </p:txBody>
      </p:sp>
      <p:sp>
        <p:nvSpPr>
          <p:cNvPr id="5" name="">
            <a:extLst xmlns:a="http://schemas.openxmlformats.org/drawingml/2006/main">
              <a:ext uri="{FF2B5EF4-FFF2-40B4-BE49-F238E27FC236}">
                <a16:creationId xmlns:a16="http://schemas.microsoft.com/office/drawing/2014/main" id="{D5AA8F0C-4520-4656-9783-E99E3B5353F5}"/>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Every decision refers to the same change identity</a:t>
            </a:r>
          </a:p>
        </p:txBody>
      </p:sp>
      <p:sp>
        <p:nvSpPr>
          <p:cNvPr id="6" name="">
            <a:extLst xmlns:a="http://schemas.openxmlformats.org/drawingml/2006/main">
              <a:ext uri="{FF2B5EF4-FFF2-40B4-BE49-F238E27FC236}">
                <a16:creationId xmlns:a16="http://schemas.microsoft.com/office/drawing/2014/main" id="{7A74DF28-2529-4FD0-95CC-8D27665548BC}"/>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8657B6-7FFF-41DD-A50C-EF15A9D736D4}"/>
              </a:ext>
            </a:extLst>
          </p:cNvPr>
          <p:cNvSpPr>
            <a:spLocks xmlns:a="http://schemas.openxmlformats.org/drawingml/2006/main" noGrp="1"/>
          </p:cNvSpPr>
          <p:nvPr/>
        </p:nvSpPr>
        <p:spPr>
          <a:xfrm xmlns:a="http://schemas.openxmlformats.org/drawingml/2006/main">
            <a:off x="428625" y="1809750"/>
            <a:ext cx="1746250" cy="1095375"/>
          </a:xfrm>
          <a:prstGeom xmlns:a="http://schemas.openxmlformats.org/drawingml/2006/main" prst="roundRect">
            <a:avLst>
              <a:gd name="adj" fmla="val 10435"/>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3B1C54A5-BA46-48C5-8195-67BC78A0FCFB}"/>
              </a:ext>
            </a:extLst>
          </p:cNvPr>
          <p:cNvSpPr>
            <a:spLocks xmlns:a="http://schemas.openxmlformats.org/drawingml/2006/main" noGrp="1"/>
          </p:cNvSpPr>
          <p:nvPr/>
        </p:nvSpPr>
        <p:spPr>
          <a:xfrm xmlns:a="http://schemas.openxmlformats.org/drawingml/2006/main">
            <a:off x="107315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c75c385eaaf74800">
            <a:extLst>
              <a:ext uri="{96DAC541-7B7A-43D3-8B79-37D633B846F1}">
                <asvg:svgBlip xmlns:asvg="http://schemas.microsoft.com/office/drawing/2016/SVG/main" r:embed="R3577a090fe1d4de6"/>
              </a:ext>
            </a:extLst>
          </a:blip>
          <a:stretch xmlns:a="http://schemas.openxmlformats.org/drawingml/2006/main"/>
        </p:blipFill>
        <p:spPr>
          <a:xfrm xmlns:a="http://schemas.openxmlformats.org/drawingml/2006/main">
            <a:off x="1177925"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D4E0371-CE16-4017-A697-22D5F65017D4}"/>
              </a:ext>
            </a:extLst>
          </p:cNvPr>
          <p:cNvSpPr>
            <a:spLocks xmlns:a="http://schemas.openxmlformats.org/drawingml/2006/main" noGrp="1"/>
          </p:cNvSpPr>
          <p:nvPr/>
        </p:nvSpPr>
        <p:spPr>
          <a:xfrm xmlns:a="http://schemas.openxmlformats.org/drawingml/2006/main">
            <a:off x="523875" y="2390775"/>
            <a:ext cx="155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Requirement</a:t>
            </a:r>
          </a:p>
        </p:txBody>
      </p:sp>
      <p:sp>
        <p:nvSpPr>
          <p:cNvPr id="11" name="">
            <a:extLst xmlns:a="http://schemas.openxmlformats.org/drawingml/2006/main">
              <a:ext uri="{FF2B5EF4-FFF2-40B4-BE49-F238E27FC236}">
                <a16:creationId xmlns:a16="http://schemas.microsoft.com/office/drawing/2014/main" id="{1EBACECD-C2FE-4B58-A271-856147A7701F}"/>
              </a:ext>
            </a:extLst>
          </p:cNvPr>
          <p:cNvSpPr>
            <a:spLocks xmlns:a="http://schemas.openxmlformats.org/drawingml/2006/main" noGrp="1"/>
          </p:cNvSpPr>
          <p:nvPr/>
        </p:nvSpPr>
        <p:spPr>
          <a:xfrm xmlns:a="http://schemas.openxmlformats.org/drawingml/2006/main">
            <a:off x="2346325" y="1809750"/>
            <a:ext cx="1746250" cy="1095375"/>
          </a:xfrm>
          <a:prstGeom xmlns:a="http://schemas.openxmlformats.org/drawingml/2006/main" prst="roundRect">
            <a:avLst>
              <a:gd name="adj" fmla="val 10435"/>
            </a:avLst>
          </a:prstGeom>
          <a:solidFill xmlns:a="http://schemas.openxmlformats.org/drawingml/2006/main">
            <a:srgbClr val="F3F8FC"/>
          </a:solidFill>
          <a:ln xmlns:a="http://schemas.openxmlformats.org/drawingml/2006/main" w="9525">
            <a:solidFill>
              <a:srgbClr val="0A6FAF"/>
            </a:solidFill>
            <a:prstDash val="solid"/>
          </a:ln>
        </p:spPr>
      </p:sp>
      <p:sp>
        <p:nvSpPr>
          <p:cNvPr id="12" name="">
            <a:extLst xmlns:a="http://schemas.openxmlformats.org/drawingml/2006/main">
              <a:ext uri="{FF2B5EF4-FFF2-40B4-BE49-F238E27FC236}">
                <a16:creationId xmlns:a16="http://schemas.microsoft.com/office/drawing/2014/main" id="{3D615468-1E83-4585-A81C-C0239D43F54E}"/>
              </a:ext>
            </a:extLst>
          </p:cNvPr>
          <p:cNvSpPr>
            <a:spLocks xmlns:a="http://schemas.openxmlformats.org/drawingml/2006/main" noGrp="1"/>
          </p:cNvSpPr>
          <p:nvPr/>
        </p:nvSpPr>
        <p:spPr>
          <a:xfrm xmlns:a="http://schemas.openxmlformats.org/drawingml/2006/main">
            <a:off x="2990850"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42aba7b473ec4168">
            <a:extLst>
              <a:ext uri="{96DAC541-7B7A-43D3-8B79-37D633B846F1}">
                <asvg:svgBlip xmlns:asvg="http://schemas.microsoft.com/office/drawing/2016/SVG/main" r:embed="Rf9414ae7fc9b475a"/>
              </a:ext>
            </a:extLst>
          </a:blip>
          <a:stretch xmlns:a="http://schemas.openxmlformats.org/drawingml/2006/main"/>
        </p:blipFill>
        <p:spPr>
          <a:xfrm xmlns:a="http://schemas.openxmlformats.org/drawingml/2006/main">
            <a:off x="3095625" y="2009775"/>
            <a:ext cx="247650" cy="2476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A681AD1-0CEF-47C3-BBEB-55AE30C72CCB}"/>
              </a:ext>
            </a:extLst>
          </p:cNvPr>
          <p:cNvSpPr>
            <a:spLocks xmlns:a="http://schemas.openxmlformats.org/drawingml/2006/main" noGrp="1"/>
          </p:cNvSpPr>
          <p:nvPr/>
        </p:nvSpPr>
        <p:spPr>
          <a:xfrm xmlns:a="http://schemas.openxmlformats.org/drawingml/2006/main">
            <a:off x="2441575" y="2390775"/>
            <a:ext cx="155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Commit</a:t>
            </a:r>
          </a:p>
        </p:txBody>
      </p:sp>
      <p:sp>
        <p:nvSpPr>
          <p:cNvPr id="15" name="">
            <a:extLst xmlns:a="http://schemas.openxmlformats.org/drawingml/2006/main">
              <a:ext uri="{FF2B5EF4-FFF2-40B4-BE49-F238E27FC236}">
                <a16:creationId xmlns:a16="http://schemas.microsoft.com/office/drawing/2014/main" id="{208B96F7-0EA3-41E6-8B22-3F7C4A9BD1B8}"/>
              </a:ext>
            </a:extLst>
          </p:cNvPr>
          <p:cNvSpPr>
            <a:spLocks xmlns:a="http://schemas.openxmlformats.org/drawingml/2006/main" noGrp="1"/>
          </p:cNvSpPr>
          <p:nvPr/>
        </p:nvSpPr>
        <p:spPr>
          <a:xfrm xmlns:a="http://schemas.openxmlformats.org/drawingml/2006/main">
            <a:off x="2212975" y="2271713"/>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019BE31-8B31-4F39-B8B2-731D9462AC01}"/>
              </a:ext>
            </a:extLst>
          </p:cNvPr>
          <p:cNvSpPr>
            <a:spLocks xmlns:a="http://schemas.openxmlformats.org/drawingml/2006/main" noGrp="1"/>
          </p:cNvSpPr>
          <p:nvPr/>
        </p:nvSpPr>
        <p:spPr>
          <a:xfrm xmlns:a="http://schemas.openxmlformats.org/drawingml/2006/main">
            <a:off x="4264025" y="1809750"/>
            <a:ext cx="1746250" cy="1095375"/>
          </a:xfrm>
          <a:prstGeom xmlns:a="http://schemas.openxmlformats.org/drawingml/2006/main" prst="roundRect">
            <a:avLst>
              <a:gd name="adj" fmla="val 10435"/>
            </a:avLst>
          </a:prstGeom>
          <a:solidFill xmlns:a="http://schemas.openxmlformats.org/drawingml/2006/main">
            <a:srgbClr val="F3F8FC"/>
          </a:solidFill>
          <a:ln xmlns:a="http://schemas.openxmlformats.org/drawingml/2006/main" w="9525">
            <a:solidFill>
              <a:srgbClr val="118B91"/>
            </a:solidFill>
            <a:prstDash val="solid"/>
          </a:ln>
        </p:spPr>
      </p:sp>
      <p:sp>
        <p:nvSpPr>
          <p:cNvPr id="17" name="">
            <a:extLst xmlns:a="http://schemas.openxmlformats.org/drawingml/2006/main">
              <a:ext uri="{FF2B5EF4-FFF2-40B4-BE49-F238E27FC236}">
                <a16:creationId xmlns:a16="http://schemas.microsoft.com/office/drawing/2014/main" id="{D697009C-4DC4-46AD-8F64-7F1B6BD83324}"/>
              </a:ext>
            </a:extLst>
          </p:cNvPr>
          <p:cNvSpPr>
            <a:spLocks xmlns:a="http://schemas.openxmlformats.org/drawingml/2006/main" noGrp="1"/>
          </p:cNvSpPr>
          <p:nvPr/>
        </p:nvSpPr>
        <p:spPr>
          <a:xfrm xmlns:a="http://schemas.openxmlformats.org/drawingml/2006/main">
            <a:off x="4908550" y="19050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f8caf28f82394ce6">
            <a:extLst>
              <a:ext uri="{96DAC541-7B7A-43D3-8B79-37D633B846F1}">
                <asvg:svgBlip xmlns:asvg="http://schemas.microsoft.com/office/drawing/2016/SVG/main" r:embed="Rddee8a23185a4f7c"/>
              </a:ext>
            </a:extLst>
          </a:blip>
          <a:stretch xmlns:a="http://schemas.openxmlformats.org/drawingml/2006/main"/>
        </p:blipFill>
        <p:spPr>
          <a:xfrm xmlns:a="http://schemas.openxmlformats.org/drawingml/2006/main">
            <a:off x="5013325" y="2009775"/>
            <a:ext cx="247650" cy="2476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38CAAF2D-4E4F-41ED-BC5B-1092279B90F1}"/>
              </a:ext>
            </a:extLst>
          </p:cNvPr>
          <p:cNvSpPr>
            <a:spLocks xmlns:a="http://schemas.openxmlformats.org/drawingml/2006/main" noGrp="1"/>
          </p:cNvSpPr>
          <p:nvPr/>
        </p:nvSpPr>
        <p:spPr>
          <a:xfrm xmlns:a="http://schemas.openxmlformats.org/drawingml/2006/main">
            <a:off x="4359275" y="2390775"/>
            <a:ext cx="155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Pipeline</a:t>
            </a:r>
          </a:p>
        </p:txBody>
      </p:sp>
      <p:sp>
        <p:nvSpPr>
          <p:cNvPr id="20" name="">
            <a:extLst xmlns:a="http://schemas.openxmlformats.org/drawingml/2006/main">
              <a:ext uri="{FF2B5EF4-FFF2-40B4-BE49-F238E27FC236}">
                <a16:creationId xmlns:a16="http://schemas.microsoft.com/office/drawing/2014/main" id="{FE6A367A-E669-4507-B109-A6DFA5C5EEBB}"/>
              </a:ext>
            </a:extLst>
          </p:cNvPr>
          <p:cNvSpPr>
            <a:spLocks xmlns:a="http://schemas.openxmlformats.org/drawingml/2006/main" noGrp="1"/>
          </p:cNvSpPr>
          <p:nvPr/>
        </p:nvSpPr>
        <p:spPr>
          <a:xfrm xmlns:a="http://schemas.openxmlformats.org/drawingml/2006/main">
            <a:off x="4130675" y="2271713"/>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0B50C9-1923-4634-98E8-B62BC0AA3B37}"/>
              </a:ext>
            </a:extLst>
          </p:cNvPr>
          <p:cNvSpPr>
            <a:spLocks xmlns:a="http://schemas.openxmlformats.org/drawingml/2006/main" noGrp="1"/>
          </p:cNvSpPr>
          <p:nvPr/>
        </p:nvSpPr>
        <p:spPr>
          <a:xfrm xmlns:a="http://schemas.openxmlformats.org/drawingml/2006/main">
            <a:off x="6181725" y="1809750"/>
            <a:ext cx="1746250" cy="1095375"/>
          </a:xfrm>
          <a:prstGeom xmlns:a="http://schemas.openxmlformats.org/drawingml/2006/main" prst="roundRect">
            <a:avLst>
              <a:gd name="adj" fmla="val 10435"/>
            </a:avLst>
          </a:prstGeom>
          <a:solidFill xmlns:a="http://schemas.openxmlformats.org/drawingml/2006/main">
            <a:srgbClr val="F3F8FC"/>
          </a:solidFill>
          <a:ln xmlns:a="http://schemas.openxmlformats.org/drawingml/2006/main" w="9525">
            <a:solidFill>
              <a:srgbClr val="6657B8"/>
            </a:solidFill>
            <a:prstDash val="solid"/>
          </a:ln>
        </p:spPr>
      </p:sp>
      <p:sp>
        <p:nvSpPr>
          <p:cNvPr id="22" name="">
            <a:extLst xmlns:a="http://schemas.openxmlformats.org/drawingml/2006/main">
              <a:ext uri="{FF2B5EF4-FFF2-40B4-BE49-F238E27FC236}">
                <a16:creationId xmlns:a16="http://schemas.microsoft.com/office/drawing/2014/main" id="{7D30EFB1-3783-4CAC-9CB7-9DE99DE77699}"/>
              </a:ext>
            </a:extLst>
          </p:cNvPr>
          <p:cNvSpPr>
            <a:spLocks xmlns:a="http://schemas.openxmlformats.org/drawingml/2006/main" noGrp="1"/>
          </p:cNvSpPr>
          <p:nvPr/>
        </p:nvSpPr>
        <p:spPr>
          <a:xfrm xmlns:a="http://schemas.openxmlformats.org/drawingml/2006/main">
            <a:off x="6826250" y="190500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1c0bec3b330a4d63">
            <a:extLst>
              <a:ext uri="{96DAC541-7B7A-43D3-8B79-37D633B846F1}">
                <asvg:svgBlip xmlns:asvg="http://schemas.microsoft.com/office/drawing/2016/SVG/main" r:embed="Ra2f184c822164fcc"/>
              </a:ext>
            </a:extLst>
          </a:blip>
          <a:stretch xmlns:a="http://schemas.openxmlformats.org/drawingml/2006/main"/>
        </p:blipFill>
        <p:spPr>
          <a:xfrm xmlns:a="http://schemas.openxmlformats.org/drawingml/2006/main">
            <a:off x="6931025" y="2009775"/>
            <a:ext cx="247650" cy="2476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76B52330-EA3E-47A8-A7E4-AA993151649F}"/>
              </a:ext>
            </a:extLst>
          </p:cNvPr>
          <p:cNvSpPr>
            <a:spLocks xmlns:a="http://schemas.openxmlformats.org/drawingml/2006/main" noGrp="1"/>
          </p:cNvSpPr>
          <p:nvPr/>
        </p:nvSpPr>
        <p:spPr>
          <a:xfrm xmlns:a="http://schemas.openxmlformats.org/drawingml/2006/main">
            <a:off x="6276975" y="2390775"/>
            <a:ext cx="155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Artifact digest</a:t>
            </a:r>
          </a:p>
        </p:txBody>
      </p:sp>
      <p:sp>
        <p:nvSpPr>
          <p:cNvPr id="25" name="">
            <a:extLst xmlns:a="http://schemas.openxmlformats.org/drawingml/2006/main">
              <a:ext uri="{FF2B5EF4-FFF2-40B4-BE49-F238E27FC236}">
                <a16:creationId xmlns:a16="http://schemas.microsoft.com/office/drawing/2014/main" id="{D9D7CD62-221C-4D91-9DE4-076829586A99}"/>
              </a:ext>
            </a:extLst>
          </p:cNvPr>
          <p:cNvSpPr>
            <a:spLocks xmlns:a="http://schemas.openxmlformats.org/drawingml/2006/main" noGrp="1"/>
          </p:cNvSpPr>
          <p:nvPr/>
        </p:nvSpPr>
        <p:spPr>
          <a:xfrm xmlns:a="http://schemas.openxmlformats.org/drawingml/2006/main">
            <a:off x="6048375" y="2271713"/>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E73F54E-D5A4-4F4D-9885-52A334F36D5C}"/>
              </a:ext>
            </a:extLst>
          </p:cNvPr>
          <p:cNvSpPr>
            <a:spLocks xmlns:a="http://schemas.openxmlformats.org/drawingml/2006/main" noGrp="1"/>
          </p:cNvSpPr>
          <p:nvPr/>
        </p:nvSpPr>
        <p:spPr>
          <a:xfrm xmlns:a="http://schemas.openxmlformats.org/drawingml/2006/main">
            <a:off x="8099425" y="1809750"/>
            <a:ext cx="1746250" cy="1095375"/>
          </a:xfrm>
          <a:prstGeom xmlns:a="http://schemas.openxmlformats.org/drawingml/2006/main" prst="roundRect">
            <a:avLst>
              <a:gd name="adj" fmla="val 10435"/>
            </a:avLst>
          </a:prstGeom>
          <a:solidFill xmlns:a="http://schemas.openxmlformats.org/drawingml/2006/main">
            <a:srgbClr val="F3F8FC"/>
          </a:solidFill>
          <a:ln xmlns:a="http://schemas.openxmlformats.org/drawingml/2006/main" w="9525">
            <a:solidFill>
              <a:srgbClr val="1E9B65"/>
            </a:solidFill>
            <a:prstDash val="solid"/>
          </a:ln>
        </p:spPr>
      </p:sp>
      <p:sp>
        <p:nvSpPr>
          <p:cNvPr id="27" name="">
            <a:extLst xmlns:a="http://schemas.openxmlformats.org/drawingml/2006/main">
              <a:ext uri="{FF2B5EF4-FFF2-40B4-BE49-F238E27FC236}">
                <a16:creationId xmlns:a16="http://schemas.microsoft.com/office/drawing/2014/main" id="{5C629DAE-9AD4-4D49-A3AA-3C78B7C88FF2}"/>
              </a:ext>
            </a:extLst>
          </p:cNvPr>
          <p:cNvSpPr>
            <a:spLocks xmlns:a="http://schemas.openxmlformats.org/drawingml/2006/main" noGrp="1"/>
          </p:cNvSpPr>
          <p:nvPr/>
        </p:nvSpPr>
        <p:spPr>
          <a:xfrm xmlns:a="http://schemas.openxmlformats.org/drawingml/2006/main">
            <a:off x="8743950"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859462d106f04170">
            <a:extLst>
              <a:ext uri="{96DAC541-7B7A-43D3-8B79-37D633B846F1}">
                <asvg:svgBlip xmlns:asvg="http://schemas.microsoft.com/office/drawing/2016/SVG/main" r:embed="R5ba614f612794317"/>
              </a:ext>
            </a:extLst>
          </a:blip>
          <a:stretch xmlns:a="http://schemas.openxmlformats.org/drawingml/2006/main"/>
        </p:blipFill>
        <p:spPr>
          <a:xfrm xmlns:a="http://schemas.openxmlformats.org/drawingml/2006/main">
            <a:off x="8848725" y="2009775"/>
            <a:ext cx="247650" cy="2476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19EC0151-E324-4C27-83ED-A8737D294DEF}"/>
              </a:ext>
            </a:extLst>
          </p:cNvPr>
          <p:cNvSpPr>
            <a:spLocks xmlns:a="http://schemas.openxmlformats.org/drawingml/2006/main" noGrp="1"/>
          </p:cNvSpPr>
          <p:nvPr/>
        </p:nvSpPr>
        <p:spPr>
          <a:xfrm xmlns:a="http://schemas.openxmlformats.org/drawingml/2006/main">
            <a:off x="8194675" y="2390775"/>
            <a:ext cx="155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Deployment</a:t>
            </a:r>
          </a:p>
        </p:txBody>
      </p:sp>
      <p:sp>
        <p:nvSpPr>
          <p:cNvPr id="30" name="">
            <a:extLst xmlns:a="http://schemas.openxmlformats.org/drawingml/2006/main">
              <a:ext uri="{FF2B5EF4-FFF2-40B4-BE49-F238E27FC236}">
                <a16:creationId xmlns:a16="http://schemas.microsoft.com/office/drawing/2014/main" id="{66F4C9D4-4ADA-45A6-B5BD-B6F0F9637DBC}"/>
              </a:ext>
            </a:extLst>
          </p:cNvPr>
          <p:cNvSpPr>
            <a:spLocks xmlns:a="http://schemas.openxmlformats.org/drawingml/2006/main" noGrp="1"/>
          </p:cNvSpPr>
          <p:nvPr/>
        </p:nvSpPr>
        <p:spPr>
          <a:xfrm xmlns:a="http://schemas.openxmlformats.org/drawingml/2006/main">
            <a:off x="7966075" y="2271713"/>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459ED9D-BDB6-427C-B9B3-442BDDC96BF4}"/>
              </a:ext>
            </a:extLst>
          </p:cNvPr>
          <p:cNvSpPr>
            <a:spLocks xmlns:a="http://schemas.openxmlformats.org/drawingml/2006/main" noGrp="1"/>
          </p:cNvSpPr>
          <p:nvPr/>
        </p:nvSpPr>
        <p:spPr>
          <a:xfrm xmlns:a="http://schemas.openxmlformats.org/drawingml/2006/main">
            <a:off x="10017125" y="1809750"/>
            <a:ext cx="1746250" cy="1095375"/>
          </a:xfrm>
          <a:prstGeom xmlns:a="http://schemas.openxmlformats.org/drawingml/2006/main" prst="roundRect">
            <a:avLst>
              <a:gd name="adj" fmla="val 10435"/>
            </a:avLst>
          </a:prstGeom>
          <a:solidFill xmlns:a="http://schemas.openxmlformats.org/drawingml/2006/main">
            <a:srgbClr val="F3F8FC"/>
          </a:solidFill>
          <a:ln xmlns:a="http://schemas.openxmlformats.org/drawingml/2006/main" w="9525">
            <a:solidFill>
              <a:srgbClr val="F28C28"/>
            </a:solidFill>
            <a:prstDash val="solid"/>
          </a:ln>
        </p:spPr>
      </p:sp>
      <p:sp>
        <p:nvSpPr>
          <p:cNvPr id="32" name="">
            <a:extLst xmlns:a="http://schemas.openxmlformats.org/drawingml/2006/main">
              <a:ext uri="{FF2B5EF4-FFF2-40B4-BE49-F238E27FC236}">
                <a16:creationId xmlns:a16="http://schemas.microsoft.com/office/drawing/2014/main" id="{EEA069DA-4655-4D2E-A1BF-2398239843F7}"/>
              </a:ext>
            </a:extLst>
          </p:cNvPr>
          <p:cNvSpPr>
            <a:spLocks xmlns:a="http://schemas.openxmlformats.org/drawingml/2006/main" noGrp="1"/>
          </p:cNvSpPr>
          <p:nvPr/>
        </p:nvSpPr>
        <p:spPr>
          <a:xfrm xmlns:a="http://schemas.openxmlformats.org/drawingml/2006/main">
            <a:off x="1066165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09faa02ea80c4375">
            <a:extLst>
              <a:ext uri="{96DAC541-7B7A-43D3-8B79-37D633B846F1}">
                <asvg:svgBlip xmlns:asvg="http://schemas.microsoft.com/office/drawing/2016/SVG/main" r:embed="R12bad6840f384639"/>
              </a:ext>
            </a:extLst>
          </a:blip>
          <a:stretch xmlns:a="http://schemas.openxmlformats.org/drawingml/2006/main"/>
        </p:blipFill>
        <p:spPr>
          <a:xfrm xmlns:a="http://schemas.openxmlformats.org/drawingml/2006/main">
            <a:off x="10766425" y="2009775"/>
            <a:ext cx="247650" cy="247650"/>
          </a:xfrm>
          <a:prstGeom xmlns:a="http://schemas.openxmlformats.org/drawingml/2006/main" prst="rect">
            <a:avLst/>
          </a:prstGeom>
        </p:spPr>
      </p:pic>
      <p:sp>
        <p:nvSpPr>
          <p:cNvPr id="34" name="">
            <a:extLst xmlns:a="http://schemas.openxmlformats.org/drawingml/2006/main">
              <a:ext uri="{FF2B5EF4-FFF2-40B4-BE49-F238E27FC236}">
                <a16:creationId xmlns:a16="http://schemas.microsoft.com/office/drawing/2014/main" id="{85C17C17-127F-4815-A755-6461038F0B0A}"/>
              </a:ext>
            </a:extLst>
          </p:cNvPr>
          <p:cNvSpPr>
            <a:spLocks xmlns:a="http://schemas.openxmlformats.org/drawingml/2006/main" noGrp="1"/>
          </p:cNvSpPr>
          <p:nvPr/>
        </p:nvSpPr>
        <p:spPr>
          <a:xfrm xmlns:a="http://schemas.openxmlformats.org/drawingml/2006/main">
            <a:off x="10112375" y="2390775"/>
            <a:ext cx="155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Runtime evidence</a:t>
            </a:r>
          </a:p>
        </p:txBody>
      </p:sp>
      <p:sp>
        <p:nvSpPr>
          <p:cNvPr id="35" name="">
            <a:extLst xmlns:a="http://schemas.openxmlformats.org/drawingml/2006/main">
              <a:ext uri="{FF2B5EF4-FFF2-40B4-BE49-F238E27FC236}">
                <a16:creationId xmlns:a16="http://schemas.microsoft.com/office/drawing/2014/main" id="{701726AC-810F-4626-B50F-9E7AA2171423}"/>
              </a:ext>
            </a:extLst>
          </p:cNvPr>
          <p:cNvSpPr>
            <a:spLocks xmlns:a="http://schemas.openxmlformats.org/drawingml/2006/main" noGrp="1"/>
          </p:cNvSpPr>
          <p:nvPr/>
        </p:nvSpPr>
        <p:spPr>
          <a:xfrm xmlns:a="http://schemas.openxmlformats.org/drawingml/2006/main">
            <a:off x="9883775" y="2271713"/>
            <a:ext cx="9525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5BEAE69-6039-4772-AF60-FCA8C651A55D}"/>
              </a:ext>
            </a:extLst>
          </p:cNvPr>
          <p:cNvSpPr>
            <a:spLocks xmlns:a="http://schemas.openxmlformats.org/drawingml/2006/main" noGrp="1"/>
          </p:cNvSpPr>
          <p:nvPr/>
        </p:nvSpPr>
        <p:spPr>
          <a:xfrm xmlns:a="http://schemas.openxmlformats.org/drawingml/2006/main">
            <a:off x="666750" y="3619500"/>
            <a:ext cx="257175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8400B5C5-4A21-45E9-A055-7962013B3263}"/>
              </a:ext>
            </a:extLst>
          </p:cNvPr>
          <p:cNvSpPr>
            <a:spLocks xmlns:a="http://schemas.openxmlformats.org/drawingml/2006/main" noGrp="1"/>
          </p:cNvSpPr>
          <p:nvPr/>
        </p:nvSpPr>
        <p:spPr>
          <a:xfrm xmlns:a="http://schemas.openxmlformats.org/drawingml/2006/main">
            <a:off x="666750" y="3619500"/>
            <a:ext cx="76200" cy="12382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7488017-5CFF-4127-B284-7DE21FB746B1}"/>
              </a:ext>
            </a:extLst>
          </p:cNvPr>
          <p:cNvSpPr>
            <a:spLocks xmlns:a="http://schemas.openxmlformats.org/drawingml/2006/main" noGrp="1"/>
          </p:cNvSpPr>
          <p:nvPr/>
        </p:nvSpPr>
        <p:spPr>
          <a:xfrm xmlns:a="http://schemas.openxmlformats.org/drawingml/2006/main">
            <a:off x="857250" y="3790950"/>
            <a:ext cx="419100" cy="41910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6F3837B-9B85-49BB-A986-6C8506E86A65}"/>
              </a:ext>
            </a:extLst>
          </p:cNvPr>
          <p:cNvSpPr>
            <a:spLocks xmlns:a="http://schemas.openxmlformats.org/drawingml/2006/main" noGrp="1"/>
          </p:cNvSpPr>
          <p:nvPr/>
        </p:nvSpPr>
        <p:spPr>
          <a:xfrm xmlns:a="http://schemas.openxmlformats.org/drawingml/2006/main">
            <a:off x="857250" y="3800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40" name="">
            <a:extLst xmlns:a="http://schemas.openxmlformats.org/drawingml/2006/main">
              <a:ext uri="{FF2B5EF4-FFF2-40B4-BE49-F238E27FC236}">
                <a16:creationId xmlns:a16="http://schemas.microsoft.com/office/drawing/2014/main" id="{1C1311AB-44AD-493E-99A6-1DCACF39C0FB}"/>
              </a:ext>
            </a:extLst>
          </p:cNvPr>
          <p:cNvSpPr>
            <a:spLocks xmlns:a="http://schemas.openxmlformats.org/drawingml/2006/main" noGrp="1"/>
          </p:cNvSpPr>
          <p:nvPr/>
        </p:nvSpPr>
        <p:spPr>
          <a:xfrm xmlns:a="http://schemas.openxmlformats.org/drawingml/2006/main">
            <a:off x="1409700" y="3781425"/>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Merge</a:t>
            </a:r>
          </a:p>
        </p:txBody>
      </p:sp>
      <p:sp>
        <p:nvSpPr>
          <p:cNvPr id="41" name="">
            <a:extLst xmlns:a="http://schemas.openxmlformats.org/drawingml/2006/main">
              <a:ext uri="{FF2B5EF4-FFF2-40B4-BE49-F238E27FC236}">
                <a16:creationId xmlns:a16="http://schemas.microsoft.com/office/drawing/2014/main" id="{FE1EA83A-0FC3-4B64-B0B7-CD481E00AE09}"/>
              </a:ext>
            </a:extLst>
          </p:cNvPr>
          <p:cNvSpPr>
            <a:spLocks xmlns:a="http://schemas.openxmlformats.org/drawingml/2006/main" noGrp="1"/>
          </p:cNvSpPr>
          <p:nvPr/>
        </p:nvSpPr>
        <p:spPr>
          <a:xfrm xmlns:a="http://schemas.openxmlformats.org/drawingml/2006/main">
            <a:off x="876300" y="4181475"/>
            <a:ext cx="2171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Diff, review, CI</a:t>
            </a:r>
          </a:p>
        </p:txBody>
      </p:sp>
      <p:sp>
        <p:nvSpPr>
          <p:cNvPr id="42" name="">
            <a:extLst xmlns:a="http://schemas.openxmlformats.org/drawingml/2006/main">
              <a:ext uri="{FF2B5EF4-FFF2-40B4-BE49-F238E27FC236}">
                <a16:creationId xmlns:a16="http://schemas.microsoft.com/office/drawing/2014/main" id="{E76F1079-A84F-4EC8-9DFD-CB8CE12E3500}"/>
              </a:ext>
            </a:extLst>
          </p:cNvPr>
          <p:cNvSpPr>
            <a:spLocks xmlns:a="http://schemas.openxmlformats.org/drawingml/2006/main" noGrp="1"/>
          </p:cNvSpPr>
          <p:nvPr/>
        </p:nvSpPr>
        <p:spPr>
          <a:xfrm xmlns:a="http://schemas.openxmlformats.org/drawingml/2006/main">
            <a:off x="3524250" y="3619500"/>
            <a:ext cx="257175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3" name="">
            <a:extLst xmlns:a="http://schemas.openxmlformats.org/drawingml/2006/main">
              <a:ext uri="{FF2B5EF4-FFF2-40B4-BE49-F238E27FC236}">
                <a16:creationId xmlns:a16="http://schemas.microsoft.com/office/drawing/2014/main" id="{21692D91-409B-41B2-890F-ED6393EA5CFB}"/>
              </a:ext>
            </a:extLst>
          </p:cNvPr>
          <p:cNvSpPr>
            <a:spLocks xmlns:a="http://schemas.openxmlformats.org/drawingml/2006/main" noGrp="1"/>
          </p:cNvSpPr>
          <p:nvPr/>
        </p:nvSpPr>
        <p:spPr>
          <a:xfrm xmlns:a="http://schemas.openxmlformats.org/drawingml/2006/main">
            <a:off x="3524250" y="3619500"/>
            <a:ext cx="76200" cy="123825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E0EBD11-3CE7-4425-90EF-0094C74D3427}"/>
              </a:ext>
            </a:extLst>
          </p:cNvPr>
          <p:cNvSpPr>
            <a:spLocks xmlns:a="http://schemas.openxmlformats.org/drawingml/2006/main" noGrp="1"/>
          </p:cNvSpPr>
          <p:nvPr/>
        </p:nvSpPr>
        <p:spPr>
          <a:xfrm xmlns:a="http://schemas.openxmlformats.org/drawingml/2006/main">
            <a:off x="3714750" y="3790950"/>
            <a:ext cx="419100" cy="419100"/>
          </a:xfrm>
          <a:prstGeom xmlns:a="http://schemas.openxmlformats.org/drawingml/2006/main" prst="ellipse">
            <a:avLst/>
          </a:prstGeom>
          <a:solidFill xmlns:a="http://schemas.openxmlformats.org/drawingml/2006/main">
            <a:srgbClr val="118B91"/>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E7033AFC-DD1E-4FC4-8494-D843583CBC50}"/>
              </a:ext>
            </a:extLst>
          </p:cNvPr>
          <p:cNvSpPr>
            <a:spLocks xmlns:a="http://schemas.openxmlformats.org/drawingml/2006/main" noGrp="1"/>
          </p:cNvSpPr>
          <p:nvPr/>
        </p:nvSpPr>
        <p:spPr>
          <a:xfrm xmlns:a="http://schemas.openxmlformats.org/drawingml/2006/main">
            <a:off x="3714750" y="3800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46" name="">
            <a:extLst xmlns:a="http://schemas.openxmlformats.org/drawingml/2006/main">
              <a:ext uri="{FF2B5EF4-FFF2-40B4-BE49-F238E27FC236}">
                <a16:creationId xmlns:a16="http://schemas.microsoft.com/office/drawing/2014/main" id="{87C9F1C5-1A64-45E9-9FA0-FE7ED0ACFAFA}"/>
              </a:ext>
            </a:extLst>
          </p:cNvPr>
          <p:cNvSpPr>
            <a:spLocks xmlns:a="http://schemas.openxmlformats.org/drawingml/2006/main" noGrp="1"/>
          </p:cNvSpPr>
          <p:nvPr/>
        </p:nvSpPr>
        <p:spPr>
          <a:xfrm xmlns:a="http://schemas.openxmlformats.org/drawingml/2006/main">
            <a:off x="4267200" y="3781425"/>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567"/>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Build acceptance</a:t>
            </a:r>
          </a:p>
        </p:txBody>
      </p:sp>
      <p:sp>
        <p:nvSpPr>
          <p:cNvPr id="47" name="">
            <a:extLst xmlns:a="http://schemas.openxmlformats.org/drawingml/2006/main">
              <a:ext uri="{FF2B5EF4-FFF2-40B4-BE49-F238E27FC236}">
                <a16:creationId xmlns:a16="http://schemas.microsoft.com/office/drawing/2014/main" id="{177B4703-3DA9-4ABA-A4C1-5ADF0FE27FCD}"/>
              </a:ext>
            </a:extLst>
          </p:cNvPr>
          <p:cNvSpPr>
            <a:spLocks xmlns:a="http://schemas.openxmlformats.org/drawingml/2006/main" noGrp="1"/>
          </p:cNvSpPr>
          <p:nvPr/>
        </p:nvSpPr>
        <p:spPr>
          <a:xfrm xmlns:a="http://schemas.openxmlformats.org/drawingml/2006/main">
            <a:off x="3733800" y="4181475"/>
            <a:ext cx="2171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Digest, tests, SBOM</a:t>
            </a:r>
          </a:p>
        </p:txBody>
      </p:sp>
      <p:sp>
        <p:nvSpPr>
          <p:cNvPr id="48" name="">
            <a:extLst xmlns:a="http://schemas.openxmlformats.org/drawingml/2006/main">
              <a:ext uri="{FF2B5EF4-FFF2-40B4-BE49-F238E27FC236}">
                <a16:creationId xmlns:a16="http://schemas.microsoft.com/office/drawing/2014/main" id="{F1A99A75-6F41-42E2-98D8-58A2C0D908F6}"/>
              </a:ext>
            </a:extLst>
          </p:cNvPr>
          <p:cNvSpPr>
            <a:spLocks xmlns:a="http://schemas.openxmlformats.org/drawingml/2006/main" noGrp="1"/>
          </p:cNvSpPr>
          <p:nvPr/>
        </p:nvSpPr>
        <p:spPr>
          <a:xfrm xmlns:a="http://schemas.openxmlformats.org/drawingml/2006/main">
            <a:off x="6381750" y="3619500"/>
            <a:ext cx="257175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49" name="">
            <a:extLst xmlns:a="http://schemas.openxmlformats.org/drawingml/2006/main">
              <a:ext uri="{FF2B5EF4-FFF2-40B4-BE49-F238E27FC236}">
                <a16:creationId xmlns:a16="http://schemas.microsoft.com/office/drawing/2014/main" id="{134E6C54-B5A5-4D05-B2C9-41486AA28EDB}"/>
              </a:ext>
            </a:extLst>
          </p:cNvPr>
          <p:cNvSpPr>
            <a:spLocks xmlns:a="http://schemas.openxmlformats.org/drawingml/2006/main" noGrp="1"/>
          </p:cNvSpPr>
          <p:nvPr/>
        </p:nvSpPr>
        <p:spPr>
          <a:xfrm xmlns:a="http://schemas.openxmlformats.org/drawingml/2006/main">
            <a:off x="6381750" y="3619500"/>
            <a:ext cx="76200" cy="1238250"/>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4B8BE25E-E833-48A7-87C5-169D3E8F1DE1}"/>
              </a:ext>
            </a:extLst>
          </p:cNvPr>
          <p:cNvSpPr>
            <a:spLocks xmlns:a="http://schemas.openxmlformats.org/drawingml/2006/main" noGrp="1"/>
          </p:cNvSpPr>
          <p:nvPr/>
        </p:nvSpPr>
        <p:spPr>
          <a:xfrm xmlns:a="http://schemas.openxmlformats.org/drawingml/2006/main">
            <a:off x="6572250" y="3790950"/>
            <a:ext cx="419100" cy="419100"/>
          </a:xfrm>
          <a:prstGeom xmlns:a="http://schemas.openxmlformats.org/drawingml/2006/main" prst="ellipse">
            <a:avLst/>
          </a:prstGeom>
          <a:solidFill xmlns:a="http://schemas.openxmlformats.org/drawingml/2006/main">
            <a:srgbClr val="6657B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042D324D-99F5-4211-B7D1-9B961CD47EED}"/>
              </a:ext>
            </a:extLst>
          </p:cNvPr>
          <p:cNvSpPr>
            <a:spLocks xmlns:a="http://schemas.openxmlformats.org/drawingml/2006/main" noGrp="1"/>
          </p:cNvSpPr>
          <p:nvPr/>
        </p:nvSpPr>
        <p:spPr>
          <a:xfrm xmlns:a="http://schemas.openxmlformats.org/drawingml/2006/main">
            <a:off x="6572250" y="3800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52" name="">
            <a:extLst xmlns:a="http://schemas.openxmlformats.org/drawingml/2006/main">
              <a:ext uri="{FF2B5EF4-FFF2-40B4-BE49-F238E27FC236}">
                <a16:creationId xmlns:a16="http://schemas.microsoft.com/office/drawing/2014/main" id="{25CE76BC-22F4-4A52-AF55-050ED8725592}"/>
              </a:ext>
            </a:extLst>
          </p:cNvPr>
          <p:cNvSpPr>
            <a:spLocks xmlns:a="http://schemas.openxmlformats.org/drawingml/2006/main" noGrp="1"/>
          </p:cNvSpPr>
          <p:nvPr/>
        </p:nvSpPr>
        <p:spPr>
          <a:xfrm xmlns:a="http://schemas.openxmlformats.org/drawingml/2006/main">
            <a:off x="7124700" y="3781425"/>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4327"/>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Production promotion</a:t>
            </a:r>
          </a:p>
        </p:txBody>
      </p:sp>
      <p:sp>
        <p:nvSpPr>
          <p:cNvPr id="53" name="">
            <a:extLst xmlns:a="http://schemas.openxmlformats.org/drawingml/2006/main">
              <a:ext uri="{FF2B5EF4-FFF2-40B4-BE49-F238E27FC236}">
                <a16:creationId xmlns:a16="http://schemas.microsoft.com/office/drawing/2014/main" id="{4B905912-0A89-46D4-8728-3D8BEFC4E49D}"/>
              </a:ext>
            </a:extLst>
          </p:cNvPr>
          <p:cNvSpPr>
            <a:spLocks xmlns:a="http://schemas.openxmlformats.org/drawingml/2006/main" noGrp="1"/>
          </p:cNvSpPr>
          <p:nvPr/>
        </p:nvSpPr>
        <p:spPr>
          <a:xfrm xmlns:a="http://schemas.openxmlformats.org/drawingml/2006/main">
            <a:off x="6591300" y="4181475"/>
            <a:ext cx="2171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Target, risk, approval</a:t>
            </a:r>
          </a:p>
        </p:txBody>
      </p:sp>
      <p:sp>
        <p:nvSpPr>
          <p:cNvPr id="54" name="">
            <a:extLst xmlns:a="http://schemas.openxmlformats.org/drawingml/2006/main">
              <a:ext uri="{FF2B5EF4-FFF2-40B4-BE49-F238E27FC236}">
                <a16:creationId xmlns:a16="http://schemas.microsoft.com/office/drawing/2014/main" id="{AF6F47D1-1002-47F3-BDDE-31754819E3AC}"/>
              </a:ext>
            </a:extLst>
          </p:cNvPr>
          <p:cNvSpPr>
            <a:spLocks xmlns:a="http://schemas.openxmlformats.org/drawingml/2006/main" noGrp="1"/>
          </p:cNvSpPr>
          <p:nvPr/>
        </p:nvSpPr>
        <p:spPr>
          <a:xfrm xmlns:a="http://schemas.openxmlformats.org/drawingml/2006/main">
            <a:off x="9239250" y="3619500"/>
            <a:ext cx="2571750" cy="1238250"/>
          </a:xfrm>
          <a:prstGeom xmlns:a="http://schemas.openxmlformats.org/drawingml/2006/main" prst="roundRect">
            <a:avLst>
              <a:gd name="adj" fmla="val 9231"/>
            </a:avLst>
          </a:prstGeom>
          <a:solidFill xmlns:a="http://schemas.openxmlformats.org/drawingml/2006/main">
            <a:srgbClr val="F3F8FC"/>
          </a:solidFill>
          <a:ln xmlns:a="http://schemas.openxmlformats.org/drawingml/2006/main" w="9525">
            <a:solidFill>
              <a:srgbClr val="C8D7E5"/>
            </a:solidFill>
            <a:prstDash val="solid"/>
          </a:ln>
        </p:spPr>
      </p:sp>
      <p:sp>
        <p:nvSpPr>
          <p:cNvPr id="55" name="">
            <a:extLst xmlns:a="http://schemas.openxmlformats.org/drawingml/2006/main">
              <a:ext uri="{FF2B5EF4-FFF2-40B4-BE49-F238E27FC236}">
                <a16:creationId xmlns:a16="http://schemas.microsoft.com/office/drawing/2014/main" id="{8DD9D8D1-98DB-4B3A-92B1-BABCD6771C9B}"/>
              </a:ext>
            </a:extLst>
          </p:cNvPr>
          <p:cNvSpPr>
            <a:spLocks xmlns:a="http://schemas.openxmlformats.org/drawingml/2006/main" noGrp="1"/>
          </p:cNvSpPr>
          <p:nvPr/>
        </p:nvSpPr>
        <p:spPr>
          <a:xfrm xmlns:a="http://schemas.openxmlformats.org/drawingml/2006/main">
            <a:off x="9239250" y="3619500"/>
            <a:ext cx="76200" cy="12382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1795545-FD11-4489-8197-5281A383E986}"/>
              </a:ext>
            </a:extLst>
          </p:cNvPr>
          <p:cNvSpPr>
            <a:spLocks xmlns:a="http://schemas.openxmlformats.org/drawingml/2006/main" noGrp="1"/>
          </p:cNvSpPr>
          <p:nvPr/>
        </p:nvSpPr>
        <p:spPr>
          <a:xfrm xmlns:a="http://schemas.openxmlformats.org/drawingml/2006/main">
            <a:off x="9429750" y="3790950"/>
            <a:ext cx="419100" cy="41910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14901E6-B103-48C9-8256-F7BD73D0F655}"/>
              </a:ext>
            </a:extLst>
          </p:cNvPr>
          <p:cNvSpPr>
            <a:spLocks xmlns:a="http://schemas.openxmlformats.org/drawingml/2006/main" noGrp="1"/>
          </p:cNvSpPr>
          <p:nvPr/>
        </p:nvSpPr>
        <p:spPr>
          <a:xfrm xmlns:a="http://schemas.openxmlformats.org/drawingml/2006/main">
            <a:off x="9429750" y="3800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58" name="">
            <a:extLst xmlns:a="http://schemas.openxmlformats.org/drawingml/2006/main">
              <a:ext uri="{FF2B5EF4-FFF2-40B4-BE49-F238E27FC236}">
                <a16:creationId xmlns:a16="http://schemas.microsoft.com/office/drawing/2014/main" id="{2E0B3CA0-2599-41FE-9E67-5FD1905732B4}"/>
              </a:ext>
            </a:extLst>
          </p:cNvPr>
          <p:cNvSpPr>
            <a:spLocks xmlns:a="http://schemas.openxmlformats.org/drawingml/2006/main" noGrp="1"/>
          </p:cNvSpPr>
          <p:nvPr/>
        </p:nvSpPr>
        <p:spPr>
          <a:xfrm xmlns:a="http://schemas.openxmlformats.org/drawingml/2006/main">
            <a:off x="9982200" y="3781425"/>
            <a:ext cx="1657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Completion</a:t>
            </a:r>
          </a:p>
        </p:txBody>
      </p:sp>
      <p:sp>
        <p:nvSpPr>
          <p:cNvPr id="59" name="">
            <a:extLst xmlns:a="http://schemas.openxmlformats.org/drawingml/2006/main">
              <a:ext uri="{FF2B5EF4-FFF2-40B4-BE49-F238E27FC236}">
                <a16:creationId xmlns:a16="http://schemas.microsoft.com/office/drawing/2014/main" id="{A4BC5603-0486-44A9-B20D-3764C17F49EC}"/>
              </a:ext>
            </a:extLst>
          </p:cNvPr>
          <p:cNvSpPr>
            <a:spLocks xmlns:a="http://schemas.openxmlformats.org/drawingml/2006/main" noGrp="1"/>
          </p:cNvSpPr>
          <p:nvPr/>
        </p:nvSpPr>
        <p:spPr>
          <a:xfrm xmlns:a="http://schemas.openxmlformats.org/drawingml/2006/main">
            <a:off x="9448800" y="4181475"/>
            <a:ext cx="2171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Acceptance and observation</a:t>
            </a:r>
          </a:p>
        </p:txBody>
      </p:sp>
      <p:sp>
        <p:nvSpPr>
          <p:cNvPr id="60" name="">
            <a:extLst xmlns:a="http://schemas.openxmlformats.org/drawingml/2006/main">
              <a:ext uri="{FF2B5EF4-FFF2-40B4-BE49-F238E27FC236}">
                <a16:creationId xmlns:a16="http://schemas.microsoft.com/office/drawing/2014/main" id="{CF64CBBF-10AD-4803-AB46-FF6D1165609B}"/>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4CD79B5B-06A2-4FF4-9CD7-56518C45D107}"/>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1D21F100-CBC6-4179-8F86-E1FB8E911C0E}"/>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 new commit, artifact, target, or configuration can invalidate earlier approval.</a:t>
            </a:r>
          </a:p>
        </p:txBody>
      </p:sp>
    </p:spTree>
    <p:extLst>
      <p:ext uri="{BB962C8B-B14F-4D97-AF65-F5344CB8AC3E}">
        <p14:creationId xmlns:p14="http://schemas.microsoft.com/office/powerpoint/2010/main" val="15325052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AE212BE-6E06-4315-8DB9-35F45694EC54}"/>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C3DF77-53B3-4693-A700-1D5895DCFD5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6A792B-5701-455C-AB79-D0E30AFAC58B}"/>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E60887FD-B8B0-4C6E-9594-812787C1E313}"/>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Feedback</a:t>
            </a:r>
          </a:p>
        </p:txBody>
      </p:sp>
      <p:sp>
        <p:nvSpPr>
          <p:cNvPr id="5" name="">
            <a:extLst xmlns:a="http://schemas.openxmlformats.org/drawingml/2006/main">
              <a:ext uri="{FF2B5EF4-FFF2-40B4-BE49-F238E27FC236}">
                <a16:creationId xmlns:a16="http://schemas.microsoft.com/office/drawing/2014/main" id="{28E9525F-5AA3-4C4D-A582-C47E18727496}"/>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Different questions require different feedback speeds</a:t>
            </a:r>
          </a:p>
        </p:txBody>
      </p:sp>
      <p:sp>
        <p:nvSpPr>
          <p:cNvPr id="6" name="">
            <a:extLst xmlns:a="http://schemas.openxmlformats.org/drawingml/2006/main">
              <a:ext uri="{FF2B5EF4-FFF2-40B4-BE49-F238E27FC236}">
                <a16:creationId xmlns:a16="http://schemas.microsoft.com/office/drawing/2014/main" id="{19CD01E7-E7CA-4E7F-924B-A74551FF9F08}"/>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187126A-74F3-4B1A-B6CE-CDF5A6F86B8B}"/>
              </a:ext>
            </a:extLst>
          </p:cNvPr>
          <p:cNvSpPr>
            <a:spLocks xmlns:a="http://schemas.openxmlformats.org/drawingml/2006/main" noGrp="1"/>
          </p:cNvSpPr>
          <p:nvPr/>
        </p:nvSpPr>
        <p:spPr>
          <a:xfrm xmlns:a="http://schemas.openxmlformats.org/drawingml/2006/main">
            <a:off x="904875" y="1809750"/>
            <a:ext cx="1809750" cy="552450"/>
          </a:xfrm>
          <a:prstGeom xmlns:a="http://schemas.openxmlformats.org/drawingml/2006/main" prst="roundRect">
            <a:avLst>
              <a:gd name="adj" fmla="val 13793"/>
            </a:avLst>
          </a:prstGeom>
          <a:solidFill xmlns:a="http://schemas.openxmlformats.org/drawingml/2006/main">
            <a:srgbClr val="0A6FA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3F96D75-24DF-404A-A1D7-100B1165D53C}"/>
              </a:ext>
            </a:extLst>
          </p:cNvPr>
          <p:cNvSpPr>
            <a:spLocks xmlns:a="http://schemas.openxmlformats.org/drawingml/2006/main" noGrp="1"/>
          </p:cNvSpPr>
          <p:nvPr/>
        </p:nvSpPr>
        <p:spPr>
          <a:xfrm xmlns:a="http://schemas.openxmlformats.org/drawingml/2006/main">
            <a:off x="1095375" y="189547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SECONDS</a:t>
            </a:r>
          </a:p>
        </p:txBody>
      </p:sp>
      <p:sp>
        <p:nvSpPr>
          <p:cNvPr id="9" name="">
            <a:extLst xmlns:a="http://schemas.openxmlformats.org/drawingml/2006/main">
              <a:ext uri="{FF2B5EF4-FFF2-40B4-BE49-F238E27FC236}">
                <a16:creationId xmlns:a16="http://schemas.microsoft.com/office/drawing/2014/main" id="{4F227FCD-2873-4C8D-80DA-7B6A28A10639}"/>
              </a:ext>
            </a:extLst>
          </p:cNvPr>
          <p:cNvSpPr>
            <a:spLocks xmlns:a="http://schemas.openxmlformats.org/drawingml/2006/main" noGrp="1"/>
          </p:cNvSpPr>
          <p:nvPr/>
        </p:nvSpPr>
        <p:spPr>
          <a:xfrm xmlns:a="http://schemas.openxmlformats.org/drawingml/2006/main">
            <a:off x="2857500" y="1943100"/>
            <a:ext cx="1143000" cy="2857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74B34EC-5B5C-4575-B47F-71AB9675A767}"/>
              </a:ext>
            </a:extLst>
          </p:cNvPr>
          <p:cNvSpPr>
            <a:spLocks xmlns:a="http://schemas.openxmlformats.org/drawingml/2006/main" noGrp="1"/>
          </p:cNvSpPr>
          <p:nvPr/>
        </p:nvSpPr>
        <p:spPr>
          <a:xfrm xmlns:a="http://schemas.openxmlformats.org/drawingml/2006/main">
            <a:off x="4143375" y="1809750"/>
            <a:ext cx="7143750" cy="552450"/>
          </a:xfrm>
          <a:prstGeom xmlns:a="http://schemas.openxmlformats.org/drawingml/2006/main" prst="roundRect">
            <a:avLst>
              <a:gd name="adj" fmla="val 13793"/>
            </a:avLst>
          </a:prstGeom>
          <a:solidFill xmlns:a="http://schemas.openxmlformats.org/drawingml/2006/main">
            <a:srgbClr val="F3F8FC"/>
          </a:solidFill>
          <a:ln xmlns:a="http://schemas.openxmlformats.org/drawingml/2006/main" w="9525">
            <a:solidFill>
              <a:srgbClr val="C8D7E5"/>
            </a:solidFill>
            <a:prstDash val="solid"/>
          </a:ln>
        </p:spPr>
      </p:sp>
      <p:sp>
        <p:nvSpPr>
          <p:cNvPr id="11" name="">
            <a:extLst xmlns:a="http://schemas.openxmlformats.org/drawingml/2006/main">
              <a:ext uri="{FF2B5EF4-FFF2-40B4-BE49-F238E27FC236}">
                <a16:creationId xmlns:a16="http://schemas.microsoft.com/office/drawing/2014/main" id="{4DC150FE-6CA0-4552-AF93-8376DF5A755B}"/>
              </a:ext>
            </a:extLst>
          </p:cNvPr>
          <p:cNvSpPr>
            <a:spLocks xmlns:a="http://schemas.openxmlformats.org/drawingml/2006/main" noGrp="1"/>
          </p:cNvSpPr>
          <p:nvPr/>
        </p:nvSpPr>
        <p:spPr>
          <a:xfrm xmlns:a="http://schemas.openxmlformats.org/drawingml/2006/main">
            <a:off x="4476750" y="18859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0243E"/>
                </a:solidFill>
                <a:latin typeface="Helvetica Neue"/>
                <a:ea typeface="Helvetica Neue"/>
                <a:cs typeface="Helvetica Neue"/>
              </a:defRPr>
            </a:pPr>
            <a:r>
              <a:rPr sz="1425" b="0">
                <a:solidFill>
                  <a:srgbClr val="10243E"/>
                </a:solidFill>
                <a:latin typeface="Helvetica Neue"/>
                <a:ea typeface="Helvetica Neue"/>
                <a:cs typeface="Helvetica Neue"/>
              </a:rPr>
              <a:t>Format, lint, schema, unit tests</a:t>
            </a:r>
          </a:p>
        </p:txBody>
      </p:sp>
      <p:sp>
        <p:nvSpPr>
          <p:cNvPr id="12" name="">
            <a:extLst xmlns:a="http://schemas.openxmlformats.org/drawingml/2006/main">
              <a:ext uri="{FF2B5EF4-FFF2-40B4-BE49-F238E27FC236}">
                <a16:creationId xmlns:a16="http://schemas.microsoft.com/office/drawing/2014/main" id="{7BE7C875-3436-4C2C-AE4C-C49749E70BB1}"/>
              </a:ext>
            </a:extLst>
          </p:cNvPr>
          <p:cNvSpPr>
            <a:spLocks xmlns:a="http://schemas.openxmlformats.org/drawingml/2006/main" noGrp="1"/>
          </p:cNvSpPr>
          <p:nvPr/>
        </p:nvSpPr>
        <p:spPr>
          <a:xfrm xmlns:a="http://schemas.openxmlformats.org/drawingml/2006/main">
            <a:off x="904875" y="2667000"/>
            <a:ext cx="1809750" cy="552450"/>
          </a:xfrm>
          <a:prstGeom xmlns:a="http://schemas.openxmlformats.org/drawingml/2006/main" prst="roundRect">
            <a:avLst>
              <a:gd name="adj" fmla="val 13793"/>
            </a:avLst>
          </a:prstGeom>
          <a:solidFill xmlns:a="http://schemas.openxmlformats.org/drawingml/2006/main">
            <a:srgbClr val="118B9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85EF6E3-F805-46D3-B02B-A45E9002257D}"/>
              </a:ext>
            </a:extLst>
          </p:cNvPr>
          <p:cNvSpPr>
            <a:spLocks xmlns:a="http://schemas.openxmlformats.org/drawingml/2006/main" noGrp="1"/>
          </p:cNvSpPr>
          <p:nvPr/>
        </p:nvSpPr>
        <p:spPr>
          <a:xfrm xmlns:a="http://schemas.openxmlformats.org/drawingml/2006/main">
            <a:off x="1095375" y="27527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MINUTES</a:t>
            </a:r>
          </a:p>
        </p:txBody>
      </p:sp>
      <p:sp>
        <p:nvSpPr>
          <p:cNvPr id="14" name="">
            <a:extLst xmlns:a="http://schemas.openxmlformats.org/drawingml/2006/main">
              <a:ext uri="{FF2B5EF4-FFF2-40B4-BE49-F238E27FC236}">
                <a16:creationId xmlns:a16="http://schemas.microsoft.com/office/drawing/2014/main" id="{7F229995-101B-4A09-BEF2-71FF71CAFF8F}"/>
              </a:ext>
            </a:extLst>
          </p:cNvPr>
          <p:cNvSpPr>
            <a:spLocks xmlns:a="http://schemas.openxmlformats.org/drawingml/2006/main" noGrp="1"/>
          </p:cNvSpPr>
          <p:nvPr/>
        </p:nvSpPr>
        <p:spPr>
          <a:xfrm xmlns:a="http://schemas.openxmlformats.org/drawingml/2006/main">
            <a:off x="2857500" y="2800350"/>
            <a:ext cx="1143000" cy="285750"/>
          </a:xfrm>
          <a:prstGeom xmlns:a="http://schemas.openxmlformats.org/drawingml/2006/main" prst="rightArrow">
            <a:avLst/>
          </a:prstGeom>
          <a:solidFill xmlns:a="http://schemas.openxmlformats.org/drawingml/2006/main">
            <a:srgbClr val="118B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9815185-3026-4F46-8C79-33EF4AC053F0}"/>
              </a:ext>
            </a:extLst>
          </p:cNvPr>
          <p:cNvSpPr>
            <a:spLocks xmlns:a="http://schemas.openxmlformats.org/drawingml/2006/main" noGrp="1"/>
          </p:cNvSpPr>
          <p:nvPr/>
        </p:nvSpPr>
        <p:spPr>
          <a:xfrm xmlns:a="http://schemas.openxmlformats.org/drawingml/2006/main">
            <a:off x="4143375" y="2667000"/>
            <a:ext cx="7143750" cy="552450"/>
          </a:xfrm>
          <a:prstGeom xmlns:a="http://schemas.openxmlformats.org/drawingml/2006/main" prst="roundRect">
            <a:avLst>
              <a:gd name="adj" fmla="val 13793"/>
            </a:avLst>
          </a:prstGeom>
          <a:solidFill xmlns:a="http://schemas.openxmlformats.org/drawingml/2006/main">
            <a:srgbClr val="F3F8FC"/>
          </a:solidFill>
          <a:ln xmlns:a="http://schemas.openxmlformats.org/drawingml/2006/main" w="9525">
            <a:solidFill>
              <a:srgbClr val="C8D7E5"/>
            </a:solidFill>
            <a:prstDash val="solid"/>
          </a:ln>
        </p:spPr>
      </p:sp>
      <p:sp>
        <p:nvSpPr>
          <p:cNvPr id="16" name="">
            <a:extLst xmlns:a="http://schemas.openxmlformats.org/drawingml/2006/main">
              <a:ext uri="{FF2B5EF4-FFF2-40B4-BE49-F238E27FC236}">
                <a16:creationId xmlns:a16="http://schemas.microsoft.com/office/drawing/2014/main" id="{1A3CA41D-0932-4103-8768-73E63CD15FEB}"/>
              </a:ext>
            </a:extLst>
          </p:cNvPr>
          <p:cNvSpPr>
            <a:spLocks xmlns:a="http://schemas.openxmlformats.org/drawingml/2006/main" noGrp="1"/>
          </p:cNvSpPr>
          <p:nvPr/>
        </p:nvSpPr>
        <p:spPr>
          <a:xfrm xmlns:a="http://schemas.openxmlformats.org/drawingml/2006/main">
            <a:off x="4476750" y="2743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0243E"/>
                </a:solidFill>
                <a:latin typeface="Helvetica Neue"/>
                <a:ea typeface="Helvetica Neue"/>
                <a:cs typeface="Helvetica Neue"/>
              </a:defRPr>
            </a:pPr>
            <a:r>
              <a:rPr sz="1425" b="0">
                <a:solidFill>
                  <a:srgbClr val="10243E"/>
                </a:solidFill>
                <a:latin typeface="Helvetica Neue"/>
                <a:ea typeface="Helvetica Neue"/>
                <a:cs typeface="Helvetica Neue"/>
              </a:rPr>
              <a:t>Integration, security, packaging</a:t>
            </a:r>
          </a:p>
        </p:txBody>
      </p:sp>
      <p:sp>
        <p:nvSpPr>
          <p:cNvPr id="17" name="">
            <a:extLst xmlns:a="http://schemas.openxmlformats.org/drawingml/2006/main">
              <a:ext uri="{FF2B5EF4-FFF2-40B4-BE49-F238E27FC236}">
                <a16:creationId xmlns:a16="http://schemas.microsoft.com/office/drawing/2014/main" id="{BD497E9B-B318-47A1-9587-52A807F840EF}"/>
              </a:ext>
            </a:extLst>
          </p:cNvPr>
          <p:cNvSpPr>
            <a:spLocks xmlns:a="http://schemas.openxmlformats.org/drawingml/2006/main" noGrp="1"/>
          </p:cNvSpPr>
          <p:nvPr/>
        </p:nvSpPr>
        <p:spPr>
          <a:xfrm xmlns:a="http://schemas.openxmlformats.org/drawingml/2006/main">
            <a:off x="904875" y="3524250"/>
            <a:ext cx="1809750" cy="552450"/>
          </a:xfrm>
          <a:prstGeom xmlns:a="http://schemas.openxmlformats.org/drawingml/2006/main" prst="roundRect">
            <a:avLst>
              <a:gd name="adj" fmla="val 13793"/>
            </a:avLst>
          </a:prstGeom>
          <a:solidFill xmlns:a="http://schemas.openxmlformats.org/drawingml/2006/main">
            <a:srgbClr val="F28C2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4F0D911-8F02-4509-87DD-5322622F83AE}"/>
              </a:ext>
            </a:extLst>
          </p:cNvPr>
          <p:cNvSpPr>
            <a:spLocks xmlns:a="http://schemas.openxmlformats.org/drawingml/2006/main" noGrp="1"/>
          </p:cNvSpPr>
          <p:nvPr/>
        </p:nvSpPr>
        <p:spPr>
          <a:xfrm xmlns:a="http://schemas.openxmlformats.org/drawingml/2006/main">
            <a:off x="1095375" y="360997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HOURS</a:t>
            </a:r>
          </a:p>
        </p:txBody>
      </p:sp>
      <p:sp>
        <p:nvSpPr>
          <p:cNvPr id="19" name="">
            <a:extLst xmlns:a="http://schemas.openxmlformats.org/drawingml/2006/main">
              <a:ext uri="{FF2B5EF4-FFF2-40B4-BE49-F238E27FC236}">
                <a16:creationId xmlns:a16="http://schemas.microsoft.com/office/drawing/2014/main" id="{2D5BDFE7-C7C2-4EF7-9BB8-A5F8DBF62265}"/>
              </a:ext>
            </a:extLst>
          </p:cNvPr>
          <p:cNvSpPr>
            <a:spLocks xmlns:a="http://schemas.openxmlformats.org/drawingml/2006/main" noGrp="1"/>
          </p:cNvSpPr>
          <p:nvPr/>
        </p:nvSpPr>
        <p:spPr>
          <a:xfrm xmlns:a="http://schemas.openxmlformats.org/drawingml/2006/main">
            <a:off x="2857500" y="3657600"/>
            <a:ext cx="1143000" cy="285750"/>
          </a:xfrm>
          <a:prstGeom xmlns:a="http://schemas.openxmlformats.org/drawingml/2006/main" prst="rightArrow">
            <a:avLst/>
          </a:prstGeom>
          <a:solidFill xmlns:a="http://schemas.openxmlformats.org/drawingml/2006/main">
            <a:srgbClr val="F28C2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2434752-9009-4883-BB65-DAB2C4173F31}"/>
              </a:ext>
            </a:extLst>
          </p:cNvPr>
          <p:cNvSpPr>
            <a:spLocks xmlns:a="http://schemas.openxmlformats.org/drawingml/2006/main" noGrp="1"/>
          </p:cNvSpPr>
          <p:nvPr/>
        </p:nvSpPr>
        <p:spPr>
          <a:xfrm xmlns:a="http://schemas.openxmlformats.org/drawingml/2006/main">
            <a:off x="4143375" y="3524250"/>
            <a:ext cx="7143750" cy="552450"/>
          </a:xfrm>
          <a:prstGeom xmlns:a="http://schemas.openxmlformats.org/drawingml/2006/main" prst="roundRect">
            <a:avLst>
              <a:gd name="adj" fmla="val 13793"/>
            </a:avLst>
          </a:prstGeom>
          <a:solidFill xmlns:a="http://schemas.openxmlformats.org/drawingml/2006/main">
            <a:srgbClr val="F3F8FC"/>
          </a:solidFill>
          <a:ln xmlns:a="http://schemas.openxmlformats.org/drawingml/2006/main" w="9525">
            <a:solidFill>
              <a:srgbClr val="C8D7E5"/>
            </a:solidFill>
            <a:prstDash val="solid"/>
          </a:ln>
        </p:spPr>
      </p:sp>
      <p:sp>
        <p:nvSpPr>
          <p:cNvPr id="21" name="">
            <a:extLst xmlns:a="http://schemas.openxmlformats.org/drawingml/2006/main">
              <a:ext uri="{FF2B5EF4-FFF2-40B4-BE49-F238E27FC236}">
                <a16:creationId xmlns:a16="http://schemas.microsoft.com/office/drawing/2014/main" id="{39C00130-DACC-4DB0-AF2E-541E9574A5FF}"/>
              </a:ext>
            </a:extLst>
          </p:cNvPr>
          <p:cNvSpPr>
            <a:spLocks xmlns:a="http://schemas.openxmlformats.org/drawingml/2006/main" noGrp="1"/>
          </p:cNvSpPr>
          <p:nvPr/>
        </p:nvSpPr>
        <p:spPr>
          <a:xfrm xmlns:a="http://schemas.openxmlformats.org/drawingml/2006/main">
            <a:off x="4476750" y="36004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0243E"/>
                </a:solidFill>
                <a:latin typeface="Helvetica Neue"/>
                <a:ea typeface="Helvetica Neue"/>
                <a:cs typeface="Helvetica Neue"/>
              </a:defRPr>
            </a:pPr>
            <a:r>
              <a:rPr sz="1425" b="0">
                <a:solidFill>
                  <a:srgbClr val="10243E"/>
                </a:solidFill>
                <a:latin typeface="Helvetica Neue"/>
                <a:ea typeface="Helvetica Neue"/>
                <a:cs typeface="Helvetica Neue"/>
              </a:rPr>
              <a:t>Deployment and runtime behavior</a:t>
            </a:r>
          </a:p>
        </p:txBody>
      </p:sp>
      <p:sp>
        <p:nvSpPr>
          <p:cNvPr id="22" name="">
            <a:extLst xmlns:a="http://schemas.openxmlformats.org/drawingml/2006/main">
              <a:ext uri="{FF2B5EF4-FFF2-40B4-BE49-F238E27FC236}">
                <a16:creationId xmlns:a16="http://schemas.microsoft.com/office/drawing/2014/main" id="{06FC5A8D-E0F9-4A77-B2CB-4173BB760334}"/>
              </a:ext>
            </a:extLst>
          </p:cNvPr>
          <p:cNvSpPr>
            <a:spLocks xmlns:a="http://schemas.openxmlformats.org/drawingml/2006/main" noGrp="1"/>
          </p:cNvSpPr>
          <p:nvPr/>
        </p:nvSpPr>
        <p:spPr>
          <a:xfrm xmlns:a="http://schemas.openxmlformats.org/drawingml/2006/main">
            <a:off x="904875" y="4381500"/>
            <a:ext cx="1809750" cy="552450"/>
          </a:xfrm>
          <a:prstGeom xmlns:a="http://schemas.openxmlformats.org/drawingml/2006/main" prst="roundRect">
            <a:avLst>
              <a:gd name="adj" fmla="val 13793"/>
            </a:avLst>
          </a:prstGeom>
          <a:solidFill xmlns:a="http://schemas.openxmlformats.org/drawingml/2006/main">
            <a:srgbClr val="6657B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9497E79-08CC-4004-A2CA-AD02284155C2}"/>
              </a:ext>
            </a:extLst>
          </p:cNvPr>
          <p:cNvSpPr>
            <a:spLocks xmlns:a="http://schemas.openxmlformats.org/drawingml/2006/main" noGrp="1"/>
          </p:cNvSpPr>
          <p:nvPr/>
        </p:nvSpPr>
        <p:spPr>
          <a:xfrm xmlns:a="http://schemas.openxmlformats.org/drawingml/2006/main">
            <a:off x="1095375" y="4467225"/>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WEEKS</a:t>
            </a:r>
          </a:p>
        </p:txBody>
      </p:sp>
      <p:sp>
        <p:nvSpPr>
          <p:cNvPr id="24" name="">
            <a:extLst xmlns:a="http://schemas.openxmlformats.org/drawingml/2006/main">
              <a:ext uri="{FF2B5EF4-FFF2-40B4-BE49-F238E27FC236}">
                <a16:creationId xmlns:a16="http://schemas.microsoft.com/office/drawing/2014/main" id="{DF77F527-C2DB-42EE-84EC-D96478B2C204}"/>
              </a:ext>
            </a:extLst>
          </p:cNvPr>
          <p:cNvSpPr>
            <a:spLocks xmlns:a="http://schemas.openxmlformats.org/drawingml/2006/main" noGrp="1"/>
          </p:cNvSpPr>
          <p:nvPr/>
        </p:nvSpPr>
        <p:spPr>
          <a:xfrm xmlns:a="http://schemas.openxmlformats.org/drawingml/2006/main">
            <a:off x="2857500" y="4514850"/>
            <a:ext cx="1143000" cy="285750"/>
          </a:xfrm>
          <a:prstGeom xmlns:a="http://schemas.openxmlformats.org/drawingml/2006/main" prst="rightArrow">
            <a:avLst/>
          </a:prstGeom>
          <a:solidFill xmlns:a="http://schemas.openxmlformats.org/drawingml/2006/main">
            <a:srgbClr val="6657B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024ACD8-31B2-4A39-B2E5-EC9839DC6858}"/>
              </a:ext>
            </a:extLst>
          </p:cNvPr>
          <p:cNvSpPr>
            <a:spLocks xmlns:a="http://schemas.openxmlformats.org/drawingml/2006/main" noGrp="1"/>
          </p:cNvSpPr>
          <p:nvPr/>
        </p:nvSpPr>
        <p:spPr>
          <a:xfrm xmlns:a="http://schemas.openxmlformats.org/drawingml/2006/main">
            <a:off x="4143375" y="4381500"/>
            <a:ext cx="7143750" cy="552450"/>
          </a:xfrm>
          <a:prstGeom xmlns:a="http://schemas.openxmlformats.org/drawingml/2006/main" prst="roundRect">
            <a:avLst>
              <a:gd name="adj" fmla="val 13793"/>
            </a:avLst>
          </a:prstGeom>
          <a:solidFill xmlns:a="http://schemas.openxmlformats.org/drawingml/2006/main">
            <a:srgbClr val="F3F8FC"/>
          </a:solidFill>
          <a:ln xmlns:a="http://schemas.openxmlformats.org/drawingml/2006/main" w="9525">
            <a:solidFill>
              <a:srgbClr val="C8D7E5"/>
            </a:solidFill>
            <a:prstDash val="solid"/>
          </a:ln>
        </p:spPr>
      </p:sp>
      <p:sp>
        <p:nvSpPr>
          <p:cNvPr id="26" name="">
            <a:extLst xmlns:a="http://schemas.openxmlformats.org/drawingml/2006/main">
              <a:ext uri="{FF2B5EF4-FFF2-40B4-BE49-F238E27FC236}">
                <a16:creationId xmlns:a16="http://schemas.microsoft.com/office/drawing/2014/main" id="{6B8C409D-256C-4811-A87F-A3D0685B9187}"/>
              </a:ext>
            </a:extLst>
          </p:cNvPr>
          <p:cNvSpPr>
            <a:spLocks xmlns:a="http://schemas.openxmlformats.org/drawingml/2006/main" noGrp="1"/>
          </p:cNvSpPr>
          <p:nvPr/>
        </p:nvSpPr>
        <p:spPr>
          <a:xfrm xmlns:a="http://schemas.openxmlformats.org/drawingml/2006/main">
            <a:off x="4476750" y="44577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10243E"/>
                </a:solidFill>
                <a:latin typeface="Helvetica Neue"/>
                <a:ea typeface="Helvetica Neue"/>
                <a:cs typeface="Helvetica Neue"/>
              </a:defRPr>
            </a:pPr>
            <a:r>
              <a:rPr sz="1425" b="0">
                <a:solidFill>
                  <a:srgbClr val="10243E"/>
                </a:solidFill>
                <a:latin typeface="Helvetica Neue"/>
                <a:ea typeface="Helvetica Neue"/>
                <a:cs typeface="Helvetica Neue"/>
              </a:rPr>
              <a:t>Incident patterns, capacity, architecture</a:t>
            </a:r>
          </a:p>
        </p:txBody>
      </p:sp>
      <p:sp>
        <p:nvSpPr>
          <p:cNvPr id="27" name="">
            <a:extLst xmlns:a="http://schemas.openxmlformats.org/drawingml/2006/main">
              <a:ext uri="{FF2B5EF4-FFF2-40B4-BE49-F238E27FC236}">
                <a16:creationId xmlns:a16="http://schemas.microsoft.com/office/drawing/2014/main" id="{BEB929B4-136C-4574-8546-98A848F5D99B}"/>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C4150DC-A63C-457C-981A-165BF03D48E6}"/>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5BA4A2F-7B6C-47E6-99EB-4D1A9073A43B}"/>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Fast checks reduce correction cost. Runtime evidence reveals conditions tests cannot reproduce.</a:t>
            </a:r>
          </a:p>
        </p:txBody>
      </p:sp>
    </p:spTree>
    <p:extLst>
      <p:ext uri="{BB962C8B-B14F-4D97-AF65-F5344CB8AC3E}">
        <p14:creationId xmlns:p14="http://schemas.microsoft.com/office/powerpoint/2010/main" val="1670081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5ED7FEF-0EBA-40D4-BF27-8EE647554B48}"/>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21A0E0-46AE-423D-B47B-FD0E6651690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52DC32-8C6D-4715-9535-3ECDED366E1E}"/>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90E4C512-A758-448D-9052-26E375A650AD}"/>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CI and CD</a:t>
            </a:r>
          </a:p>
        </p:txBody>
      </p:sp>
      <p:sp>
        <p:nvSpPr>
          <p:cNvPr id="5" name="">
            <a:extLst xmlns:a="http://schemas.openxmlformats.org/drawingml/2006/main">
              <a:ext uri="{FF2B5EF4-FFF2-40B4-BE49-F238E27FC236}">
                <a16:creationId xmlns:a16="http://schemas.microsoft.com/office/drawing/2014/main" id="{C753818B-67AC-4A71-8F20-149CDC3FE727}"/>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Three terms describe different automation boundaries</a:t>
            </a:r>
          </a:p>
        </p:txBody>
      </p:sp>
      <p:sp>
        <p:nvSpPr>
          <p:cNvPr id="6" name="">
            <a:extLst xmlns:a="http://schemas.openxmlformats.org/drawingml/2006/main">
              <a:ext uri="{FF2B5EF4-FFF2-40B4-BE49-F238E27FC236}">
                <a16:creationId xmlns:a16="http://schemas.microsoft.com/office/drawing/2014/main" id="{49766740-5823-4DE6-9A3F-C2DDC604197A}"/>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5C07D2-4CA0-4F2D-90CA-78566AF11954}"/>
              </a:ext>
            </a:extLst>
          </p:cNvPr>
          <p:cNvSpPr>
            <a:spLocks xmlns:a="http://schemas.openxmlformats.org/drawingml/2006/main" noGrp="1"/>
          </p:cNvSpPr>
          <p:nvPr/>
        </p:nvSpPr>
        <p:spPr>
          <a:xfrm xmlns:a="http://schemas.openxmlformats.org/drawingml/2006/main">
            <a:off x="571500" y="1762125"/>
            <a:ext cx="3619500" cy="3048000"/>
          </a:xfrm>
          <a:prstGeom xmlns:a="http://schemas.openxmlformats.org/drawingml/2006/main" prst="roundRect">
            <a:avLst>
              <a:gd name="adj" fmla="val 3750"/>
            </a:avLst>
          </a:prstGeom>
          <a:solidFill xmlns:a="http://schemas.openxmlformats.org/drawingml/2006/main">
            <a:srgbClr val="F3F8FC"/>
          </a:solidFill>
          <a:ln xmlns:a="http://schemas.openxmlformats.org/drawingml/2006/main" w="9525">
            <a:solidFill>
              <a:srgbClr val="0A6FAF"/>
            </a:solidFill>
            <a:prstDash val="solid"/>
          </a:ln>
        </p:spPr>
      </p:sp>
      <p:sp>
        <p:nvSpPr>
          <p:cNvPr id="8" name="">
            <a:extLst xmlns:a="http://schemas.openxmlformats.org/drawingml/2006/main">
              <a:ext uri="{FF2B5EF4-FFF2-40B4-BE49-F238E27FC236}">
                <a16:creationId xmlns:a16="http://schemas.microsoft.com/office/drawing/2014/main" id="{E930526C-20FD-42E7-B711-D0AFC44391CD}"/>
              </a:ext>
            </a:extLst>
          </p:cNvPr>
          <p:cNvSpPr>
            <a:spLocks xmlns:a="http://schemas.openxmlformats.org/drawingml/2006/main" noGrp="1"/>
          </p:cNvSpPr>
          <p:nvPr/>
        </p:nvSpPr>
        <p:spPr>
          <a:xfrm xmlns:a="http://schemas.openxmlformats.org/drawingml/2006/main">
            <a:off x="1952625" y="2047875"/>
            <a:ext cx="857250" cy="85725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FE70488-ADEE-4653-B67F-2EB47777757A}"/>
              </a:ext>
            </a:extLst>
          </p:cNvPr>
          <p:cNvSpPr>
            <a:spLocks xmlns:a="http://schemas.openxmlformats.org/drawingml/2006/main" noGrp="1"/>
          </p:cNvSpPr>
          <p:nvPr/>
        </p:nvSpPr>
        <p:spPr>
          <a:xfrm xmlns:a="http://schemas.openxmlformats.org/drawingml/2006/main">
            <a:off x="1952625" y="22193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CI</a:t>
            </a:r>
          </a:p>
        </p:txBody>
      </p:sp>
      <p:sp>
        <p:nvSpPr>
          <p:cNvPr id="10" name="">
            <a:extLst xmlns:a="http://schemas.openxmlformats.org/drawingml/2006/main">
              <a:ext uri="{FF2B5EF4-FFF2-40B4-BE49-F238E27FC236}">
                <a16:creationId xmlns:a16="http://schemas.microsoft.com/office/drawing/2014/main" id="{A4773C16-F61B-4D9D-8865-0791E1947236}"/>
              </a:ext>
            </a:extLst>
          </p:cNvPr>
          <p:cNvSpPr>
            <a:spLocks xmlns:a="http://schemas.openxmlformats.org/drawingml/2006/main" noGrp="1"/>
          </p:cNvSpPr>
          <p:nvPr/>
        </p:nvSpPr>
        <p:spPr>
          <a:xfrm xmlns:a="http://schemas.openxmlformats.org/drawingml/2006/main">
            <a:off x="857250" y="30956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Continuous integration</a:t>
            </a:r>
          </a:p>
        </p:txBody>
      </p:sp>
      <p:sp>
        <p:nvSpPr>
          <p:cNvPr id="11" name="">
            <a:extLst xmlns:a="http://schemas.openxmlformats.org/drawingml/2006/main">
              <a:ext uri="{FF2B5EF4-FFF2-40B4-BE49-F238E27FC236}">
                <a16:creationId xmlns:a16="http://schemas.microsoft.com/office/drawing/2014/main" id="{731364AB-7612-42B2-BE55-C2D1BE794688}"/>
              </a:ext>
            </a:extLst>
          </p:cNvPr>
          <p:cNvSpPr>
            <a:spLocks xmlns:a="http://schemas.openxmlformats.org/drawingml/2006/main" noGrp="1"/>
          </p:cNvSpPr>
          <p:nvPr/>
        </p:nvSpPr>
        <p:spPr>
          <a:xfrm xmlns:a="http://schemas.openxmlformats.org/drawingml/2006/main">
            <a:off x="904875" y="36385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Small changes merge frequently</a:t>
            </a:r>
          </a:p>
        </p:txBody>
      </p:sp>
      <p:sp>
        <p:nvSpPr>
          <p:cNvPr id="12" name="">
            <a:extLst xmlns:a="http://schemas.openxmlformats.org/drawingml/2006/main">
              <a:ext uri="{FF2B5EF4-FFF2-40B4-BE49-F238E27FC236}">
                <a16:creationId xmlns:a16="http://schemas.microsoft.com/office/drawing/2014/main" id="{43DB0E87-98FD-4B94-969C-B7E6E0B64A87}"/>
              </a:ext>
            </a:extLst>
          </p:cNvPr>
          <p:cNvSpPr>
            <a:spLocks xmlns:a="http://schemas.openxmlformats.org/drawingml/2006/main" noGrp="1"/>
          </p:cNvSpPr>
          <p:nvPr/>
        </p:nvSpPr>
        <p:spPr>
          <a:xfrm xmlns:a="http://schemas.openxmlformats.org/drawingml/2006/main">
            <a:off x="904875" y="41910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66"/>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Automated checks protect shared source</a:t>
            </a:r>
          </a:p>
        </p:txBody>
      </p:sp>
      <p:sp>
        <p:nvSpPr>
          <p:cNvPr id="13" name="">
            <a:extLst xmlns:a="http://schemas.openxmlformats.org/drawingml/2006/main">
              <a:ext uri="{FF2B5EF4-FFF2-40B4-BE49-F238E27FC236}">
                <a16:creationId xmlns:a16="http://schemas.microsoft.com/office/drawing/2014/main" id="{FCDD1B8B-3578-4DA5-AAF8-35E5DCD716E9}"/>
              </a:ext>
            </a:extLst>
          </p:cNvPr>
          <p:cNvSpPr>
            <a:spLocks xmlns:a="http://schemas.openxmlformats.org/drawingml/2006/main" noGrp="1"/>
          </p:cNvSpPr>
          <p:nvPr/>
        </p:nvSpPr>
        <p:spPr>
          <a:xfrm xmlns:a="http://schemas.openxmlformats.org/drawingml/2006/main">
            <a:off x="4476750" y="1762125"/>
            <a:ext cx="3619500" cy="3048000"/>
          </a:xfrm>
          <a:prstGeom xmlns:a="http://schemas.openxmlformats.org/drawingml/2006/main" prst="roundRect">
            <a:avLst>
              <a:gd name="adj" fmla="val 3750"/>
            </a:avLst>
          </a:prstGeom>
          <a:solidFill xmlns:a="http://schemas.openxmlformats.org/drawingml/2006/main">
            <a:srgbClr val="F3F8FC"/>
          </a:solidFill>
          <a:ln xmlns:a="http://schemas.openxmlformats.org/drawingml/2006/main" w="9525">
            <a:solidFill>
              <a:srgbClr val="118B91"/>
            </a:solidFill>
            <a:prstDash val="solid"/>
          </a:ln>
        </p:spPr>
      </p:sp>
      <p:sp>
        <p:nvSpPr>
          <p:cNvPr id="14" name="">
            <a:extLst xmlns:a="http://schemas.openxmlformats.org/drawingml/2006/main">
              <a:ext uri="{FF2B5EF4-FFF2-40B4-BE49-F238E27FC236}">
                <a16:creationId xmlns:a16="http://schemas.microsoft.com/office/drawing/2014/main" id="{91ED7D84-0515-4338-8D3C-24B5572E24B9}"/>
              </a:ext>
            </a:extLst>
          </p:cNvPr>
          <p:cNvSpPr>
            <a:spLocks xmlns:a="http://schemas.openxmlformats.org/drawingml/2006/main" noGrp="1"/>
          </p:cNvSpPr>
          <p:nvPr/>
        </p:nvSpPr>
        <p:spPr>
          <a:xfrm xmlns:a="http://schemas.openxmlformats.org/drawingml/2006/main">
            <a:off x="5857875" y="2047875"/>
            <a:ext cx="857250" cy="857250"/>
          </a:xfrm>
          <a:prstGeom xmlns:a="http://schemas.openxmlformats.org/drawingml/2006/main" prst="ellipse">
            <a:avLst/>
          </a:prstGeom>
          <a:solidFill xmlns:a="http://schemas.openxmlformats.org/drawingml/2006/main">
            <a:srgbClr val="118B9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9BD866B-C88A-48BD-9A94-E85FD6243569}"/>
              </a:ext>
            </a:extLst>
          </p:cNvPr>
          <p:cNvSpPr>
            <a:spLocks xmlns:a="http://schemas.openxmlformats.org/drawingml/2006/main" noGrp="1"/>
          </p:cNvSpPr>
          <p:nvPr/>
        </p:nvSpPr>
        <p:spPr>
          <a:xfrm xmlns:a="http://schemas.openxmlformats.org/drawingml/2006/main">
            <a:off x="5857875" y="22193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CD</a:t>
            </a:r>
          </a:p>
        </p:txBody>
      </p:sp>
      <p:sp>
        <p:nvSpPr>
          <p:cNvPr id="16" name="">
            <a:extLst xmlns:a="http://schemas.openxmlformats.org/drawingml/2006/main">
              <a:ext uri="{FF2B5EF4-FFF2-40B4-BE49-F238E27FC236}">
                <a16:creationId xmlns:a16="http://schemas.microsoft.com/office/drawing/2014/main" id="{1CC82691-88AF-4835-9D59-B489BFF66C34}"/>
              </a:ext>
            </a:extLst>
          </p:cNvPr>
          <p:cNvSpPr>
            <a:spLocks xmlns:a="http://schemas.openxmlformats.org/drawingml/2006/main" noGrp="1"/>
          </p:cNvSpPr>
          <p:nvPr/>
        </p:nvSpPr>
        <p:spPr>
          <a:xfrm xmlns:a="http://schemas.openxmlformats.org/drawingml/2006/main">
            <a:off x="4762500" y="30956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Continuous delivery</a:t>
            </a:r>
          </a:p>
        </p:txBody>
      </p:sp>
      <p:sp>
        <p:nvSpPr>
          <p:cNvPr id="17" name="">
            <a:extLst xmlns:a="http://schemas.openxmlformats.org/drawingml/2006/main">
              <a:ext uri="{FF2B5EF4-FFF2-40B4-BE49-F238E27FC236}">
                <a16:creationId xmlns:a16="http://schemas.microsoft.com/office/drawing/2014/main" id="{B58495F5-9A58-4153-9AA1-7481AA88EA2C}"/>
              </a:ext>
            </a:extLst>
          </p:cNvPr>
          <p:cNvSpPr>
            <a:spLocks xmlns:a="http://schemas.openxmlformats.org/drawingml/2006/main" noGrp="1"/>
          </p:cNvSpPr>
          <p:nvPr/>
        </p:nvSpPr>
        <p:spPr>
          <a:xfrm xmlns:a="http://schemas.openxmlformats.org/drawingml/2006/main">
            <a:off x="4810125" y="36385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Every qualifying artifact is deployable</a:t>
            </a:r>
          </a:p>
        </p:txBody>
      </p:sp>
      <p:sp>
        <p:nvSpPr>
          <p:cNvPr id="18" name="">
            <a:extLst xmlns:a="http://schemas.openxmlformats.org/drawingml/2006/main">
              <a:ext uri="{FF2B5EF4-FFF2-40B4-BE49-F238E27FC236}">
                <a16:creationId xmlns:a16="http://schemas.microsoft.com/office/drawing/2014/main" id="{3F9458F5-EF7B-43D3-BEE8-1177D47F4C12}"/>
              </a:ext>
            </a:extLst>
          </p:cNvPr>
          <p:cNvSpPr>
            <a:spLocks xmlns:a="http://schemas.openxmlformats.org/drawingml/2006/main" noGrp="1"/>
          </p:cNvSpPr>
          <p:nvPr/>
        </p:nvSpPr>
        <p:spPr>
          <a:xfrm xmlns:a="http://schemas.openxmlformats.org/drawingml/2006/main">
            <a:off x="4810125" y="41910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622"/>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Production promotion can require approval</a:t>
            </a:r>
          </a:p>
        </p:txBody>
      </p:sp>
      <p:sp>
        <p:nvSpPr>
          <p:cNvPr id="19" name="">
            <a:extLst xmlns:a="http://schemas.openxmlformats.org/drawingml/2006/main">
              <a:ext uri="{FF2B5EF4-FFF2-40B4-BE49-F238E27FC236}">
                <a16:creationId xmlns:a16="http://schemas.microsoft.com/office/drawing/2014/main" id="{A22796DD-1D66-4A48-8EC5-8DA0D52C4A95}"/>
              </a:ext>
            </a:extLst>
          </p:cNvPr>
          <p:cNvSpPr>
            <a:spLocks xmlns:a="http://schemas.openxmlformats.org/drawingml/2006/main" noGrp="1"/>
          </p:cNvSpPr>
          <p:nvPr/>
        </p:nvSpPr>
        <p:spPr>
          <a:xfrm xmlns:a="http://schemas.openxmlformats.org/drawingml/2006/main">
            <a:off x="8382000" y="1762125"/>
            <a:ext cx="3619500" cy="3048000"/>
          </a:xfrm>
          <a:prstGeom xmlns:a="http://schemas.openxmlformats.org/drawingml/2006/main" prst="roundRect">
            <a:avLst>
              <a:gd name="adj" fmla="val 3750"/>
            </a:avLst>
          </a:prstGeom>
          <a:solidFill xmlns:a="http://schemas.openxmlformats.org/drawingml/2006/main">
            <a:srgbClr val="F3F8FC"/>
          </a:solidFill>
          <a:ln xmlns:a="http://schemas.openxmlformats.org/drawingml/2006/main" w="9525">
            <a:solidFill>
              <a:srgbClr val="1E9B65"/>
            </a:solidFill>
            <a:prstDash val="solid"/>
          </a:ln>
        </p:spPr>
      </p:sp>
      <p:sp>
        <p:nvSpPr>
          <p:cNvPr id="20" name="">
            <a:extLst xmlns:a="http://schemas.openxmlformats.org/drawingml/2006/main">
              <a:ext uri="{FF2B5EF4-FFF2-40B4-BE49-F238E27FC236}">
                <a16:creationId xmlns:a16="http://schemas.microsoft.com/office/drawing/2014/main" id="{D4CB9A60-846B-4FE1-BA8E-75B9508276C8}"/>
              </a:ext>
            </a:extLst>
          </p:cNvPr>
          <p:cNvSpPr>
            <a:spLocks xmlns:a="http://schemas.openxmlformats.org/drawingml/2006/main" noGrp="1"/>
          </p:cNvSpPr>
          <p:nvPr/>
        </p:nvSpPr>
        <p:spPr>
          <a:xfrm xmlns:a="http://schemas.openxmlformats.org/drawingml/2006/main">
            <a:off x="9763125" y="2047875"/>
            <a:ext cx="857250" cy="85725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BDFF38B-0386-48CD-99A8-FC5CA81FDAAA}"/>
              </a:ext>
            </a:extLst>
          </p:cNvPr>
          <p:cNvSpPr>
            <a:spLocks xmlns:a="http://schemas.openxmlformats.org/drawingml/2006/main" noGrp="1"/>
          </p:cNvSpPr>
          <p:nvPr/>
        </p:nvSpPr>
        <p:spPr>
          <a:xfrm xmlns:a="http://schemas.openxmlformats.org/drawingml/2006/main">
            <a:off x="9763125" y="2219325"/>
            <a:ext cx="85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CD</a:t>
            </a:r>
          </a:p>
        </p:txBody>
      </p:sp>
      <p:sp>
        <p:nvSpPr>
          <p:cNvPr id="22" name="">
            <a:extLst xmlns:a="http://schemas.openxmlformats.org/drawingml/2006/main">
              <a:ext uri="{FF2B5EF4-FFF2-40B4-BE49-F238E27FC236}">
                <a16:creationId xmlns:a16="http://schemas.microsoft.com/office/drawing/2014/main" id="{122D178E-7BD8-4A5D-A59E-D426A4EB6ED3}"/>
              </a:ext>
            </a:extLst>
          </p:cNvPr>
          <p:cNvSpPr>
            <a:spLocks xmlns:a="http://schemas.openxmlformats.org/drawingml/2006/main" noGrp="1"/>
          </p:cNvSpPr>
          <p:nvPr/>
        </p:nvSpPr>
        <p:spPr>
          <a:xfrm xmlns:a="http://schemas.openxmlformats.org/drawingml/2006/main">
            <a:off x="8667750" y="309562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Continuous deployment</a:t>
            </a:r>
          </a:p>
        </p:txBody>
      </p:sp>
      <p:sp>
        <p:nvSpPr>
          <p:cNvPr id="23" name="">
            <a:extLst xmlns:a="http://schemas.openxmlformats.org/drawingml/2006/main">
              <a:ext uri="{FF2B5EF4-FFF2-40B4-BE49-F238E27FC236}">
                <a16:creationId xmlns:a16="http://schemas.microsoft.com/office/drawing/2014/main" id="{62E2BC5F-352B-4905-8E79-F3921C0908C9}"/>
              </a:ext>
            </a:extLst>
          </p:cNvPr>
          <p:cNvSpPr>
            <a:spLocks xmlns:a="http://schemas.openxmlformats.org/drawingml/2006/main" noGrp="1"/>
          </p:cNvSpPr>
          <p:nvPr/>
        </p:nvSpPr>
        <p:spPr>
          <a:xfrm xmlns:a="http://schemas.openxmlformats.org/drawingml/2006/main">
            <a:off x="8715375" y="36385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56"/>
          </a:bodyPr>
          <a:lstStyle xmlns:a="http://schemas.openxmlformats.org/drawingml/2006/main"/>
          <a:p xmlns:a="http://schemas.openxmlformats.org/drawingml/2006/main">
            <a:pPr algn="ctr">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Every qualifying release reaches production</a:t>
            </a:r>
          </a:p>
        </p:txBody>
      </p:sp>
      <p:sp>
        <p:nvSpPr>
          <p:cNvPr id="24" name="">
            <a:extLst xmlns:a="http://schemas.openxmlformats.org/drawingml/2006/main">
              <a:ext uri="{FF2B5EF4-FFF2-40B4-BE49-F238E27FC236}">
                <a16:creationId xmlns:a16="http://schemas.microsoft.com/office/drawing/2014/main" id="{C766C59B-FBD6-427B-8D61-D7605C73A3FC}"/>
              </a:ext>
            </a:extLst>
          </p:cNvPr>
          <p:cNvSpPr>
            <a:spLocks xmlns:a="http://schemas.openxmlformats.org/drawingml/2006/main" noGrp="1"/>
          </p:cNvSpPr>
          <p:nvPr/>
        </p:nvSpPr>
        <p:spPr>
          <a:xfrm xmlns:a="http://schemas.openxmlformats.org/drawingml/2006/main">
            <a:off x="8715375" y="41910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87"/>
          </a:bodyPr>
          <a:lstStyle xmlns:a="http://schemas.openxmlformats.org/drawingml/2006/main"/>
          <a:p xmlns:a="http://schemas.openxmlformats.org/drawingml/2006/main">
            <a:pPr algn="ctr">
              <a:defRPr sz="1200" b="0">
                <a:solidFill>
                  <a:srgbClr val="546579"/>
                </a:solidFill>
                <a:latin typeface="Helvetica Neue"/>
                <a:ea typeface="Helvetica Neue"/>
                <a:cs typeface="Helvetica Neue"/>
              </a:defRPr>
            </a:pPr>
            <a:r>
              <a:rPr sz="1200" b="0">
                <a:solidFill>
                  <a:srgbClr val="546579"/>
                </a:solidFill>
                <a:latin typeface="Helvetica Neue"/>
                <a:ea typeface="Helvetica Neue"/>
                <a:cs typeface="Helvetica Neue"/>
              </a:rPr>
              <a:t>Confidence and recovery must support automation</a:t>
            </a:r>
          </a:p>
        </p:txBody>
      </p:sp>
      <p:sp>
        <p:nvSpPr>
          <p:cNvPr id="25" name="">
            <a:extLst xmlns:a="http://schemas.openxmlformats.org/drawingml/2006/main">
              <a:ext uri="{FF2B5EF4-FFF2-40B4-BE49-F238E27FC236}">
                <a16:creationId xmlns:a16="http://schemas.microsoft.com/office/drawing/2014/main" id="{52ADC5F4-48C9-44A1-9109-DFD598A3B8E1}"/>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276C50E-2259-4999-AC70-ADBD49A5CA63}"/>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743EAE9-F844-4E1A-8EBF-2FD6D646A2EF}"/>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Delivery keeps a release ready. Deployment promotes it automatically.</a:t>
            </a:r>
          </a:p>
        </p:txBody>
      </p:sp>
    </p:spTree>
    <p:extLst>
      <p:ext uri="{BB962C8B-B14F-4D97-AF65-F5344CB8AC3E}">
        <p14:creationId xmlns:p14="http://schemas.microsoft.com/office/powerpoint/2010/main" val="14424471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C984F21-3DB8-4ADD-9293-596DA96C4BF1}"/>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7150D8-B60D-4E6B-A790-D365206026A5}"/>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FDCF2B8-9EA5-4CC6-A560-873F6A981268}"/>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F05A7A08-FAE8-4235-A178-339D83EBA2F0}"/>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Value Stream</a:t>
            </a:r>
          </a:p>
        </p:txBody>
      </p:sp>
      <p:sp>
        <p:nvSpPr>
          <p:cNvPr id="5" name="">
            <a:extLst xmlns:a="http://schemas.openxmlformats.org/drawingml/2006/main">
              <a:ext uri="{FF2B5EF4-FFF2-40B4-BE49-F238E27FC236}">
                <a16:creationId xmlns:a16="http://schemas.microsoft.com/office/drawing/2014/main" id="{EFB3204B-1F85-438B-A63C-95B550F30B95}"/>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Elapsed time exposes where delivery actually waits</a:t>
            </a:r>
          </a:p>
        </p:txBody>
      </p:sp>
      <p:sp>
        <p:nvSpPr>
          <p:cNvPr id="6" name="">
            <a:extLst xmlns:a="http://schemas.openxmlformats.org/drawingml/2006/main">
              <a:ext uri="{FF2B5EF4-FFF2-40B4-BE49-F238E27FC236}">
                <a16:creationId xmlns:a16="http://schemas.microsoft.com/office/drawing/2014/main" id="{2ED115CA-0528-4475-917E-48BA41AACB34}"/>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FD07098-25DD-4390-BC67-08584272E62A}"/>
              </a:ext>
            </a:extLst>
          </p:cNvPr>
          <p:cNvSpPr>
            <a:spLocks xmlns:a="http://schemas.openxmlformats.org/drawingml/2006/main" noGrp="1"/>
          </p:cNvSpPr>
          <p:nvPr/>
        </p:nvSpPr>
        <p:spPr>
          <a:xfrm xmlns:a="http://schemas.openxmlformats.org/drawingml/2006/main">
            <a:off x="571500" y="1809750"/>
            <a:ext cx="2026920" cy="1381125"/>
          </a:xfrm>
          <a:prstGeom xmlns:a="http://schemas.openxmlformats.org/drawingml/2006/main" prst="roundRect">
            <a:avLst>
              <a:gd name="adj" fmla="val 8276"/>
            </a:avLst>
          </a:prstGeom>
          <a:solidFill xmlns:a="http://schemas.openxmlformats.org/drawingml/2006/main">
            <a:srgbClr val="F3F8FC"/>
          </a:solidFill>
          <a:ln xmlns:a="http://schemas.openxmlformats.org/drawingml/2006/main" w="9525">
            <a:solidFill>
              <a:srgbClr val="0A6FAF"/>
            </a:solidFill>
            <a:prstDash val="solid"/>
          </a:ln>
        </p:spPr>
      </p:sp>
      <p:sp>
        <p:nvSpPr>
          <p:cNvPr id="8" name="">
            <a:extLst xmlns:a="http://schemas.openxmlformats.org/drawingml/2006/main">
              <a:ext uri="{FF2B5EF4-FFF2-40B4-BE49-F238E27FC236}">
                <a16:creationId xmlns:a16="http://schemas.microsoft.com/office/drawing/2014/main" id="{8010EB77-4138-471B-9CB7-1F4627C385C4}"/>
              </a:ext>
            </a:extLst>
          </p:cNvPr>
          <p:cNvSpPr>
            <a:spLocks xmlns:a="http://schemas.openxmlformats.org/drawingml/2006/main" noGrp="1"/>
          </p:cNvSpPr>
          <p:nvPr/>
        </p:nvSpPr>
        <p:spPr>
          <a:xfrm xmlns:a="http://schemas.openxmlformats.org/drawingml/2006/main">
            <a:off x="1356360" y="190500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2fe23b3fa3d84a5d">
            <a:extLst>
              <a:ext uri="{96DAC541-7B7A-43D3-8B79-37D633B846F1}">
                <asvg:svgBlip xmlns:asvg="http://schemas.microsoft.com/office/drawing/2016/SVG/main" r:embed="Ra40d38932789477c"/>
              </a:ext>
            </a:extLst>
          </a:blip>
          <a:stretch xmlns:a="http://schemas.openxmlformats.org/drawingml/2006/main"/>
        </p:blipFill>
        <p:spPr>
          <a:xfrm xmlns:a="http://schemas.openxmlformats.org/drawingml/2006/main">
            <a:off x="1461135" y="200977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1005A91-6598-4650-ADBB-99640773727F}"/>
              </a:ext>
            </a:extLst>
          </p:cNvPr>
          <p:cNvSpPr>
            <a:spLocks xmlns:a="http://schemas.openxmlformats.org/drawingml/2006/main" noGrp="1"/>
          </p:cNvSpPr>
          <p:nvPr/>
        </p:nvSpPr>
        <p:spPr>
          <a:xfrm xmlns:a="http://schemas.openxmlformats.org/drawingml/2006/main">
            <a:off x="66675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Request</a:t>
            </a:r>
          </a:p>
        </p:txBody>
      </p:sp>
      <p:sp>
        <p:nvSpPr>
          <p:cNvPr id="11" name="">
            <a:extLst xmlns:a="http://schemas.openxmlformats.org/drawingml/2006/main">
              <a:ext uri="{FF2B5EF4-FFF2-40B4-BE49-F238E27FC236}">
                <a16:creationId xmlns:a16="http://schemas.microsoft.com/office/drawing/2014/main" id="{817B96D0-0C3F-4DCD-838F-6F022836C7B1}"/>
              </a:ext>
            </a:extLst>
          </p:cNvPr>
          <p:cNvSpPr>
            <a:spLocks xmlns:a="http://schemas.openxmlformats.org/drawingml/2006/main" noGrp="1"/>
          </p:cNvSpPr>
          <p:nvPr/>
        </p:nvSpPr>
        <p:spPr>
          <a:xfrm xmlns:a="http://schemas.openxmlformats.org/drawingml/2006/main">
            <a:off x="685800" y="2647950"/>
            <a:ext cx="179832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2 hours work</a:t>
            </a:r>
          </a:p>
        </p:txBody>
      </p:sp>
      <p:sp>
        <p:nvSpPr>
          <p:cNvPr id="12" name="">
            <a:extLst xmlns:a="http://schemas.openxmlformats.org/drawingml/2006/main">
              <a:ext uri="{FF2B5EF4-FFF2-40B4-BE49-F238E27FC236}">
                <a16:creationId xmlns:a16="http://schemas.microsoft.com/office/drawing/2014/main" id="{E15CBF74-E2E0-4A7B-BC2A-7DBF5BED372D}"/>
              </a:ext>
            </a:extLst>
          </p:cNvPr>
          <p:cNvSpPr>
            <a:spLocks xmlns:a="http://schemas.openxmlformats.org/drawingml/2006/main" noGrp="1"/>
          </p:cNvSpPr>
          <p:nvPr/>
        </p:nvSpPr>
        <p:spPr>
          <a:xfrm xmlns:a="http://schemas.openxmlformats.org/drawingml/2006/main">
            <a:off x="2827020" y="1809750"/>
            <a:ext cx="2026920" cy="1381125"/>
          </a:xfrm>
          <a:prstGeom xmlns:a="http://schemas.openxmlformats.org/drawingml/2006/main" prst="roundRect">
            <a:avLst>
              <a:gd name="adj" fmla="val 8276"/>
            </a:avLst>
          </a:prstGeom>
          <a:solidFill xmlns:a="http://schemas.openxmlformats.org/drawingml/2006/main">
            <a:srgbClr val="F3F8FC"/>
          </a:solidFill>
          <a:ln xmlns:a="http://schemas.openxmlformats.org/drawingml/2006/main" w="9525">
            <a:solidFill>
              <a:srgbClr val="D64545"/>
            </a:solidFill>
            <a:prstDash val="solid"/>
          </a:ln>
        </p:spPr>
      </p:sp>
      <p:sp>
        <p:nvSpPr>
          <p:cNvPr id="13" name="">
            <a:extLst xmlns:a="http://schemas.openxmlformats.org/drawingml/2006/main">
              <a:ext uri="{FF2B5EF4-FFF2-40B4-BE49-F238E27FC236}">
                <a16:creationId xmlns:a16="http://schemas.microsoft.com/office/drawing/2014/main" id="{47CD040C-02C3-4922-84CD-13A0D3297C0A}"/>
              </a:ext>
            </a:extLst>
          </p:cNvPr>
          <p:cNvSpPr>
            <a:spLocks xmlns:a="http://schemas.openxmlformats.org/drawingml/2006/main" noGrp="1"/>
          </p:cNvSpPr>
          <p:nvPr/>
        </p:nvSpPr>
        <p:spPr>
          <a:xfrm xmlns:a="http://schemas.openxmlformats.org/drawingml/2006/main">
            <a:off x="3611880" y="1905000"/>
            <a:ext cx="457200" cy="457200"/>
          </a:xfrm>
          <a:prstGeom xmlns:a="http://schemas.openxmlformats.org/drawingml/2006/main" prst="ellipse">
            <a:avLst/>
          </a:prstGeom>
          <a:solidFill xmlns:a="http://schemas.openxmlformats.org/drawingml/2006/main">
            <a:srgbClr val="D64545"/>
          </a:solidFill>
          <a:ln xmlns:a="http://schemas.openxmlformats.org/drawingml/2006/main" w="0">
            <a:noFill/>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8d7d86726444458">
            <a:extLst>
              <a:ext uri="{96DAC541-7B7A-43D3-8B79-37D633B846F1}">
                <asvg:svgBlip xmlns:asvg="http://schemas.microsoft.com/office/drawing/2016/SVG/main" r:embed="Rb7aa9e5cd2b349ae"/>
              </a:ext>
            </a:extLst>
          </a:blip>
          <a:stretch xmlns:a="http://schemas.openxmlformats.org/drawingml/2006/main"/>
        </p:blipFill>
        <p:spPr>
          <a:xfrm xmlns:a="http://schemas.openxmlformats.org/drawingml/2006/main">
            <a:off x="3716655" y="200977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75A8F97-F0A5-466B-91C0-FC9923F551C7}"/>
              </a:ext>
            </a:extLst>
          </p:cNvPr>
          <p:cNvSpPr>
            <a:spLocks xmlns:a="http://schemas.openxmlformats.org/drawingml/2006/main" noGrp="1"/>
          </p:cNvSpPr>
          <p:nvPr/>
        </p:nvSpPr>
        <p:spPr>
          <a:xfrm xmlns:a="http://schemas.openxmlformats.org/drawingml/2006/main">
            <a:off x="292227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Review queue</a:t>
            </a:r>
          </a:p>
        </p:txBody>
      </p:sp>
      <p:sp>
        <p:nvSpPr>
          <p:cNvPr id="16" name="">
            <a:extLst xmlns:a="http://schemas.openxmlformats.org/drawingml/2006/main">
              <a:ext uri="{FF2B5EF4-FFF2-40B4-BE49-F238E27FC236}">
                <a16:creationId xmlns:a16="http://schemas.microsoft.com/office/drawing/2014/main" id="{FC56CB06-5E80-4574-ADC4-1AF7157255D3}"/>
              </a:ext>
            </a:extLst>
          </p:cNvPr>
          <p:cNvSpPr>
            <a:spLocks xmlns:a="http://schemas.openxmlformats.org/drawingml/2006/main" noGrp="1"/>
          </p:cNvSpPr>
          <p:nvPr/>
        </p:nvSpPr>
        <p:spPr>
          <a:xfrm xmlns:a="http://schemas.openxmlformats.org/drawingml/2006/main">
            <a:off x="2941320" y="2647950"/>
            <a:ext cx="179832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3 days wait</a:t>
            </a:r>
          </a:p>
        </p:txBody>
      </p:sp>
      <p:sp>
        <p:nvSpPr>
          <p:cNvPr id="17" name="">
            <a:extLst xmlns:a="http://schemas.openxmlformats.org/drawingml/2006/main">
              <a:ext uri="{FF2B5EF4-FFF2-40B4-BE49-F238E27FC236}">
                <a16:creationId xmlns:a16="http://schemas.microsoft.com/office/drawing/2014/main" id="{722D6026-75B2-41C5-8D3C-73315AB8D114}"/>
              </a:ext>
            </a:extLst>
          </p:cNvPr>
          <p:cNvSpPr>
            <a:spLocks xmlns:a="http://schemas.openxmlformats.org/drawingml/2006/main" noGrp="1"/>
          </p:cNvSpPr>
          <p:nvPr/>
        </p:nvSpPr>
        <p:spPr>
          <a:xfrm xmlns:a="http://schemas.openxmlformats.org/drawingml/2006/main">
            <a:off x="263652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68F65CD-EAE3-4DFE-8268-037C935B7387}"/>
              </a:ext>
            </a:extLst>
          </p:cNvPr>
          <p:cNvSpPr>
            <a:spLocks xmlns:a="http://schemas.openxmlformats.org/drawingml/2006/main" noGrp="1"/>
          </p:cNvSpPr>
          <p:nvPr/>
        </p:nvSpPr>
        <p:spPr>
          <a:xfrm xmlns:a="http://schemas.openxmlformats.org/drawingml/2006/main">
            <a:off x="5082540" y="1809750"/>
            <a:ext cx="2026920" cy="1381125"/>
          </a:xfrm>
          <a:prstGeom xmlns:a="http://schemas.openxmlformats.org/drawingml/2006/main" prst="roundRect">
            <a:avLst>
              <a:gd name="adj" fmla="val 8276"/>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B626D30C-31F9-4B86-B983-EFBA548A54EB}"/>
              </a:ext>
            </a:extLst>
          </p:cNvPr>
          <p:cNvSpPr>
            <a:spLocks xmlns:a="http://schemas.openxmlformats.org/drawingml/2006/main" noGrp="1"/>
          </p:cNvSpPr>
          <p:nvPr/>
        </p:nvSpPr>
        <p:spPr>
          <a:xfrm xmlns:a="http://schemas.openxmlformats.org/drawingml/2006/main">
            <a:off x="5867400" y="190500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cb59789bd6c24413">
            <a:extLst>
              <a:ext uri="{96DAC541-7B7A-43D3-8B79-37D633B846F1}">
                <asvg:svgBlip xmlns:asvg="http://schemas.microsoft.com/office/drawing/2016/SVG/main" r:embed="R6b4035cf817d48a3"/>
              </a:ext>
            </a:extLst>
          </a:blip>
          <a:stretch xmlns:a="http://schemas.openxmlformats.org/drawingml/2006/main"/>
        </p:blipFill>
        <p:spPr>
          <a:xfrm xmlns:a="http://schemas.openxmlformats.org/drawingml/2006/main">
            <a:off x="5972175" y="200977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68CF100F-2E82-4A89-B854-10EF596B65E2}"/>
              </a:ext>
            </a:extLst>
          </p:cNvPr>
          <p:cNvSpPr>
            <a:spLocks xmlns:a="http://schemas.openxmlformats.org/drawingml/2006/main" noGrp="1"/>
          </p:cNvSpPr>
          <p:nvPr/>
        </p:nvSpPr>
        <p:spPr>
          <a:xfrm xmlns:a="http://schemas.openxmlformats.org/drawingml/2006/main">
            <a:off x="517779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Test</a:t>
            </a:r>
          </a:p>
        </p:txBody>
      </p:sp>
      <p:sp>
        <p:nvSpPr>
          <p:cNvPr id="22" name="">
            <a:extLst xmlns:a="http://schemas.openxmlformats.org/drawingml/2006/main">
              <a:ext uri="{FF2B5EF4-FFF2-40B4-BE49-F238E27FC236}">
                <a16:creationId xmlns:a16="http://schemas.microsoft.com/office/drawing/2014/main" id="{CDE191E5-5105-49ED-8B1B-421F4CC72044}"/>
              </a:ext>
            </a:extLst>
          </p:cNvPr>
          <p:cNvSpPr>
            <a:spLocks xmlns:a="http://schemas.openxmlformats.org/drawingml/2006/main" noGrp="1"/>
          </p:cNvSpPr>
          <p:nvPr/>
        </p:nvSpPr>
        <p:spPr>
          <a:xfrm xmlns:a="http://schemas.openxmlformats.org/drawingml/2006/main">
            <a:off x="5196840" y="2647950"/>
            <a:ext cx="179832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30 minutes</a:t>
            </a:r>
          </a:p>
        </p:txBody>
      </p:sp>
      <p:sp>
        <p:nvSpPr>
          <p:cNvPr id="23" name="">
            <a:extLst xmlns:a="http://schemas.openxmlformats.org/drawingml/2006/main">
              <a:ext uri="{FF2B5EF4-FFF2-40B4-BE49-F238E27FC236}">
                <a16:creationId xmlns:a16="http://schemas.microsoft.com/office/drawing/2014/main" id="{21F91711-A812-42EB-AF75-AA571355134B}"/>
              </a:ext>
            </a:extLst>
          </p:cNvPr>
          <p:cNvSpPr>
            <a:spLocks xmlns:a="http://schemas.openxmlformats.org/drawingml/2006/main" noGrp="1"/>
          </p:cNvSpPr>
          <p:nvPr/>
        </p:nvSpPr>
        <p:spPr>
          <a:xfrm xmlns:a="http://schemas.openxmlformats.org/drawingml/2006/main">
            <a:off x="489204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6875630-8D38-49A3-A1E8-A9A79401FDF7}"/>
              </a:ext>
            </a:extLst>
          </p:cNvPr>
          <p:cNvSpPr>
            <a:spLocks xmlns:a="http://schemas.openxmlformats.org/drawingml/2006/main" noGrp="1"/>
          </p:cNvSpPr>
          <p:nvPr/>
        </p:nvSpPr>
        <p:spPr>
          <a:xfrm xmlns:a="http://schemas.openxmlformats.org/drawingml/2006/main">
            <a:off x="7338060" y="1809750"/>
            <a:ext cx="2026920" cy="1381125"/>
          </a:xfrm>
          <a:prstGeom xmlns:a="http://schemas.openxmlformats.org/drawingml/2006/main" prst="roundRect">
            <a:avLst>
              <a:gd name="adj" fmla="val 8276"/>
            </a:avLst>
          </a:prstGeom>
          <a:solidFill xmlns:a="http://schemas.openxmlformats.org/drawingml/2006/main">
            <a:srgbClr val="F3F8FC"/>
          </a:solidFill>
          <a:ln xmlns:a="http://schemas.openxmlformats.org/drawingml/2006/main" w="9525">
            <a:solidFill>
              <a:srgbClr val="F28C28"/>
            </a:solidFill>
            <a:prstDash val="solid"/>
          </a:ln>
        </p:spPr>
      </p:sp>
      <p:sp>
        <p:nvSpPr>
          <p:cNvPr id="25" name="">
            <a:extLst xmlns:a="http://schemas.openxmlformats.org/drawingml/2006/main">
              <a:ext uri="{FF2B5EF4-FFF2-40B4-BE49-F238E27FC236}">
                <a16:creationId xmlns:a16="http://schemas.microsoft.com/office/drawing/2014/main" id="{1641CDF0-8B06-4D1B-9B14-8A92F1A2A566}"/>
              </a:ext>
            </a:extLst>
          </p:cNvPr>
          <p:cNvSpPr>
            <a:spLocks xmlns:a="http://schemas.openxmlformats.org/drawingml/2006/main" noGrp="1"/>
          </p:cNvSpPr>
          <p:nvPr/>
        </p:nvSpPr>
        <p:spPr>
          <a:xfrm xmlns:a="http://schemas.openxmlformats.org/drawingml/2006/main">
            <a:off x="8122920" y="190500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de185f84736440aa">
            <a:extLst>
              <a:ext uri="{96DAC541-7B7A-43D3-8B79-37D633B846F1}">
                <asvg:svgBlip xmlns:asvg="http://schemas.microsoft.com/office/drawing/2016/SVG/main" r:embed="Rb7ea784da48e4c97"/>
              </a:ext>
            </a:extLst>
          </a:blip>
          <a:stretch xmlns:a="http://schemas.openxmlformats.org/drawingml/2006/main"/>
        </p:blipFill>
        <p:spPr>
          <a:xfrm xmlns:a="http://schemas.openxmlformats.org/drawingml/2006/main">
            <a:off x="8227695" y="200977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F2625A05-DD4E-4676-8B8D-2E7DF92437DC}"/>
              </a:ext>
            </a:extLst>
          </p:cNvPr>
          <p:cNvSpPr>
            <a:spLocks xmlns:a="http://schemas.openxmlformats.org/drawingml/2006/main" noGrp="1"/>
          </p:cNvSpPr>
          <p:nvPr/>
        </p:nvSpPr>
        <p:spPr>
          <a:xfrm xmlns:a="http://schemas.openxmlformats.org/drawingml/2006/main">
            <a:off x="743331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Approval queue</a:t>
            </a:r>
          </a:p>
        </p:txBody>
      </p:sp>
      <p:sp>
        <p:nvSpPr>
          <p:cNvPr id="28" name="">
            <a:extLst xmlns:a="http://schemas.openxmlformats.org/drawingml/2006/main">
              <a:ext uri="{FF2B5EF4-FFF2-40B4-BE49-F238E27FC236}">
                <a16:creationId xmlns:a16="http://schemas.microsoft.com/office/drawing/2014/main" id="{1DE2AA31-C7E4-49B9-ABE7-90A6775B09ED}"/>
              </a:ext>
            </a:extLst>
          </p:cNvPr>
          <p:cNvSpPr>
            <a:spLocks xmlns:a="http://schemas.openxmlformats.org/drawingml/2006/main" noGrp="1"/>
          </p:cNvSpPr>
          <p:nvPr/>
        </p:nvSpPr>
        <p:spPr>
          <a:xfrm xmlns:a="http://schemas.openxmlformats.org/drawingml/2006/main">
            <a:off x="7452360" y="2647950"/>
            <a:ext cx="179832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2 days wait</a:t>
            </a:r>
          </a:p>
        </p:txBody>
      </p:sp>
      <p:sp>
        <p:nvSpPr>
          <p:cNvPr id="29" name="">
            <a:extLst xmlns:a="http://schemas.openxmlformats.org/drawingml/2006/main">
              <a:ext uri="{FF2B5EF4-FFF2-40B4-BE49-F238E27FC236}">
                <a16:creationId xmlns:a16="http://schemas.microsoft.com/office/drawing/2014/main" id="{9CDC88C7-A498-49C2-8AFC-7D23605F7B2D}"/>
              </a:ext>
            </a:extLst>
          </p:cNvPr>
          <p:cNvSpPr>
            <a:spLocks xmlns:a="http://schemas.openxmlformats.org/drawingml/2006/main" noGrp="1"/>
          </p:cNvSpPr>
          <p:nvPr/>
        </p:nvSpPr>
        <p:spPr>
          <a:xfrm xmlns:a="http://schemas.openxmlformats.org/drawingml/2006/main">
            <a:off x="714756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FDA6E83-0B16-4A9C-978A-334C49CF30DF}"/>
              </a:ext>
            </a:extLst>
          </p:cNvPr>
          <p:cNvSpPr>
            <a:spLocks xmlns:a="http://schemas.openxmlformats.org/drawingml/2006/main" noGrp="1"/>
          </p:cNvSpPr>
          <p:nvPr/>
        </p:nvSpPr>
        <p:spPr>
          <a:xfrm xmlns:a="http://schemas.openxmlformats.org/drawingml/2006/main">
            <a:off x="9593580" y="1809750"/>
            <a:ext cx="2026920" cy="1381125"/>
          </a:xfrm>
          <a:prstGeom xmlns:a="http://schemas.openxmlformats.org/drawingml/2006/main" prst="roundRect">
            <a:avLst>
              <a:gd name="adj" fmla="val 8276"/>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CB54BD14-BEC4-4FC9-B790-7E473B1861FC}"/>
              </a:ext>
            </a:extLst>
          </p:cNvPr>
          <p:cNvSpPr>
            <a:spLocks xmlns:a="http://schemas.openxmlformats.org/drawingml/2006/main" noGrp="1"/>
          </p:cNvSpPr>
          <p:nvPr/>
        </p:nvSpPr>
        <p:spPr>
          <a:xfrm xmlns:a="http://schemas.openxmlformats.org/drawingml/2006/main">
            <a:off x="10378440" y="190500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60720605139b44f6">
            <a:extLst>
              <a:ext uri="{96DAC541-7B7A-43D3-8B79-37D633B846F1}">
                <asvg:svgBlip xmlns:asvg="http://schemas.microsoft.com/office/drawing/2016/SVG/main" r:embed="Raa9db6710fc94c2e"/>
              </a:ext>
            </a:extLst>
          </a:blip>
          <a:stretch xmlns:a="http://schemas.openxmlformats.org/drawingml/2006/main"/>
        </p:blipFill>
        <p:spPr>
          <a:xfrm xmlns:a="http://schemas.openxmlformats.org/drawingml/2006/main">
            <a:off x="10483215" y="200977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EFE0612C-D6B6-4CD7-9EF4-13C1F6E956F9}"/>
              </a:ext>
            </a:extLst>
          </p:cNvPr>
          <p:cNvSpPr>
            <a:spLocks xmlns:a="http://schemas.openxmlformats.org/drawingml/2006/main" noGrp="1"/>
          </p:cNvSpPr>
          <p:nvPr/>
        </p:nvSpPr>
        <p:spPr>
          <a:xfrm xmlns:a="http://schemas.openxmlformats.org/drawingml/2006/main">
            <a:off x="9688830" y="239077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Deploy</a:t>
            </a:r>
          </a:p>
        </p:txBody>
      </p:sp>
      <p:sp>
        <p:nvSpPr>
          <p:cNvPr id="34" name="">
            <a:extLst xmlns:a="http://schemas.openxmlformats.org/drawingml/2006/main">
              <a:ext uri="{FF2B5EF4-FFF2-40B4-BE49-F238E27FC236}">
                <a16:creationId xmlns:a16="http://schemas.microsoft.com/office/drawing/2014/main" id="{A2BB257B-4E18-4DA8-9C12-D47D04A45CF7}"/>
              </a:ext>
            </a:extLst>
          </p:cNvPr>
          <p:cNvSpPr>
            <a:spLocks xmlns:a="http://schemas.openxmlformats.org/drawingml/2006/main" noGrp="1"/>
          </p:cNvSpPr>
          <p:nvPr/>
        </p:nvSpPr>
        <p:spPr>
          <a:xfrm xmlns:a="http://schemas.openxmlformats.org/drawingml/2006/main">
            <a:off x="9707880" y="2647950"/>
            <a:ext cx="179832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20 minutes</a:t>
            </a:r>
          </a:p>
        </p:txBody>
      </p:sp>
      <p:sp>
        <p:nvSpPr>
          <p:cNvPr id="35" name="">
            <a:extLst xmlns:a="http://schemas.openxmlformats.org/drawingml/2006/main">
              <a:ext uri="{FF2B5EF4-FFF2-40B4-BE49-F238E27FC236}">
                <a16:creationId xmlns:a16="http://schemas.microsoft.com/office/drawing/2014/main" id="{E57D9EE5-7E38-4839-BCA5-E9A6755CBB5B}"/>
              </a:ext>
            </a:extLst>
          </p:cNvPr>
          <p:cNvSpPr>
            <a:spLocks xmlns:a="http://schemas.openxmlformats.org/drawingml/2006/main" noGrp="1"/>
          </p:cNvSpPr>
          <p:nvPr/>
        </p:nvSpPr>
        <p:spPr>
          <a:xfrm xmlns:a="http://schemas.openxmlformats.org/drawingml/2006/main">
            <a:off x="9403080" y="2414588"/>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C1890B2-3E7B-4DFE-95D9-189299E350B4}"/>
              </a:ext>
            </a:extLst>
          </p:cNvPr>
          <p:cNvSpPr>
            <a:spLocks xmlns:a="http://schemas.openxmlformats.org/drawingml/2006/main" noGrp="1"/>
          </p:cNvSpPr>
          <p:nvPr/>
        </p:nvSpPr>
        <p:spPr>
          <a:xfrm xmlns:a="http://schemas.openxmlformats.org/drawingml/2006/main">
            <a:off x="1619250" y="3905250"/>
            <a:ext cx="8953500" cy="1143000"/>
          </a:xfrm>
          <a:prstGeom xmlns:a="http://schemas.openxmlformats.org/drawingml/2006/main" prst="roundRect">
            <a:avLst>
              <a:gd name="adj" fmla="val 10000"/>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6BC34B4E-DC89-4D1A-A47F-0B0CDF9873D4}"/>
              </a:ext>
            </a:extLst>
          </p:cNvPr>
          <p:cNvSpPr>
            <a:spLocks xmlns:a="http://schemas.openxmlformats.org/drawingml/2006/main" noGrp="1"/>
          </p:cNvSpPr>
          <p:nvPr/>
        </p:nvSpPr>
        <p:spPr>
          <a:xfrm xmlns:a="http://schemas.openxmlformats.org/drawingml/2006/main">
            <a:off x="1952625" y="4067175"/>
            <a:ext cx="152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D64545"/>
                </a:solidFill>
                <a:latin typeface="Helvetica Neue"/>
                <a:ea typeface="Helvetica Neue"/>
                <a:cs typeface="Helvetica Neue"/>
              </a:defRPr>
            </a:pPr>
            <a:r>
              <a:rPr sz="1425" b="1">
                <a:solidFill>
                  <a:srgbClr val="D64545"/>
                </a:solidFill>
                <a:latin typeface="Helvetica Neue"/>
                <a:ea typeface="Helvetica Neue"/>
                <a:cs typeface="Helvetica Neue"/>
              </a:rPr>
              <a:t>Constraint</a:t>
            </a:r>
          </a:p>
        </p:txBody>
      </p:sp>
      <p:sp>
        <p:nvSpPr>
          <p:cNvPr id="38" name="">
            <a:extLst xmlns:a="http://schemas.openxmlformats.org/drawingml/2006/main">
              <a:ext uri="{FF2B5EF4-FFF2-40B4-BE49-F238E27FC236}">
                <a16:creationId xmlns:a16="http://schemas.microsoft.com/office/drawing/2014/main" id="{BCEA7F2F-9646-4488-A61C-7D41A1C7C029}"/>
              </a:ext>
            </a:extLst>
          </p:cNvPr>
          <p:cNvSpPr>
            <a:spLocks xmlns:a="http://schemas.openxmlformats.org/drawingml/2006/main" noGrp="1"/>
          </p:cNvSpPr>
          <p:nvPr/>
        </p:nvSpPr>
        <p:spPr>
          <a:xfrm xmlns:a="http://schemas.openxmlformats.org/drawingml/2006/main">
            <a:off x="3619500" y="4067175"/>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10243E"/>
                </a:solidFill>
                <a:latin typeface="Helvetica Neue"/>
                <a:ea typeface="Helvetica Neue"/>
                <a:cs typeface="Helvetica Neue"/>
              </a:defRPr>
            </a:pPr>
            <a:r>
              <a:rPr sz="1500" b="1">
                <a:solidFill>
                  <a:srgbClr val="10243E"/>
                </a:solidFill>
                <a:latin typeface="Helvetica Neue"/>
                <a:ea typeface="Helvetica Neue"/>
                <a:cs typeface="Helvetica Neue"/>
              </a:rPr>
              <a:t>Review capacity and environment access</a:t>
            </a:r>
          </a:p>
        </p:txBody>
      </p:sp>
      <p:sp>
        <p:nvSpPr>
          <p:cNvPr id="39" name="">
            <a:extLst xmlns:a="http://schemas.openxmlformats.org/drawingml/2006/main">
              <a:ext uri="{FF2B5EF4-FFF2-40B4-BE49-F238E27FC236}">
                <a16:creationId xmlns:a16="http://schemas.microsoft.com/office/drawing/2014/main" id="{C4335E2C-E3DF-462D-BAD7-2E41C5006993}"/>
              </a:ext>
            </a:extLst>
          </p:cNvPr>
          <p:cNvSpPr>
            <a:spLocks xmlns:a="http://schemas.openxmlformats.org/drawingml/2006/main" noGrp="1"/>
          </p:cNvSpPr>
          <p:nvPr/>
        </p:nvSpPr>
        <p:spPr>
          <a:xfrm xmlns:a="http://schemas.openxmlformats.org/drawingml/2006/main">
            <a:off x="1952625" y="44958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1">
                <a:solidFill>
                  <a:srgbClr val="1E9B65"/>
                </a:solidFill>
                <a:latin typeface="Helvetica Neue"/>
                <a:ea typeface="Helvetica Neue"/>
                <a:cs typeface="Helvetica Neue"/>
              </a:defRPr>
            </a:pPr>
            <a:r>
              <a:rPr sz="1200" b="1">
                <a:solidFill>
                  <a:srgbClr val="1E9B65"/>
                </a:solidFill>
                <a:latin typeface="Helvetica Neue"/>
                <a:ea typeface="Helvetica Neue"/>
                <a:cs typeface="Helvetica Neue"/>
              </a:rPr>
              <a:t>Improvement experiment</a:t>
            </a:r>
          </a:p>
        </p:txBody>
      </p:sp>
      <p:sp>
        <p:nvSpPr>
          <p:cNvPr id="40" name="">
            <a:extLst xmlns:a="http://schemas.openxmlformats.org/drawingml/2006/main">
              <a:ext uri="{FF2B5EF4-FFF2-40B4-BE49-F238E27FC236}">
                <a16:creationId xmlns:a16="http://schemas.microsoft.com/office/drawing/2014/main" id="{3FCE5ACE-39E0-4202-851D-DFB4C5E806B0}"/>
              </a:ext>
            </a:extLst>
          </p:cNvPr>
          <p:cNvSpPr>
            <a:spLocks xmlns:a="http://schemas.openxmlformats.org/drawingml/2006/main" noGrp="1"/>
          </p:cNvSpPr>
          <p:nvPr/>
        </p:nvSpPr>
        <p:spPr>
          <a:xfrm xmlns:a="http://schemas.openxmlformats.org/drawingml/2006/main">
            <a:off x="4095750" y="44958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l">
              <a:defRPr sz="1275" b="0">
                <a:solidFill>
                  <a:srgbClr val="10243E"/>
                </a:solidFill>
                <a:latin typeface="Helvetica Neue"/>
                <a:ea typeface="Helvetica Neue"/>
                <a:cs typeface="Helvetica Neue"/>
              </a:defRPr>
            </a:pPr>
            <a:r>
              <a:rPr sz="1275" b="0">
                <a:solidFill>
                  <a:srgbClr val="10243E"/>
                </a:solidFill>
                <a:latin typeface="Helvetica Neue"/>
                <a:ea typeface="Helvetica Neue"/>
                <a:cs typeface="Helvetica Neue"/>
              </a:rPr>
              <a:t>Automate environment creation and cap work in progress</a:t>
            </a:r>
          </a:p>
        </p:txBody>
      </p:sp>
      <p:sp>
        <p:nvSpPr>
          <p:cNvPr id="41" name="">
            <a:extLst xmlns:a="http://schemas.openxmlformats.org/drawingml/2006/main">
              <a:ext uri="{FF2B5EF4-FFF2-40B4-BE49-F238E27FC236}">
                <a16:creationId xmlns:a16="http://schemas.microsoft.com/office/drawing/2014/main" id="{D91BDB45-FE57-4FE9-A315-34549BDA1BA0}"/>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3EC6557-70F7-4477-91D4-E445689CE6D5}"/>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7E68896-C3FD-4898-901F-1B64D86C9586}"/>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Optimizing execution time has little effect while work waits in queues.</a:t>
            </a:r>
          </a:p>
        </p:txBody>
      </p:sp>
    </p:spTree>
    <p:extLst>
      <p:ext uri="{BB962C8B-B14F-4D97-AF65-F5344CB8AC3E}">
        <p14:creationId xmlns:p14="http://schemas.microsoft.com/office/powerpoint/2010/main" val="1073944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A669413-A78C-4796-A88A-6EA94E0F9143}"/>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17DF0D-F661-4666-BC98-AE1CB28D847B}"/>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7860A4-EE12-44D8-8EAF-32639248224D}"/>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F1227DC5-710D-421E-B701-408D22468252}"/>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Network Automation</a:t>
            </a:r>
          </a:p>
        </p:txBody>
      </p:sp>
      <p:sp>
        <p:nvSpPr>
          <p:cNvPr id="5" name="">
            <a:extLst xmlns:a="http://schemas.openxmlformats.org/drawingml/2006/main">
              <a:ext uri="{FF2B5EF4-FFF2-40B4-BE49-F238E27FC236}">
                <a16:creationId xmlns:a16="http://schemas.microsoft.com/office/drawing/2014/main" id="{4F6E59F7-C440-4A18-BB93-F84AB57083E0}"/>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DevOps controls strengthen an existing automation application</a:t>
            </a:r>
          </a:p>
        </p:txBody>
      </p:sp>
      <p:sp>
        <p:nvSpPr>
          <p:cNvPr id="6" name="">
            <a:extLst xmlns:a="http://schemas.openxmlformats.org/drawingml/2006/main">
              <a:ext uri="{FF2B5EF4-FFF2-40B4-BE49-F238E27FC236}">
                <a16:creationId xmlns:a16="http://schemas.microsoft.com/office/drawing/2014/main" id="{354F7318-C553-426D-8C6D-893538DF4A0C}"/>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92191F-A093-4819-8D3A-8F317E32C0C3}"/>
              </a:ext>
            </a:extLst>
          </p:cNvPr>
          <p:cNvSpPr>
            <a:spLocks xmlns:a="http://schemas.openxmlformats.org/drawingml/2006/main" noGrp="1"/>
          </p:cNvSpPr>
          <p:nvPr/>
        </p:nvSpPr>
        <p:spPr>
          <a:xfrm xmlns:a="http://schemas.openxmlformats.org/drawingml/2006/main">
            <a:off x="571500" y="1714500"/>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F28C28"/>
            </a:solidFill>
            <a:prstDash val="solid"/>
          </a:ln>
        </p:spPr>
      </p:sp>
      <p:sp>
        <p:nvSpPr>
          <p:cNvPr id="8" name="">
            <a:extLst xmlns:a="http://schemas.openxmlformats.org/drawingml/2006/main">
              <a:ext uri="{FF2B5EF4-FFF2-40B4-BE49-F238E27FC236}">
                <a16:creationId xmlns:a16="http://schemas.microsoft.com/office/drawing/2014/main" id="{A654F22F-0038-40F1-9BF8-07A1E28E8D0B}"/>
              </a:ext>
            </a:extLst>
          </p:cNvPr>
          <p:cNvSpPr>
            <a:spLocks xmlns:a="http://schemas.openxmlformats.org/drawingml/2006/main" noGrp="1"/>
          </p:cNvSpPr>
          <p:nvPr/>
        </p:nvSpPr>
        <p:spPr>
          <a:xfrm xmlns:a="http://schemas.openxmlformats.org/drawingml/2006/main">
            <a:off x="1356360" y="180975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8b7f24ace13145d1">
            <a:extLst>
              <a:ext uri="{96DAC541-7B7A-43D3-8B79-37D633B846F1}">
                <asvg:svgBlip xmlns:asvg="http://schemas.microsoft.com/office/drawing/2016/SVG/main" r:embed="R42f20e3859d74f0c"/>
              </a:ext>
            </a:extLst>
          </a:blip>
          <a:stretch xmlns:a="http://schemas.openxmlformats.org/drawingml/2006/main"/>
        </p:blipFill>
        <p:spPr>
          <a:xfrm xmlns:a="http://schemas.openxmlformats.org/drawingml/2006/main">
            <a:off x="1461135" y="191452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2898019-061C-4E12-9353-017B29CC61A5}"/>
              </a:ext>
            </a:extLst>
          </p:cNvPr>
          <p:cNvSpPr>
            <a:spLocks xmlns:a="http://schemas.openxmlformats.org/drawingml/2006/main" noGrp="1"/>
          </p:cNvSpPr>
          <p:nvPr/>
        </p:nvSpPr>
        <p:spPr>
          <a:xfrm xmlns:a="http://schemas.openxmlformats.org/drawingml/2006/main">
            <a:off x="66675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Intent</a:t>
            </a:r>
          </a:p>
        </p:txBody>
      </p:sp>
      <p:sp>
        <p:nvSpPr>
          <p:cNvPr id="11" name="">
            <a:extLst xmlns:a="http://schemas.openxmlformats.org/drawingml/2006/main">
              <a:ext uri="{FF2B5EF4-FFF2-40B4-BE49-F238E27FC236}">
                <a16:creationId xmlns:a16="http://schemas.microsoft.com/office/drawing/2014/main" id="{27950FE4-2D41-4A92-B500-6530294F8E12}"/>
              </a:ext>
            </a:extLst>
          </p:cNvPr>
          <p:cNvSpPr>
            <a:spLocks xmlns:a="http://schemas.openxmlformats.org/drawingml/2006/main" noGrp="1"/>
          </p:cNvSpPr>
          <p:nvPr/>
        </p:nvSpPr>
        <p:spPr>
          <a:xfrm xmlns:a="http://schemas.openxmlformats.org/drawingml/2006/main">
            <a:off x="685800" y="2552700"/>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Reviewed data</a:t>
            </a:r>
          </a:p>
        </p:txBody>
      </p:sp>
      <p:sp>
        <p:nvSpPr>
          <p:cNvPr id="12" name="">
            <a:extLst xmlns:a="http://schemas.openxmlformats.org/drawingml/2006/main">
              <a:ext uri="{FF2B5EF4-FFF2-40B4-BE49-F238E27FC236}">
                <a16:creationId xmlns:a16="http://schemas.microsoft.com/office/drawing/2014/main" id="{DD1F005F-8EC5-4820-B0BE-A9DF090F0E13}"/>
              </a:ext>
            </a:extLst>
          </p:cNvPr>
          <p:cNvSpPr>
            <a:spLocks xmlns:a="http://schemas.openxmlformats.org/drawingml/2006/main" noGrp="1"/>
          </p:cNvSpPr>
          <p:nvPr/>
        </p:nvSpPr>
        <p:spPr>
          <a:xfrm xmlns:a="http://schemas.openxmlformats.org/drawingml/2006/main">
            <a:off x="2827020" y="1714500"/>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0A6FAF"/>
            </a:solidFill>
            <a:prstDash val="solid"/>
          </a:ln>
        </p:spPr>
      </p:sp>
      <p:sp>
        <p:nvSpPr>
          <p:cNvPr id="13" name="">
            <a:extLst xmlns:a="http://schemas.openxmlformats.org/drawingml/2006/main">
              <a:ext uri="{FF2B5EF4-FFF2-40B4-BE49-F238E27FC236}">
                <a16:creationId xmlns:a16="http://schemas.microsoft.com/office/drawing/2014/main" id="{EF7CEEC5-60AE-435A-B1E0-2CDAF1C8F02E}"/>
              </a:ext>
            </a:extLst>
          </p:cNvPr>
          <p:cNvSpPr>
            <a:spLocks xmlns:a="http://schemas.openxmlformats.org/drawingml/2006/main" noGrp="1"/>
          </p:cNvSpPr>
          <p:nvPr/>
        </p:nvSpPr>
        <p:spPr>
          <a:xfrm xmlns:a="http://schemas.openxmlformats.org/drawingml/2006/main">
            <a:off x="3611880" y="180975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a3770ee8b74e4cc5">
            <a:extLst>
              <a:ext uri="{96DAC541-7B7A-43D3-8B79-37D633B846F1}">
                <asvg:svgBlip xmlns:asvg="http://schemas.microsoft.com/office/drawing/2016/SVG/main" r:embed="R8a5f56d1be354dbc"/>
              </a:ext>
            </a:extLst>
          </a:blip>
          <a:stretch xmlns:a="http://schemas.openxmlformats.org/drawingml/2006/main"/>
        </p:blipFill>
        <p:spPr>
          <a:xfrm xmlns:a="http://schemas.openxmlformats.org/drawingml/2006/main">
            <a:off x="3716655" y="191452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A287D95-563D-42C4-A726-E8BD2547C533}"/>
              </a:ext>
            </a:extLst>
          </p:cNvPr>
          <p:cNvSpPr>
            <a:spLocks xmlns:a="http://schemas.openxmlformats.org/drawingml/2006/main" noGrp="1"/>
          </p:cNvSpPr>
          <p:nvPr/>
        </p:nvSpPr>
        <p:spPr>
          <a:xfrm xmlns:a="http://schemas.openxmlformats.org/drawingml/2006/main">
            <a:off x="292227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Application</a:t>
            </a:r>
          </a:p>
        </p:txBody>
      </p:sp>
      <p:sp>
        <p:nvSpPr>
          <p:cNvPr id="16" name="">
            <a:extLst xmlns:a="http://schemas.openxmlformats.org/drawingml/2006/main">
              <a:ext uri="{FF2B5EF4-FFF2-40B4-BE49-F238E27FC236}">
                <a16:creationId xmlns:a16="http://schemas.microsoft.com/office/drawing/2014/main" id="{2CB61B69-D4C4-46D1-9ED5-55A282990914}"/>
              </a:ext>
            </a:extLst>
          </p:cNvPr>
          <p:cNvSpPr>
            <a:spLocks xmlns:a="http://schemas.openxmlformats.org/drawingml/2006/main" noGrp="1"/>
          </p:cNvSpPr>
          <p:nvPr/>
        </p:nvSpPr>
        <p:spPr>
          <a:xfrm xmlns:a="http://schemas.openxmlformats.org/drawingml/2006/main">
            <a:off x="2941320" y="2552700"/>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Python or Ansible</a:t>
            </a:r>
          </a:p>
        </p:txBody>
      </p:sp>
      <p:sp>
        <p:nvSpPr>
          <p:cNvPr id="17" name="">
            <a:extLst xmlns:a="http://schemas.openxmlformats.org/drawingml/2006/main">
              <a:ext uri="{FF2B5EF4-FFF2-40B4-BE49-F238E27FC236}">
                <a16:creationId xmlns:a16="http://schemas.microsoft.com/office/drawing/2014/main" id="{794D8AB7-B037-4DAF-82CA-4CC78382A72D}"/>
              </a:ext>
            </a:extLst>
          </p:cNvPr>
          <p:cNvSpPr>
            <a:spLocks xmlns:a="http://schemas.openxmlformats.org/drawingml/2006/main" noGrp="1"/>
          </p:cNvSpPr>
          <p:nvPr/>
        </p:nvSpPr>
        <p:spPr>
          <a:xfrm xmlns:a="http://schemas.openxmlformats.org/drawingml/2006/main">
            <a:off x="2636520" y="234315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C874958-B958-4EEC-959A-02138CB227A5}"/>
              </a:ext>
            </a:extLst>
          </p:cNvPr>
          <p:cNvSpPr>
            <a:spLocks xmlns:a="http://schemas.openxmlformats.org/drawingml/2006/main" noGrp="1"/>
          </p:cNvSpPr>
          <p:nvPr/>
        </p:nvSpPr>
        <p:spPr>
          <a:xfrm xmlns:a="http://schemas.openxmlformats.org/drawingml/2006/main">
            <a:off x="5082540" y="1714500"/>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118B91"/>
            </a:solidFill>
            <a:prstDash val="solid"/>
          </a:ln>
        </p:spPr>
      </p:sp>
      <p:sp>
        <p:nvSpPr>
          <p:cNvPr id="19" name="">
            <a:extLst xmlns:a="http://schemas.openxmlformats.org/drawingml/2006/main">
              <a:ext uri="{FF2B5EF4-FFF2-40B4-BE49-F238E27FC236}">
                <a16:creationId xmlns:a16="http://schemas.microsoft.com/office/drawing/2014/main" id="{55124791-5126-48CE-9F24-0206180FE520}"/>
              </a:ext>
            </a:extLst>
          </p:cNvPr>
          <p:cNvSpPr>
            <a:spLocks xmlns:a="http://schemas.openxmlformats.org/drawingml/2006/main" noGrp="1"/>
          </p:cNvSpPr>
          <p:nvPr/>
        </p:nvSpPr>
        <p:spPr>
          <a:xfrm xmlns:a="http://schemas.openxmlformats.org/drawingml/2006/main">
            <a:off x="5867400" y="180975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363f5ed4f8eb49ac">
            <a:extLst>
              <a:ext uri="{96DAC541-7B7A-43D3-8B79-37D633B846F1}">
                <asvg:svgBlip xmlns:asvg="http://schemas.microsoft.com/office/drawing/2016/SVG/main" r:embed="R5ca746b1916f4e8e"/>
              </a:ext>
            </a:extLst>
          </a:blip>
          <a:stretch xmlns:a="http://schemas.openxmlformats.org/drawingml/2006/main"/>
        </p:blipFill>
        <p:spPr>
          <a:xfrm xmlns:a="http://schemas.openxmlformats.org/drawingml/2006/main">
            <a:off x="5972175" y="191452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0247FC6-D816-435E-9703-1F248B0BC733}"/>
              </a:ext>
            </a:extLst>
          </p:cNvPr>
          <p:cNvSpPr>
            <a:spLocks xmlns:a="http://schemas.openxmlformats.org/drawingml/2006/main" noGrp="1"/>
          </p:cNvSpPr>
          <p:nvPr/>
        </p:nvSpPr>
        <p:spPr>
          <a:xfrm xmlns:a="http://schemas.openxmlformats.org/drawingml/2006/main">
            <a:off x="517779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Tests</a:t>
            </a:r>
          </a:p>
        </p:txBody>
      </p:sp>
      <p:sp>
        <p:nvSpPr>
          <p:cNvPr id="22" name="">
            <a:extLst xmlns:a="http://schemas.openxmlformats.org/drawingml/2006/main">
              <a:ext uri="{FF2B5EF4-FFF2-40B4-BE49-F238E27FC236}">
                <a16:creationId xmlns:a16="http://schemas.microsoft.com/office/drawing/2014/main" id="{C2A2FE9F-C243-4F29-A875-BF660DACF383}"/>
              </a:ext>
            </a:extLst>
          </p:cNvPr>
          <p:cNvSpPr>
            <a:spLocks xmlns:a="http://schemas.openxmlformats.org/drawingml/2006/main" noGrp="1"/>
          </p:cNvSpPr>
          <p:nvPr/>
        </p:nvSpPr>
        <p:spPr>
          <a:xfrm xmlns:a="http://schemas.openxmlformats.org/drawingml/2006/main">
            <a:off x="5196840" y="2552700"/>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Offline and sandbox</a:t>
            </a:r>
          </a:p>
        </p:txBody>
      </p:sp>
      <p:sp>
        <p:nvSpPr>
          <p:cNvPr id="23" name="">
            <a:extLst xmlns:a="http://schemas.openxmlformats.org/drawingml/2006/main">
              <a:ext uri="{FF2B5EF4-FFF2-40B4-BE49-F238E27FC236}">
                <a16:creationId xmlns:a16="http://schemas.microsoft.com/office/drawing/2014/main" id="{15B879CE-8729-41A2-865B-8282D2A5A8DB}"/>
              </a:ext>
            </a:extLst>
          </p:cNvPr>
          <p:cNvSpPr>
            <a:spLocks xmlns:a="http://schemas.openxmlformats.org/drawingml/2006/main" noGrp="1"/>
          </p:cNvSpPr>
          <p:nvPr/>
        </p:nvSpPr>
        <p:spPr>
          <a:xfrm xmlns:a="http://schemas.openxmlformats.org/drawingml/2006/main">
            <a:off x="4892040" y="234315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C1A6280-A8C3-48A0-BD68-C49EF8B530FD}"/>
              </a:ext>
            </a:extLst>
          </p:cNvPr>
          <p:cNvSpPr>
            <a:spLocks xmlns:a="http://schemas.openxmlformats.org/drawingml/2006/main" noGrp="1"/>
          </p:cNvSpPr>
          <p:nvPr/>
        </p:nvSpPr>
        <p:spPr>
          <a:xfrm xmlns:a="http://schemas.openxmlformats.org/drawingml/2006/main">
            <a:off x="7338060" y="1714500"/>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5E1EE49A-D928-404C-8216-3CE423FF5CCC}"/>
              </a:ext>
            </a:extLst>
          </p:cNvPr>
          <p:cNvSpPr>
            <a:spLocks xmlns:a="http://schemas.openxmlformats.org/drawingml/2006/main" noGrp="1"/>
          </p:cNvSpPr>
          <p:nvPr/>
        </p:nvSpPr>
        <p:spPr>
          <a:xfrm xmlns:a="http://schemas.openxmlformats.org/drawingml/2006/main">
            <a:off x="8122920" y="180975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491a0aa6b8d74873">
            <a:extLst>
              <a:ext uri="{96DAC541-7B7A-43D3-8B79-37D633B846F1}">
                <asvg:svgBlip xmlns:asvg="http://schemas.microsoft.com/office/drawing/2016/SVG/main" r:embed="R5d1ac3f0d61c48da"/>
              </a:ext>
            </a:extLst>
          </a:blip>
          <a:stretch xmlns:a="http://schemas.openxmlformats.org/drawingml/2006/main"/>
        </p:blipFill>
        <p:spPr>
          <a:xfrm xmlns:a="http://schemas.openxmlformats.org/drawingml/2006/main">
            <a:off x="8227695" y="191452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D7955EE0-52D4-4EF8-9236-BB547EAC0708}"/>
              </a:ext>
            </a:extLst>
          </p:cNvPr>
          <p:cNvSpPr>
            <a:spLocks xmlns:a="http://schemas.openxmlformats.org/drawingml/2006/main" noGrp="1"/>
          </p:cNvSpPr>
          <p:nvPr/>
        </p:nvSpPr>
        <p:spPr>
          <a:xfrm xmlns:a="http://schemas.openxmlformats.org/drawingml/2006/main">
            <a:off x="743331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Release</a:t>
            </a:r>
          </a:p>
        </p:txBody>
      </p:sp>
      <p:sp>
        <p:nvSpPr>
          <p:cNvPr id="28" name="">
            <a:extLst xmlns:a="http://schemas.openxmlformats.org/drawingml/2006/main">
              <a:ext uri="{FF2B5EF4-FFF2-40B4-BE49-F238E27FC236}">
                <a16:creationId xmlns:a16="http://schemas.microsoft.com/office/drawing/2014/main" id="{A7EDCA01-81C5-4A8A-9397-289E37B6E6AB}"/>
              </a:ext>
            </a:extLst>
          </p:cNvPr>
          <p:cNvSpPr>
            <a:spLocks xmlns:a="http://schemas.openxmlformats.org/drawingml/2006/main" noGrp="1"/>
          </p:cNvSpPr>
          <p:nvPr/>
        </p:nvSpPr>
        <p:spPr>
          <a:xfrm xmlns:a="http://schemas.openxmlformats.org/drawingml/2006/main">
            <a:off x="7452360" y="2552700"/>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Identified artifact</a:t>
            </a:r>
          </a:p>
        </p:txBody>
      </p:sp>
      <p:sp>
        <p:nvSpPr>
          <p:cNvPr id="29" name="">
            <a:extLst xmlns:a="http://schemas.openxmlformats.org/drawingml/2006/main">
              <a:ext uri="{FF2B5EF4-FFF2-40B4-BE49-F238E27FC236}">
                <a16:creationId xmlns:a16="http://schemas.microsoft.com/office/drawing/2014/main" id="{09D1E4F4-9BF6-469F-9F42-C5B532A1724C}"/>
              </a:ext>
            </a:extLst>
          </p:cNvPr>
          <p:cNvSpPr>
            <a:spLocks xmlns:a="http://schemas.openxmlformats.org/drawingml/2006/main" noGrp="1"/>
          </p:cNvSpPr>
          <p:nvPr/>
        </p:nvSpPr>
        <p:spPr>
          <a:xfrm xmlns:a="http://schemas.openxmlformats.org/drawingml/2006/main">
            <a:off x="7147560" y="234315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557772D-7E87-40BC-AAB7-7995448A384E}"/>
              </a:ext>
            </a:extLst>
          </p:cNvPr>
          <p:cNvSpPr>
            <a:spLocks xmlns:a="http://schemas.openxmlformats.org/drawingml/2006/main" noGrp="1"/>
          </p:cNvSpPr>
          <p:nvPr/>
        </p:nvSpPr>
        <p:spPr>
          <a:xfrm xmlns:a="http://schemas.openxmlformats.org/drawingml/2006/main">
            <a:off x="9593580" y="1714500"/>
            <a:ext cx="2026920"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230A4938-FEFA-412C-A2D7-9479E0282472}"/>
              </a:ext>
            </a:extLst>
          </p:cNvPr>
          <p:cNvSpPr>
            <a:spLocks xmlns:a="http://schemas.openxmlformats.org/drawingml/2006/main" noGrp="1"/>
          </p:cNvSpPr>
          <p:nvPr/>
        </p:nvSpPr>
        <p:spPr>
          <a:xfrm xmlns:a="http://schemas.openxmlformats.org/drawingml/2006/main">
            <a:off x="10378440" y="180975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17bd40ccb66a48e0">
            <a:extLst>
              <a:ext uri="{96DAC541-7B7A-43D3-8B79-37D633B846F1}">
                <asvg:svgBlip xmlns:asvg="http://schemas.microsoft.com/office/drawing/2016/SVG/main" r:embed="R03d772cd5fd34308"/>
              </a:ext>
            </a:extLst>
          </a:blip>
          <a:stretch xmlns:a="http://schemas.openxmlformats.org/drawingml/2006/main"/>
        </p:blipFill>
        <p:spPr>
          <a:xfrm xmlns:a="http://schemas.openxmlformats.org/drawingml/2006/main">
            <a:off x="10483215" y="191452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58CC2D6E-5F58-4F3C-9875-3275476E1240}"/>
              </a:ext>
            </a:extLst>
          </p:cNvPr>
          <p:cNvSpPr>
            <a:spLocks xmlns:a="http://schemas.openxmlformats.org/drawingml/2006/main" noGrp="1"/>
          </p:cNvSpPr>
          <p:nvPr/>
        </p:nvSpPr>
        <p:spPr>
          <a:xfrm xmlns:a="http://schemas.openxmlformats.org/drawingml/2006/main">
            <a:off x="968883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Outcome</a:t>
            </a:r>
          </a:p>
        </p:txBody>
      </p:sp>
      <p:sp>
        <p:nvSpPr>
          <p:cNvPr id="34" name="">
            <a:extLst xmlns:a="http://schemas.openxmlformats.org/drawingml/2006/main">
              <a:ext uri="{FF2B5EF4-FFF2-40B4-BE49-F238E27FC236}">
                <a16:creationId xmlns:a16="http://schemas.microsoft.com/office/drawing/2014/main" id="{E10A098F-24AD-4B69-8F58-CA1554F9111F}"/>
              </a:ext>
            </a:extLst>
          </p:cNvPr>
          <p:cNvSpPr>
            <a:spLocks xmlns:a="http://schemas.openxmlformats.org/drawingml/2006/main" noGrp="1"/>
          </p:cNvSpPr>
          <p:nvPr/>
        </p:nvSpPr>
        <p:spPr>
          <a:xfrm xmlns:a="http://schemas.openxmlformats.org/drawingml/2006/main">
            <a:off x="9707880" y="2552700"/>
            <a:ext cx="179832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State and service</a:t>
            </a:r>
          </a:p>
        </p:txBody>
      </p:sp>
      <p:sp>
        <p:nvSpPr>
          <p:cNvPr id="35" name="">
            <a:extLst xmlns:a="http://schemas.openxmlformats.org/drawingml/2006/main">
              <a:ext uri="{FF2B5EF4-FFF2-40B4-BE49-F238E27FC236}">
                <a16:creationId xmlns:a16="http://schemas.microsoft.com/office/drawing/2014/main" id="{1E7CA58F-012C-4A7C-A715-5EFF09667A4E}"/>
              </a:ext>
            </a:extLst>
          </p:cNvPr>
          <p:cNvSpPr>
            <a:spLocks xmlns:a="http://schemas.openxmlformats.org/drawingml/2006/main" noGrp="1"/>
          </p:cNvSpPr>
          <p:nvPr/>
        </p:nvSpPr>
        <p:spPr>
          <a:xfrm xmlns:a="http://schemas.openxmlformats.org/drawingml/2006/main">
            <a:off x="9403080" y="2343150"/>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E4D9712-37D6-4F27-829F-8FF6565848BF}"/>
              </a:ext>
            </a:extLst>
          </p:cNvPr>
          <p:cNvSpPr>
            <a:spLocks xmlns:a="http://schemas.openxmlformats.org/drawingml/2006/main" noGrp="1"/>
          </p:cNvSpPr>
          <p:nvPr/>
        </p:nvSpPr>
        <p:spPr>
          <a:xfrm xmlns:a="http://schemas.openxmlformats.org/drawingml/2006/main">
            <a:off x="1047750" y="3905250"/>
            <a:ext cx="29527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C8D7E5"/>
            </a:solidFill>
            <a:prstDash val="solid"/>
          </a:ln>
        </p:spPr>
      </p:sp>
      <p:sp>
        <p:nvSpPr>
          <p:cNvPr id="37" name="">
            <a:extLst xmlns:a="http://schemas.openxmlformats.org/drawingml/2006/main">
              <a:ext uri="{FF2B5EF4-FFF2-40B4-BE49-F238E27FC236}">
                <a16:creationId xmlns:a16="http://schemas.microsoft.com/office/drawing/2014/main" id="{11B4B44B-1E37-4EE4-9A47-F5B1F2AC132F}"/>
              </a:ext>
            </a:extLst>
          </p:cNvPr>
          <p:cNvSpPr>
            <a:spLocks xmlns:a="http://schemas.openxmlformats.org/drawingml/2006/main" noGrp="1"/>
          </p:cNvSpPr>
          <p:nvPr/>
        </p:nvSpPr>
        <p:spPr>
          <a:xfrm xmlns:a="http://schemas.openxmlformats.org/drawingml/2006/main">
            <a:off x="1047750" y="3905250"/>
            <a:ext cx="76200" cy="1190625"/>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EF60D6B-065C-4DE6-B32A-2787BF0831B1}"/>
              </a:ext>
            </a:extLst>
          </p:cNvPr>
          <p:cNvSpPr>
            <a:spLocks xmlns:a="http://schemas.openxmlformats.org/drawingml/2006/main" noGrp="1"/>
          </p:cNvSpPr>
          <p:nvPr/>
        </p:nvSpPr>
        <p:spPr>
          <a:xfrm xmlns:a="http://schemas.openxmlformats.org/drawingml/2006/main">
            <a:off x="1257300" y="4076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Before change</a:t>
            </a:r>
          </a:p>
        </p:txBody>
      </p:sp>
      <p:sp>
        <p:nvSpPr>
          <p:cNvPr id="39" name="">
            <a:extLst xmlns:a="http://schemas.openxmlformats.org/drawingml/2006/main">
              <a:ext uri="{FF2B5EF4-FFF2-40B4-BE49-F238E27FC236}">
                <a16:creationId xmlns:a16="http://schemas.microsoft.com/office/drawing/2014/main" id="{E9CE06C5-2D92-4B5E-BD0F-393A7E39B34A}"/>
              </a:ext>
            </a:extLst>
          </p:cNvPr>
          <p:cNvSpPr>
            <a:spLocks xmlns:a="http://schemas.openxmlformats.org/drawingml/2006/main" noGrp="1"/>
          </p:cNvSpPr>
          <p:nvPr/>
        </p:nvSpPr>
        <p:spPr>
          <a:xfrm xmlns:a="http://schemas.openxmlformats.org/drawingml/2006/main">
            <a:off x="1257300" y="4467225"/>
            <a:ext cx="2552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Target identity, baseline health, scope, expected difference</a:t>
            </a:r>
          </a:p>
        </p:txBody>
      </p:sp>
      <p:sp>
        <p:nvSpPr>
          <p:cNvPr id="40" name="">
            <a:extLst xmlns:a="http://schemas.openxmlformats.org/drawingml/2006/main">
              <a:ext uri="{FF2B5EF4-FFF2-40B4-BE49-F238E27FC236}">
                <a16:creationId xmlns:a16="http://schemas.microsoft.com/office/drawing/2014/main" id="{2CC1A136-579A-4C49-9817-E28BF41E5DA8}"/>
              </a:ext>
            </a:extLst>
          </p:cNvPr>
          <p:cNvSpPr>
            <a:spLocks xmlns:a="http://schemas.openxmlformats.org/drawingml/2006/main" noGrp="1"/>
          </p:cNvSpPr>
          <p:nvPr/>
        </p:nvSpPr>
        <p:spPr>
          <a:xfrm xmlns:a="http://schemas.openxmlformats.org/drawingml/2006/main">
            <a:off x="4619625" y="3905250"/>
            <a:ext cx="29527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C8D7E5"/>
            </a:solidFill>
            <a:prstDash val="solid"/>
          </a:ln>
        </p:spPr>
      </p:sp>
      <p:sp>
        <p:nvSpPr>
          <p:cNvPr id="41" name="">
            <a:extLst xmlns:a="http://schemas.openxmlformats.org/drawingml/2006/main">
              <a:ext uri="{FF2B5EF4-FFF2-40B4-BE49-F238E27FC236}">
                <a16:creationId xmlns:a16="http://schemas.microsoft.com/office/drawing/2014/main" id="{2A23247A-52B4-4895-99FE-A62F31E5CF6E}"/>
              </a:ext>
            </a:extLst>
          </p:cNvPr>
          <p:cNvSpPr>
            <a:spLocks xmlns:a="http://schemas.openxmlformats.org/drawingml/2006/main" noGrp="1"/>
          </p:cNvSpPr>
          <p:nvPr/>
        </p:nvSpPr>
        <p:spPr>
          <a:xfrm xmlns:a="http://schemas.openxmlformats.org/drawingml/2006/main">
            <a:off x="4619625" y="3905250"/>
            <a:ext cx="76200" cy="1190625"/>
          </a:xfrm>
          <a:prstGeom xmlns:a="http://schemas.openxmlformats.org/drawingml/2006/main" prst="rect">
            <a:avLst/>
          </a:prstGeom>
          <a:solidFill xmlns:a="http://schemas.openxmlformats.org/drawingml/2006/main">
            <a:srgbClr val="D64545"/>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9CCCFF2-3433-43A2-94FD-07CEA30CEA88}"/>
              </a:ext>
            </a:extLst>
          </p:cNvPr>
          <p:cNvSpPr>
            <a:spLocks xmlns:a="http://schemas.openxmlformats.org/drawingml/2006/main" noGrp="1"/>
          </p:cNvSpPr>
          <p:nvPr/>
        </p:nvSpPr>
        <p:spPr>
          <a:xfrm xmlns:a="http://schemas.openxmlformats.org/drawingml/2006/main">
            <a:off x="4829175" y="4076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During change</a:t>
            </a:r>
          </a:p>
        </p:txBody>
      </p:sp>
      <p:sp>
        <p:nvSpPr>
          <p:cNvPr id="43" name="">
            <a:extLst xmlns:a="http://schemas.openxmlformats.org/drawingml/2006/main">
              <a:ext uri="{FF2B5EF4-FFF2-40B4-BE49-F238E27FC236}">
                <a16:creationId xmlns:a16="http://schemas.microsoft.com/office/drawing/2014/main" id="{00B6997B-A4D5-4307-AB43-FB4910A7DDAB}"/>
              </a:ext>
            </a:extLst>
          </p:cNvPr>
          <p:cNvSpPr>
            <a:spLocks xmlns:a="http://schemas.openxmlformats.org/drawingml/2006/main" noGrp="1"/>
          </p:cNvSpPr>
          <p:nvPr/>
        </p:nvSpPr>
        <p:spPr>
          <a:xfrm xmlns:a="http://schemas.openxmlformats.org/drawingml/2006/main">
            <a:off x="4829175" y="4467225"/>
            <a:ext cx="2552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Protected identity, timeout, lock, stop condition</a:t>
            </a:r>
          </a:p>
        </p:txBody>
      </p:sp>
      <p:sp>
        <p:nvSpPr>
          <p:cNvPr id="44" name="">
            <a:extLst xmlns:a="http://schemas.openxmlformats.org/drawingml/2006/main">
              <a:ext uri="{FF2B5EF4-FFF2-40B4-BE49-F238E27FC236}">
                <a16:creationId xmlns:a16="http://schemas.microsoft.com/office/drawing/2014/main" id="{8A31FE75-C56E-4BB6-A13B-DAD3E12A5327}"/>
              </a:ext>
            </a:extLst>
          </p:cNvPr>
          <p:cNvSpPr>
            <a:spLocks xmlns:a="http://schemas.openxmlformats.org/drawingml/2006/main" noGrp="1"/>
          </p:cNvSpPr>
          <p:nvPr/>
        </p:nvSpPr>
        <p:spPr>
          <a:xfrm xmlns:a="http://schemas.openxmlformats.org/drawingml/2006/main">
            <a:off x="8191500" y="3905250"/>
            <a:ext cx="2952750" cy="1190625"/>
          </a:xfrm>
          <a:prstGeom xmlns:a="http://schemas.openxmlformats.org/drawingml/2006/main" prst="roundRect">
            <a:avLst>
              <a:gd name="adj" fmla="val 9600"/>
            </a:avLst>
          </a:prstGeom>
          <a:solidFill xmlns:a="http://schemas.openxmlformats.org/drawingml/2006/main">
            <a:srgbClr val="F3F8FC"/>
          </a:solidFill>
          <a:ln xmlns:a="http://schemas.openxmlformats.org/drawingml/2006/main" w="9525">
            <a:solidFill>
              <a:srgbClr val="C8D7E5"/>
            </a:solidFill>
            <a:prstDash val="solid"/>
          </a:ln>
        </p:spPr>
      </p:sp>
      <p:sp>
        <p:nvSpPr>
          <p:cNvPr id="45" name="">
            <a:extLst xmlns:a="http://schemas.openxmlformats.org/drawingml/2006/main">
              <a:ext uri="{FF2B5EF4-FFF2-40B4-BE49-F238E27FC236}">
                <a16:creationId xmlns:a16="http://schemas.microsoft.com/office/drawing/2014/main" id="{EB27F2CF-F3AA-4765-A797-251404BAC119}"/>
              </a:ext>
            </a:extLst>
          </p:cNvPr>
          <p:cNvSpPr>
            <a:spLocks xmlns:a="http://schemas.openxmlformats.org/drawingml/2006/main" noGrp="1"/>
          </p:cNvSpPr>
          <p:nvPr/>
        </p:nvSpPr>
        <p:spPr>
          <a:xfrm xmlns:a="http://schemas.openxmlformats.org/drawingml/2006/main">
            <a:off x="8191500" y="3905250"/>
            <a:ext cx="76200" cy="1190625"/>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45A8E8C9-AFB9-4F42-AA3C-FD80D22C341B}"/>
              </a:ext>
            </a:extLst>
          </p:cNvPr>
          <p:cNvSpPr>
            <a:spLocks xmlns:a="http://schemas.openxmlformats.org/drawingml/2006/main" noGrp="1"/>
          </p:cNvSpPr>
          <p:nvPr/>
        </p:nvSpPr>
        <p:spPr>
          <a:xfrm xmlns:a="http://schemas.openxmlformats.org/drawingml/2006/main">
            <a:off x="8401050" y="4076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After change</a:t>
            </a:r>
          </a:p>
        </p:txBody>
      </p:sp>
      <p:sp>
        <p:nvSpPr>
          <p:cNvPr id="47" name="">
            <a:extLst xmlns:a="http://schemas.openxmlformats.org/drawingml/2006/main">
              <a:ext uri="{FF2B5EF4-FFF2-40B4-BE49-F238E27FC236}">
                <a16:creationId xmlns:a16="http://schemas.microsoft.com/office/drawing/2014/main" id="{39F8D0E1-8504-4843-A798-4ABDF2217D8B}"/>
              </a:ext>
            </a:extLst>
          </p:cNvPr>
          <p:cNvSpPr>
            <a:spLocks xmlns:a="http://schemas.openxmlformats.org/drawingml/2006/main" noGrp="1"/>
          </p:cNvSpPr>
          <p:nvPr/>
        </p:nvSpPr>
        <p:spPr>
          <a:xfrm xmlns:a="http://schemas.openxmlformats.org/drawingml/2006/main">
            <a:off x="8401050" y="4467225"/>
            <a:ext cx="2552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Configured state, operational state, retained evidence</a:t>
            </a:r>
          </a:p>
        </p:txBody>
      </p:sp>
      <p:sp>
        <p:nvSpPr>
          <p:cNvPr id="48" name="">
            <a:extLst xmlns:a="http://schemas.openxmlformats.org/drawingml/2006/main">
              <a:ext uri="{FF2B5EF4-FFF2-40B4-BE49-F238E27FC236}">
                <a16:creationId xmlns:a16="http://schemas.microsoft.com/office/drawing/2014/main" id="{A4DAFCC7-DE7E-4A2A-B664-7DC7F168BB68}"/>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2DE29B7-AD4C-447C-A798-C53EA4F0C2E0}"/>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C0967179-997E-492F-90FF-89B450A0E1E7}"/>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The automation logic remains familiar. The delivery system makes it safe for a team.</a:t>
            </a:r>
          </a:p>
        </p:txBody>
      </p:sp>
    </p:spTree>
    <p:extLst>
      <p:ext uri="{BB962C8B-B14F-4D97-AF65-F5344CB8AC3E}">
        <p14:creationId xmlns:p14="http://schemas.microsoft.com/office/powerpoint/2010/main" val="26429612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0576A5BF-B106-4F50-AFC3-79157950E4B7}"/>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63F0EB-2A1D-484A-A89D-E8B5564CEDED}"/>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CE353D-D05F-4AA1-9F7C-29440DC12608}"/>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8FB8E493-055B-4B11-86B0-BDDC805262E6}"/>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Delivery Architecture</a:t>
            </a:r>
          </a:p>
        </p:txBody>
      </p:sp>
      <p:sp>
        <p:nvSpPr>
          <p:cNvPr id="5" name="">
            <a:extLst xmlns:a="http://schemas.openxmlformats.org/drawingml/2006/main">
              <a:ext uri="{FF2B5EF4-FFF2-40B4-BE49-F238E27FC236}">
                <a16:creationId xmlns:a16="http://schemas.microsoft.com/office/drawing/2014/main" id="{48D947B2-47B2-4344-8608-1F7445269359}"/>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Privilege enters only after validation and approval</a:t>
            </a:r>
          </a:p>
        </p:txBody>
      </p:sp>
      <p:sp>
        <p:nvSpPr>
          <p:cNvPr id="6" name="">
            <a:extLst xmlns:a="http://schemas.openxmlformats.org/drawingml/2006/main">
              <a:ext uri="{FF2B5EF4-FFF2-40B4-BE49-F238E27FC236}">
                <a16:creationId xmlns:a16="http://schemas.microsoft.com/office/drawing/2014/main" id="{FAE10D38-5619-4398-838A-6F28221D1990}"/>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E9C7F8-2B69-442D-AEF7-67BDA16233E7}"/>
              </a:ext>
            </a:extLst>
          </p:cNvPr>
          <p:cNvSpPr>
            <a:spLocks xmlns:a="http://schemas.openxmlformats.org/drawingml/2006/main" noGrp="1"/>
          </p:cNvSpPr>
          <p:nvPr/>
        </p:nvSpPr>
        <p:spPr>
          <a:xfrm xmlns:a="http://schemas.openxmlformats.org/drawingml/2006/main">
            <a:off x="571500" y="1714500"/>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0A6FAF"/>
            </a:solidFill>
            <a:prstDash val="solid"/>
          </a:ln>
        </p:spPr>
      </p:sp>
      <p:sp>
        <p:nvSpPr>
          <p:cNvPr id="8" name="">
            <a:extLst xmlns:a="http://schemas.openxmlformats.org/drawingml/2006/main">
              <a:ext uri="{FF2B5EF4-FFF2-40B4-BE49-F238E27FC236}">
                <a16:creationId xmlns:a16="http://schemas.microsoft.com/office/drawing/2014/main" id="{D928F2AF-32D9-48E9-B163-7180F17FEE36}"/>
              </a:ext>
            </a:extLst>
          </p:cNvPr>
          <p:cNvSpPr>
            <a:spLocks xmlns:a="http://schemas.openxmlformats.org/drawingml/2006/main" noGrp="1"/>
          </p:cNvSpPr>
          <p:nvPr/>
        </p:nvSpPr>
        <p:spPr>
          <a:xfrm xmlns:a="http://schemas.openxmlformats.org/drawingml/2006/main">
            <a:off x="1356360" y="1809750"/>
            <a:ext cx="457200" cy="457200"/>
          </a:xfrm>
          <a:prstGeom xmlns:a="http://schemas.openxmlformats.org/drawingml/2006/main" prst="ellipse">
            <a:avLst/>
          </a:prstGeom>
          <a:solidFill xmlns:a="http://schemas.openxmlformats.org/drawingml/2006/main">
            <a:srgbClr val="0A6FAF"/>
          </a:solidFill>
          <a:ln xmlns:a="http://schemas.openxmlformats.org/drawingml/2006/main" w="0">
            <a:no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2b2e755569544042">
            <a:extLst>
              <a:ext uri="{96DAC541-7B7A-43D3-8B79-37D633B846F1}">
                <asvg:svgBlip xmlns:asvg="http://schemas.microsoft.com/office/drawing/2016/SVG/main" r:embed="R15697757a32441db"/>
              </a:ext>
            </a:extLst>
          </a:blip>
          <a:stretch xmlns:a="http://schemas.openxmlformats.org/drawingml/2006/main"/>
        </p:blipFill>
        <p:spPr>
          <a:xfrm xmlns:a="http://schemas.openxmlformats.org/drawingml/2006/main">
            <a:off x="1461135" y="1914525"/>
            <a:ext cx="247650" cy="247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3B73B89-46D7-46E3-B893-E67646808AD1}"/>
              </a:ext>
            </a:extLst>
          </p:cNvPr>
          <p:cNvSpPr>
            <a:spLocks xmlns:a="http://schemas.openxmlformats.org/drawingml/2006/main" noGrp="1"/>
          </p:cNvSpPr>
          <p:nvPr/>
        </p:nvSpPr>
        <p:spPr>
          <a:xfrm xmlns:a="http://schemas.openxmlformats.org/drawingml/2006/main">
            <a:off x="66675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Repository</a:t>
            </a:r>
          </a:p>
        </p:txBody>
      </p:sp>
      <p:sp>
        <p:nvSpPr>
          <p:cNvPr id="11" name="">
            <a:extLst xmlns:a="http://schemas.openxmlformats.org/drawingml/2006/main">
              <a:ext uri="{FF2B5EF4-FFF2-40B4-BE49-F238E27FC236}">
                <a16:creationId xmlns:a16="http://schemas.microsoft.com/office/drawing/2014/main" id="{C93185C1-3BF7-4C49-8CAD-8F02AE5C4D52}"/>
              </a:ext>
            </a:extLst>
          </p:cNvPr>
          <p:cNvSpPr>
            <a:spLocks xmlns:a="http://schemas.openxmlformats.org/drawingml/2006/main" noGrp="1"/>
          </p:cNvSpPr>
          <p:nvPr/>
        </p:nvSpPr>
        <p:spPr>
          <a:xfrm xmlns:a="http://schemas.openxmlformats.org/drawingml/2006/main">
            <a:off x="685800" y="2552700"/>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Source and policy</a:t>
            </a:r>
          </a:p>
        </p:txBody>
      </p:sp>
      <p:sp>
        <p:nvSpPr>
          <p:cNvPr id="12" name="">
            <a:extLst xmlns:a="http://schemas.openxmlformats.org/drawingml/2006/main">
              <a:ext uri="{FF2B5EF4-FFF2-40B4-BE49-F238E27FC236}">
                <a16:creationId xmlns:a16="http://schemas.microsoft.com/office/drawing/2014/main" id="{1F2D03DD-F7F3-43A7-BDB1-64FFAA91F9A9}"/>
              </a:ext>
            </a:extLst>
          </p:cNvPr>
          <p:cNvSpPr>
            <a:spLocks xmlns:a="http://schemas.openxmlformats.org/drawingml/2006/main" noGrp="1"/>
          </p:cNvSpPr>
          <p:nvPr/>
        </p:nvSpPr>
        <p:spPr>
          <a:xfrm xmlns:a="http://schemas.openxmlformats.org/drawingml/2006/main">
            <a:off x="2827020" y="1714500"/>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118B91"/>
            </a:solidFill>
            <a:prstDash val="solid"/>
          </a:ln>
        </p:spPr>
      </p:sp>
      <p:sp>
        <p:nvSpPr>
          <p:cNvPr id="13" name="">
            <a:extLst xmlns:a="http://schemas.openxmlformats.org/drawingml/2006/main">
              <a:ext uri="{FF2B5EF4-FFF2-40B4-BE49-F238E27FC236}">
                <a16:creationId xmlns:a16="http://schemas.microsoft.com/office/drawing/2014/main" id="{97E03F8C-0F03-494D-9FF7-6931263AD3CC}"/>
              </a:ext>
            </a:extLst>
          </p:cNvPr>
          <p:cNvSpPr>
            <a:spLocks xmlns:a="http://schemas.openxmlformats.org/drawingml/2006/main" noGrp="1"/>
          </p:cNvSpPr>
          <p:nvPr/>
        </p:nvSpPr>
        <p:spPr>
          <a:xfrm xmlns:a="http://schemas.openxmlformats.org/drawingml/2006/main">
            <a:off x="3611880" y="1809750"/>
            <a:ext cx="457200" cy="457200"/>
          </a:xfrm>
          <a:prstGeom xmlns:a="http://schemas.openxmlformats.org/drawingml/2006/main" prst="ellipse">
            <a:avLst/>
          </a:prstGeom>
          <a:solidFill xmlns:a="http://schemas.openxmlformats.org/drawingml/2006/main">
            <a:srgbClr val="118B91"/>
          </a:solidFill>
          <a:ln xmlns:a="http://schemas.openxmlformats.org/drawingml/2006/main" w="0">
            <a:noFill/>
          </a:ln>
        </p:spPr>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ea4701df5e5048df">
            <a:extLst>
              <a:ext uri="{96DAC541-7B7A-43D3-8B79-37D633B846F1}">
                <asvg:svgBlip xmlns:asvg="http://schemas.microsoft.com/office/drawing/2016/SVG/main" r:embed="R2e5d4a8d2623427e"/>
              </a:ext>
            </a:extLst>
          </a:blip>
          <a:stretch xmlns:a="http://schemas.openxmlformats.org/drawingml/2006/main"/>
        </p:blipFill>
        <p:spPr>
          <a:xfrm xmlns:a="http://schemas.openxmlformats.org/drawingml/2006/main">
            <a:off x="3716655" y="1914525"/>
            <a:ext cx="247650" cy="2476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9118E10-106A-4304-9FB8-F56DA4F1E65E}"/>
              </a:ext>
            </a:extLst>
          </p:cNvPr>
          <p:cNvSpPr>
            <a:spLocks xmlns:a="http://schemas.openxmlformats.org/drawingml/2006/main" noGrp="1"/>
          </p:cNvSpPr>
          <p:nvPr/>
        </p:nvSpPr>
        <p:spPr>
          <a:xfrm xmlns:a="http://schemas.openxmlformats.org/drawingml/2006/main">
            <a:off x="292227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Validation runner</a:t>
            </a:r>
          </a:p>
        </p:txBody>
      </p:sp>
      <p:sp>
        <p:nvSpPr>
          <p:cNvPr id="16" name="">
            <a:extLst xmlns:a="http://schemas.openxmlformats.org/drawingml/2006/main">
              <a:ext uri="{FF2B5EF4-FFF2-40B4-BE49-F238E27FC236}">
                <a16:creationId xmlns:a16="http://schemas.microsoft.com/office/drawing/2014/main" id="{2FCD2D91-FBDD-4276-95E3-3F071050EAED}"/>
              </a:ext>
            </a:extLst>
          </p:cNvPr>
          <p:cNvSpPr>
            <a:spLocks xmlns:a="http://schemas.openxmlformats.org/drawingml/2006/main" noGrp="1"/>
          </p:cNvSpPr>
          <p:nvPr/>
        </p:nvSpPr>
        <p:spPr>
          <a:xfrm xmlns:a="http://schemas.openxmlformats.org/drawingml/2006/main">
            <a:off x="2941320" y="2552700"/>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No management route</a:t>
            </a:r>
          </a:p>
        </p:txBody>
      </p:sp>
      <p:sp>
        <p:nvSpPr>
          <p:cNvPr id="17" name="">
            <a:extLst xmlns:a="http://schemas.openxmlformats.org/drawingml/2006/main">
              <a:ext uri="{FF2B5EF4-FFF2-40B4-BE49-F238E27FC236}">
                <a16:creationId xmlns:a16="http://schemas.microsoft.com/office/drawing/2014/main" id="{4BD0BB7F-C1DA-499E-9261-5A7F11A416F2}"/>
              </a:ext>
            </a:extLst>
          </p:cNvPr>
          <p:cNvSpPr>
            <a:spLocks xmlns:a="http://schemas.openxmlformats.org/drawingml/2006/main" noGrp="1"/>
          </p:cNvSpPr>
          <p:nvPr/>
        </p:nvSpPr>
        <p:spPr>
          <a:xfrm xmlns:a="http://schemas.openxmlformats.org/drawingml/2006/main">
            <a:off x="263652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132A15-340B-4EA3-ABBC-8FD04D9A0279}"/>
              </a:ext>
            </a:extLst>
          </p:cNvPr>
          <p:cNvSpPr>
            <a:spLocks xmlns:a="http://schemas.openxmlformats.org/drawingml/2006/main" noGrp="1"/>
          </p:cNvSpPr>
          <p:nvPr/>
        </p:nvSpPr>
        <p:spPr>
          <a:xfrm xmlns:a="http://schemas.openxmlformats.org/drawingml/2006/main">
            <a:off x="5082540" y="1714500"/>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F28C28"/>
            </a:solidFill>
            <a:prstDash val="solid"/>
          </a:ln>
        </p:spPr>
      </p:sp>
      <p:sp>
        <p:nvSpPr>
          <p:cNvPr id="19" name="">
            <a:extLst xmlns:a="http://schemas.openxmlformats.org/drawingml/2006/main">
              <a:ext uri="{FF2B5EF4-FFF2-40B4-BE49-F238E27FC236}">
                <a16:creationId xmlns:a16="http://schemas.microsoft.com/office/drawing/2014/main" id="{EA84632C-FDE5-428E-A934-C849DBF8EFBB}"/>
              </a:ext>
            </a:extLst>
          </p:cNvPr>
          <p:cNvSpPr>
            <a:spLocks xmlns:a="http://schemas.openxmlformats.org/drawingml/2006/main" noGrp="1"/>
          </p:cNvSpPr>
          <p:nvPr/>
        </p:nvSpPr>
        <p:spPr>
          <a:xfrm xmlns:a="http://schemas.openxmlformats.org/drawingml/2006/main">
            <a:off x="5867400" y="1809750"/>
            <a:ext cx="457200" cy="457200"/>
          </a:xfrm>
          <a:prstGeom xmlns:a="http://schemas.openxmlformats.org/drawingml/2006/main" prst="ellipse">
            <a:avLst/>
          </a:prstGeom>
          <a:solidFill xmlns:a="http://schemas.openxmlformats.org/drawingml/2006/main">
            <a:srgbClr val="F28C28"/>
          </a:solidFill>
          <a:ln xmlns:a="http://schemas.openxmlformats.org/drawingml/2006/main" w="0">
            <a:no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7bd8fc31a6a2446a">
            <a:extLst>
              <a:ext uri="{96DAC541-7B7A-43D3-8B79-37D633B846F1}">
                <asvg:svgBlip xmlns:asvg="http://schemas.microsoft.com/office/drawing/2016/SVG/main" r:embed="Re0552339953b4756"/>
              </a:ext>
            </a:extLst>
          </a:blip>
          <a:stretch xmlns:a="http://schemas.openxmlformats.org/drawingml/2006/main"/>
        </p:blipFill>
        <p:spPr>
          <a:xfrm xmlns:a="http://schemas.openxmlformats.org/drawingml/2006/main">
            <a:off x="5972175" y="1914525"/>
            <a:ext cx="247650" cy="2476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2C0C1DB6-E9C7-4AF5-B9A8-60D055CBCBAE}"/>
              </a:ext>
            </a:extLst>
          </p:cNvPr>
          <p:cNvSpPr>
            <a:spLocks xmlns:a="http://schemas.openxmlformats.org/drawingml/2006/main" noGrp="1"/>
          </p:cNvSpPr>
          <p:nvPr/>
        </p:nvSpPr>
        <p:spPr>
          <a:xfrm xmlns:a="http://schemas.openxmlformats.org/drawingml/2006/main">
            <a:off x="517779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Approved artifact</a:t>
            </a:r>
          </a:p>
        </p:txBody>
      </p:sp>
      <p:sp>
        <p:nvSpPr>
          <p:cNvPr id="22" name="">
            <a:extLst xmlns:a="http://schemas.openxmlformats.org/drawingml/2006/main">
              <a:ext uri="{FF2B5EF4-FFF2-40B4-BE49-F238E27FC236}">
                <a16:creationId xmlns:a16="http://schemas.microsoft.com/office/drawing/2014/main" id="{8B9BB656-9146-487D-B79D-1753EEB85B84}"/>
              </a:ext>
            </a:extLst>
          </p:cNvPr>
          <p:cNvSpPr>
            <a:spLocks xmlns:a="http://schemas.openxmlformats.org/drawingml/2006/main" noGrp="1"/>
          </p:cNvSpPr>
          <p:nvPr/>
        </p:nvSpPr>
        <p:spPr>
          <a:xfrm xmlns:a="http://schemas.openxmlformats.org/drawingml/2006/main">
            <a:off x="5196840" y="2552700"/>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Digest and evidence</a:t>
            </a:r>
          </a:p>
        </p:txBody>
      </p:sp>
      <p:sp>
        <p:nvSpPr>
          <p:cNvPr id="23" name="">
            <a:extLst xmlns:a="http://schemas.openxmlformats.org/drawingml/2006/main">
              <a:ext uri="{FF2B5EF4-FFF2-40B4-BE49-F238E27FC236}">
                <a16:creationId xmlns:a16="http://schemas.microsoft.com/office/drawing/2014/main" id="{3DF72F3A-CAF1-45CB-97E2-13613E8DC9F0}"/>
              </a:ext>
            </a:extLst>
          </p:cNvPr>
          <p:cNvSpPr>
            <a:spLocks xmlns:a="http://schemas.openxmlformats.org/drawingml/2006/main" noGrp="1"/>
          </p:cNvSpPr>
          <p:nvPr/>
        </p:nvSpPr>
        <p:spPr>
          <a:xfrm xmlns:a="http://schemas.openxmlformats.org/drawingml/2006/main">
            <a:off x="489204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04C0DCF-6E36-4744-98B2-A5CE93901F3B}"/>
              </a:ext>
            </a:extLst>
          </p:cNvPr>
          <p:cNvSpPr>
            <a:spLocks xmlns:a="http://schemas.openxmlformats.org/drawingml/2006/main" noGrp="1"/>
          </p:cNvSpPr>
          <p:nvPr/>
        </p:nvSpPr>
        <p:spPr>
          <a:xfrm xmlns:a="http://schemas.openxmlformats.org/drawingml/2006/main">
            <a:off x="7338060" y="1714500"/>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6657B8"/>
            </a:solidFill>
            <a:prstDash val="solid"/>
          </a:ln>
        </p:spPr>
      </p:sp>
      <p:sp>
        <p:nvSpPr>
          <p:cNvPr id="25" name="">
            <a:extLst xmlns:a="http://schemas.openxmlformats.org/drawingml/2006/main">
              <a:ext uri="{FF2B5EF4-FFF2-40B4-BE49-F238E27FC236}">
                <a16:creationId xmlns:a16="http://schemas.microsoft.com/office/drawing/2014/main" id="{490CD59A-AB26-4713-9D0E-99DFE8041403}"/>
              </a:ext>
            </a:extLst>
          </p:cNvPr>
          <p:cNvSpPr>
            <a:spLocks xmlns:a="http://schemas.openxmlformats.org/drawingml/2006/main" noGrp="1"/>
          </p:cNvSpPr>
          <p:nvPr/>
        </p:nvSpPr>
        <p:spPr>
          <a:xfrm xmlns:a="http://schemas.openxmlformats.org/drawingml/2006/main">
            <a:off x="8122920" y="1809750"/>
            <a:ext cx="457200" cy="457200"/>
          </a:xfrm>
          <a:prstGeom xmlns:a="http://schemas.openxmlformats.org/drawingml/2006/main" prst="ellipse">
            <a:avLst/>
          </a:prstGeom>
          <a:solidFill xmlns:a="http://schemas.openxmlformats.org/drawingml/2006/main">
            <a:srgbClr val="6657B8"/>
          </a:solidFill>
          <a:ln xmlns:a="http://schemas.openxmlformats.org/drawingml/2006/main" w="0">
            <a:noFill/>
          </a:ln>
        </p:spPr>
      </p:sp>
      <p:pic>
        <p:nvPicPr>
          <p:cNvPr id="76" name=""/>
          <p:cNvPicPr>
            <a:picLocks xmlns:a="http://schemas.openxmlformats.org/drawingml/2006/main" noChangeAspect="1"/>
          </p:cNvPicPr>
          <p:nvPr/>
        </p:nvPicPr>
        <p:blipFill>
          <a:blip xmlns:r="http://schemas.openxmlformats.org/officeDocument/2006/relationships" xmlns:a="http://schemas.openxmlformats.org/drawingml/2006/main" r:embed="Re24db89541134f49">
            <a:extLst>
              <a:ext uri="{96DAC541-7B7A-43D3-8B79-37D633B846F1}">
                <asvg:svgBlip xmlns:asvg="http://schemas.microsoft.com/office/drawing/2016/SVG/main" r:embed="Rba2ed3d072be4de7"/>
              </a:ext>
            </a:extLst>
          </a:blip>
          <a:stretch xmlns:a="http://schemas.openxmlformats.org/drawingml/2006/main"/>
        </p:blipFill>
        <p:spPr>
          <a:xfrm xmlns:a="http://schemas.openxmlformats.org/drawingml/2006/main">
            <a:off x="8227695" y="1914525"/>
            <a:ext cx="247650" cy="2476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7F6BF73-FA04-439D-8E87-A938A2FCCE4D}"/>
              </a:ext>
            </a:extLst>
          </p:cNvPr>
          <p:cNvSpPr>
            <a:spLocks xmlns:a="http://schemas.openxmlformats.org/drawingml/2006/main" noGrp="1"/>
          </p:cNvSpPr>
          <p:nvPr/>
        </p:nvSpPr>
        <p:spPr>
          <a:xfrm xmlns:a="http://schemas.openxmlformats.org/drawingml/2006/main">
            <a:off x="743331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Protected runner</a:t>
            </a:r>
          </a:p>
        </p:txBody>
      </p:sp>
      <p:sp>
        <p:nvSpPr>
          <p:cNvPr id="28" name="">
            <a:extLst xmlns:a="http://schemas.openxmlformats.org/drawingml/2006/main">
              <a:ext uri="{FF2B5EF4-FFF2-40B4-BE49-F238E27FC236}">
                <a16:creationId xmlns:a16="http://schemas.microsoft.com/office/drawing/2014/main" id="{0DC9DF98-6903-4611-8984-75A27DFA28BC}"/>
              </a:ext>
            </a:extLst>
          </p:cNvPr>
          <p:cNvSpPr>
            <a:spLocks xmlns:a="http://schemas.openxmlformats.org/drawingml/2006/main" noGrp="1"/>
          </p:cNvSpPr>
          <p:nvPr/>
        </p:nvSpPr>
        <p:spPr>
          <a:xfrm xmlns:a="http://schemas.openxmlformats.org/drawingml/2006/main">
            <a:off x="7452360" y="2552700"/>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Restricted identity</a:t>
            </a:r>
          </a:p>
        </p:txBody>
      </p:sp>
      <p:sp>
        <p:nvSpPr>
          <p:cNvPr id="29" name="">
            <a:extLst xmlns:a="http://schemas.openxmlformats.org/drawingml/2006/main">
              <a:ext uri="{FF2B5EF4-FFF2-40B4-BE49-F238E27FC236}">
                <a16:creationId xmlns:a16="http://schemas.microsoft.com/office/drawing/2014/main" id="{0AA50397-B607-41A4-B06E-E4894DD3FAB9}"/>
              </a:ext>
            </a:extLst>
          </p:cNvPr>
          <p:cNvSpPr>
            <a:spLocks xmlns:a="http://schemas.openxmlformats.org/drawingml/2006/main" noGrp="1"/>
          </p:cNvSpPr>
          <p:nvPr/>
        </p:nvSpPr>
        <p:spPr>
          <a:xfrm xmlns:a="http://schemas.openxmlformats.org/drawingml/2006/main">
            <a:off x="714756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57FA899-E1D1-4C30-870D-E5DF9FBFAF68}"/>
              </a:ext>
            </a:extLst>
          </p:cNvPr>
          <p:cNvSpPr>
            <a:spLocks xmlns:a="http://schemas.openxmlformats.org/drawingml/2006/main" noGrp="1"/>
          </p:cNvSpPr>
          <p:nvPr/>
        </p:nvSpPr>
        <p:spPr>
          <a:xfrm xmlns:a="http://schemas.openxmlformats.org/drawingml/2006/main">
            <a:off x="9593580" y="1714500"/>
            <a:ext cx="2026920" cy="1476375"/>
          </a:xfrm>
          <a:prstGeom xmlns:a="http://schemas.openxmlformats.org/drawingml/2006/main" prst="roundRect">
            <a:avLst>
              <a:gd name="adj" fmla="val 7742"/>
            </a:avLst>
          </a:prstGeom>
          <a:solidFill xmlns:a="http://schemas.openxmlformats.org/drawingml/2006/main">
            <a:srgbClr val="F3F8FC"/>
          </a:solidFill>
          <a:ln xmlns:a="http://schemas.openxmlformats.org/drawingml/2006/main" w="9525">
            <a:solidFill>
              <a:srgbClr val="1E9B65"/>
            </a:solidFill>
            <a:prstDash val="solid"/>
          </a:ln>
        </p:spPr>
      </p:sp>
      <p:sp>
        <p:nvSpPr>
          <p:cNvPr id="31" name="">
            <a:extLst xmlns:a="http://schemas.openxmlformats.org/drawingml/2006/main">
              <a:ext uri="{FF2B5EF4-FFF2-40B4-BE49-F238E27FC236}">
                <a16:creationId xmlns:a16="http://schemas.microsoft.com/office/drawing/2014/main" id="{6138C224-8A47-472B-AF69-21FD26349B87}"/>
              </a:ext>
            </a:extLst>
          </p:cNvPr>
          <p:cNvSpPr>
            <a:spLocks xmlns:a="http://schemas.openxmlformats.org/drawingml/2006/main" noGrp="1"/>
          </p:cNvSpPr>
          <p:nvPr/>
        </p:nvSpPr>
        <p:spPr>
          <a:xfrm xmlns:a="http://schemas.openxmlformats.org/drawingml/2006/main">
            <a:off x="10378440" y="1809750"/>
            <a:ext cx="457200" cy="457200"/>
          </a:xfrm>
          <a:prstGeom xmlns:a="http://schemas.openxmlformats.org/drawingml/2006/main" prst="ellipse">
            <a:avLst/>
          </a:prstGeom>
          <a:solidFill xmlns:a="http://schemas.openxmlformats.org/drawingml/2006/main">
            <a:srgbClr val="1E9B65"/>
          </a:solidFill>
          <a:ln xmlns:a="http://schemas.openxmlformats.org/drawingml/2006/main" w="0">
            <a:no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e67ff3935b7e45e5">
            <a:extLst>
              <a:ext uri="{96DAC541-7B7A-43D3-8B79-37D633B846F1}">
                <asvg:svgBlip xmlns:asvg="http://schemas.microsoft.com/office/drawing/2016/SVG/main" r:embed="R9d6a5ae985fe4ce9"/>
              </a:ext>
            </a:extLst>
          </a:blip>
          <a:stretch xmlns:a="http://schemas.openxmlformats.org/drawingml/2006/main"/>
        </p:blipFill>
        <p:spPr>
          <a:xfrm xmlns:a="http://schemas.openxmlformats.org/drawingml/2006/main">
            <a:off x="10483215" y="1914525"/>
            <a:ext cx="247650" cy="247650"/>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04D31DC9-C5BA-49A2-B6F8-ECED65CB4C11}"/>
              </a:ext>
            </a:extLst>
          </p:cNvPr>
          <p:cNvSpPr>
            <a:spLocks xmlns:a="http://schemas.openxmlformats.org/drawingml/2006/main" noGrp="1"/>
          </p:cNvSpPr>
          <p:nvPr/>
        </p:nvSpPr>
        <p:spPr>
          <a:xfrm xmlns:a="http://schemas.openxmlformats.org/drawingml/2006/main">
            <a:off x="9688830" y="2295525"/>
            <a:ext cx="183642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Service</a:t>
            </a:r>
          </a:p>
        </p:txBody>
      </p:sp>
      <p:sp>
        <p:nvSpPr>
          <p:cNvPr id="34" name="">
            <a:extLst xmlns:a="http://schemas.openxmlformats.org/drawingml/2006/main">
              <a:ext uri="{FF2B5EF4-FFF2-40B4-BE49-F238E27FC236}">
                <a16:creationId xmlns:a16="http://schemas.microsoft.com/office/drawing/2014/main" id="{67CC7525-3965-4F5E-8A39-4567DC30EB27}"/>
              </a:ext>
            </a:extLst>
          </p:cNvPr>
          <p:cNvSpPr>
            <a:spLocks xmlns:a="http://schemas.openxmlformats.org/drawingml/2006/main" noGrp="1"/>
          </p:cNvSpPr>
          <p:nvPr/>
        </p:nvSpPr>
        <p:spPr>
          <a:xfrm xmlns:a="http://schemas.openxmlformats.org/drawingml/2006/main">
            <a:off x="9707880" y="2552700"/>
            <a:ext cx="179832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0">
                <a:solidFill>
                  <a:srgbClr val="546579"/>
                </a:solidFill>
                <a:latin typeface="Helvetica Neue"/>
                <a:ea typeface="Helvetica Neue"/>
                <a:cs typeface="Helvetica Neue"/>
              </a:defRPr>
            </a:pPr>
            <a:r>
              <a:rPr sz="975" b="0">
                <a:solidFill>
                  <a:srgbClr val="546579"/>
                </a:solidFill>
                <a:latin typeface="Helvetica Neue"/>
                <a:ea typeface="Helvetica Neue"/>
                <a:cs typeface="Helvetica Neue"/>
              </a:rPr>
              <a:t>Deploy and verify</a:t>
            </a:r>
          </a:p>
        </p:txBody>
      </p:sp>
      <p:sp>
        <p:nvSpPr>
          <p:cNvPr id="35" name="">
            <a:extLst xmlns:a="http://schemas.openxmlformats.org/drawingml/2006/main">
              <a:ext uri="{FF2B5EF4-FFF2-40B4-BE49-F238E27FC236}">
                <a16:creationId xmlns:a16="http://schemas.microsoft.com/office/drawing/2014/main" id="{2E5A9E7A-13F4-47FA-8EDE-548E4A809F9F}"/>
              </a:ext>
            </a:extLst>
          </p:cNvPr>
          <p:cNvSpPr>
            <a:spLocks xmlns:a="http://schemas.openxmlformats.org/drawingml/2006/main" noGrp="1"/>
          </p:cNvSpPr>
          <p:nvPr/>
        </p:nvSpPr>
        <p:spPr>
          <a:xfrm xmlns:a="http://schemas.openxmlformats.org/drawingml/2006/main">
            <a:off x="9403080" y="2366963"/>
            <a:ext cx="152400" cy="171450"/>
          </a:xfrm>
          <a:prstGeom xmlns:a="http://schemas.openxmlformats.org/drawingml/2006/main" prst="rightArrow">
            <a:avLst/>
          </a:prstGeom>
          <a:solidFill xmlns:a="http://schemas.openxmlformats.org/drawingml/2006/main">
            <a:srgbClr val="0A6FA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A1BD133-1CB8-49A2-8E0E-3CAF29006FEA}"/>
              </a:ext>
            </a:extLst>
          </p:cNvPr>
          <p:cNvSpPr>
            <a:spLocks xmlns:a="http://schemas.openxmlformats.org/drawingml/2006/main" noGrp="1"/>
          </p:cNvSpPr>
          <p:nvPr/>
        </p:nvSpPr>
        <p:spPr>
          <a:xfrm xmlns:a="http://schemas.openxmlformats.org/drawingml/2006/main">
            <a:off x="571500" y="3476625"/>
            <a:ext cx="6334125" cy="38100"/>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96E241D-D982-44A4-9DA2-CBAC598D86E5}"/>
              </a:ext>
            </a:extLst>
          </p:cNvPr>
          <p:cNvSpPr>
            <a:spLocks xmlns:a="http://schemas.openxmlformats.org/drawingml/2006/main" noGrp="1"/>
          </p:cNvSpPr>
          <p:nvPr/>
        </p:nvSpPr>
        <p:spPr>
          <a:xfrm xmlns:a="http://schemas.openxmlformats.org/drawingml/2006/main">
            <a:off x="2095500" y="36004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118B91"/>
                </a:solidFill>
                <a:latin typeface="Helvetica Neue"/>
                <a:ea typeface="Helvetica Neue"/>
                <a:cs typeface="Helvetica Neue"/>
              </a:defRPr>
            </a:pPr>
            <a:r>
              <a:rPr sz="1125" b="1">
                <a:solidFill>
                  <a:srgbClr val="118B91"/>
                </a:solidFill>
                <a:latin typeface="Helvetica Neue"/>
                <a:ea typeface="Helvetica Neue"/>
                <a:cs typeface="Helvetica Neue"/>
              </a:rPr>
              <a:t>UNPRIVILEGED TRUST ZONE</a:t>
            </a:r>
          </a:p>
        </p:txBody>
      </p:sp>
      <p:sp>
        <p:nvSpPr>
          <p:cNvPr id="38" name="">
            <a:extLst xmlns:a="http://schemas.openxmlformats.org/drawingml/2006/main">
              <a:ext uri="{FF2B5EF4-FFF2-40B4-BE49-F238E27FC236}">
                <a16:creationId xmlns:a16="http://schemas.microsoft.com/office/drawing/2014/main" id="{F7FE00BE-B933-4E68-8505-8352957FFA81}"/>
              </a:ext>
            </a:extLst>
          </p:cNvPr>
          <p:cNvSpPr>
            <a:spLocks xmlns:a="http://schemas.openxmlformats.org/drawingml/2006/main" noGrp="1"/>
          </p:cNvSpPr>
          <p:nvPr/>
        </p:nvSpPr>
        <p:spPr>
          <a:xfrm xmlns:a="http://schemas.openxmlformats.org/drawingml/2006/main">
            <a:off x="7191375" y="3476625"/>
            <a:ext cx="4429125" cy="38100"/>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23D189B-BC25-4AD2-9F83-A51580B8398D}"/>
              </a:ext>
            </a:extLst>
          </p:cNvPr>
          <p:cNvSpPr>
            <a:spLocks xmlns:a="http://schemas.openxmlformats.org/drawingml/2006/main" noGrp="1"/>
          </p:cNvSpPr>
          <p:nvPr/>
        </p:nvSpPr>
        <p:spPr>
          <a:xfrm xmlns:a="http://schemas.openxmlformats.org/drawingml/2006/main">
            <a:off x="7762875" y="36004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6657B8"/>
                </a:solidFill>
                <a:latin typeface="Helvetica Neue"/>
                <a:ea typeface="Helvetica Neue"/>
                <a:cs typeface="Helvetica Neue"/>
              </a:defRPr>
            </a:pPr>
            <a:r>
              <a:rPr sz="1125" b="1">
                <a:solidFill>
                  <a:srgbClr val="6657B8"/>
                </a:solidFill>
                <a:latin typeface="Helvetica Neue"/>
                <a:ea typeface="Helvetica Neue"/>
                <a:cs typeface="Helvetica Neue"/>
              </a:rPr>
              <a:t>PROTECTED TRUST ZONE</a:t>
            </a:r>
          </a:p>
        </p:txBody>
      </p:sp>
      <p:sp>
        <p:nvSpPr>
          <p:cNvPr id="40" name="">
            <a:extLst xmlns:a="http://schemas.openxmlformats.org/drawingml/2006/main">
              <a:ext uri="{FF2B5EF4-FFF2-40B4-BE49-F238E27FC236}">
                <a16:creationId xmlns:a16="http://schemas.microsoft.com/office/drawing/2014/main" id="{39EDB3C0-E8BE-4090-8B4A-D9DF42E7BAFD}"/>
              </a:ext>
            </a:extLst>
          </p:cNvPr>
          <p:cNvSpPr>
            <a:spLocks xmlns:a="http://schemas.openxmlformats.org/drawingml/2006/main" noGrp="1"/>
          </p:cNvSpPr>
          <p:nvPr/>
        </p:nvSpPr>
        <p:spPr>
          <a:xfrm xmlns:a="http://schemas.openxmlformats.org/drawingml/2006/main">
            <a:off x="1619250" y="4286250"/>
            <a:ext cx="3714750" cy="1000125"/>
          </a:xfrm>
          <a:prstGeom xmlns:a="http://schemas.openxmlformats.org/drawingml/2006/main" prst="roundRect">
            <a:avLst>
              <a:gd name="adj" fmla="val 11429"/>
            </a:avLst>
          </a:prstGeom>
          <a:solidFill xmlns:a="http://schemas.openxmlformats.org/drawingml/2006/main">
            <a:srgbClr val="F3F8FC"/>
          </a:solidFill>
          <a:ln xmlns:a="http://schemas.openxmlformats.org/drawingml/2006/main" w="9525">
            <a:solidFill>
              <a:srgbClr val="C8D7E5"/>
            </a:solidFill>
            <a:prstDash val="solid"/>
          </a:ln>
        </p:spPr>
      </p:sp>
      <p:sp>
        <p:nvSpPr>
          <p:cNvPr id="41" name="">
            <a:extLst xmlns:a="http://schemas.openxmlformats.org/drawingml/2006/main">
              <a:ext uri="{FF2B5EF4-FFF2-40B4-BE49-F238E27FC236}">
                <a16:creationId xmlns:a16="http://schemas.microsoft.com/office/drawing/2014/main" id="{2F001690-39DC-4EE2-92CB-5607C2166A74}"/>
              </a:ext>
            </a:extLst>
          </p:cNvPr>
          <p:cNvSpPr>
            <a:spLocks xmlns:a="http://schemas.openxmlformats.org/drawingml/2006/main" noGrp="1"/>
          </p:cNvSpPr>
          <p:nvPr/>
        </p:nvSpPr>
        <p:spPr>
          <a:xfrm xmlns:a="http://schemas.openxmlformats.org/drawingml/2006/main">
            <a:off x="1619250" y="4286250"/>
            <a:ext cx="76200" cy="1000125"/>
          </a:xfrm>
          <a:prstGeom xmlns:a="http://schemas.openxmlformats.org/drawingml/2006/main" prst="rect">
            <a:avLst/>
          </a:prstGeom>
          <a:solidFill xmlns:a="http://schemas.openxmlformats.org/drawingml/2006/main">
            <a:srgbClr val="118B9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1986C10-E90D-453B-AFC8-271B14CD7953}"/>
              </a:ext>
            </a:extLst>
          </p:cNvPr>
          <p:cNvSpPr>
            <a:spLocks xmlns:a="http://schemas.openxmlformats.org/drawingml/2006/main" noGrp="1"/>
          </p:cNvSpPr>
          <p:nvPr/>
        </p:nvSpPr>
        <p:spPr>
          <a:xfrm xmlns:a="http://schemas.openxmlformats.org/drawingml/2006/main">
            <a:off x="1828800" y="4457700"/>
            <a:ext cx="331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Validation</a:t>
            </a:r>
          </a:p>
        </p:txBody>
      </p:sp>
      <p:sp>
        <p:nvSpPr>
          <p:cNvPr id="43" name="">
            <a:extLst xmlns:a="http://schemas.openxmlformats.org/drawingml/2006/main">
              <a:ext uri="{FF2B5EF4-FFF2-40B4-BE49-F238E27FC236}">
                <a16:creationId xmlns:a16="http://schemas.microsoft.com/office/drawing/2014/main" id="{3CCE8226-8910-433E-9DDD-F997DF12B820}"/>
              </a:ext>
            </a:extLst>
          </p:cNvPr>
          <p:cNvSpPr>
            <a:spLocks xmlns:a="http://schemas.openxmlformats.org/drawingml/2006/main" noGrp="1"/>
          </p:cNvSpPr>
          <p:nvPr/>
        </p:nvSpPr>
        <p:spPr>
          <a:xfrm xmlns:a="http://schemas.openxmlformats.org/drawingml/2006/main">
            <a:off x="1828800" y="48482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Lint, test, render, scan, identify artifact</a:t>
            </a:r>
          </a:p>
        </p:txBody>
      </p:sp>
      <p:sp>
        <p:nvSpPr>
          <p:cNvPr id="44" name="">
            <a:extLst xmlns:a="http://schemas.openxmlformats.org/drawingml/2006/main">
              <a:ext uri="{FF2B5EF4-FFF2-40B4-BE49-F238E27FC236}">
                <a16:creationId xmlns:a16="http://schemas.microsoft.com/office/drawing/2014/main" id="{1B39A4BB-7041-43B5-AB0E-37E9C717151A}"/>
              </a:ext>
            </a:extLst>
          </p:cNvPr>
          <p:cNvSpPr>
            <a:spLocks xmlns:a="http://schemas.openxmlformats.org/drawingml/2006/main" noGrp="1"/>
          </p:cNvSpPr>
          <p:nvPr/>
        </p:nvSpPr>
        <p:spPr>
          <a:xfrm xmlns:a="http://schemas.openxmlformats.org/drawingml/2006/main">
            <a:off x="6762750" y="4286250"/>
            <a:ext cx="3714750" cy="1000125"/>
          </a:xfrm>
          <a:prstGeom xmlns:a="http://schemas.openxmlformats.org/drawingml/2006/main" prst="roundRect">
            <a:avLst>
              <a:gd name="adj" fmla="val 11429"/>
            </a:avLst>
          </a:prstGeom>
          <a:solidFill xmlns:a="http://schemas.openxmlformats.org/drawingml/2006/main">
            <a:srgbClr val="F3F8FC"/>
          </a:solidFill>
          <a:ln xmlns:a="http://schemas.openxmlformats.org/drawingml/2006/main" w="9525">
            <a:solidFill>
              <a:srgbClr val="C8D7E5"/>
            </a:solidFill>
            <a:prstDash val="solid"/>
          </a:ln>
        </p:spPr>
      </p:sp>
      <p:sp>
        <p:nvSpPr>
          <p:cNvPr id="45" name="">
            <a:extLst xmlns:a="http://schemas.openxmlformats.org/drawingml/2006/main">
              <a:ext uri="{FF2B5EF4-FFF2-40B4-BE49-F238E27FC236}">
                <a16:creationId xmlns:a16="http://schemas.microsoft.com/office/drawing/2014/main" id="{2C2E1784-03D1-404E-867C-45D3B3E38EA2}"/>
              </a:ext>
            </a:extLst>
          </p:cNvPr>
          <p:cNvSpPr>
            <a:spLocks xmlns:a="http://schemas.openxmlformats.org/drawingml/2006/main" noGrp="1"/>
          </p:cNvSpPr>
          <p:nvPr/>
        </p:nvSpPr>
        <p:spPr>
          <a:xfrm xmlns:a="http://schemas.openxmlformats.org/drawingml/2006/main">
            <a:off x="6762750" y="4286250"/>
            <a:ext cx="76200" cy="1000125"/>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6A42035-64D4-4EB1-8318-EAEC15CDCB44}"/>
              </a:ext>
            </a:extLst>
          </p:cNvPr>
          <p:cNvSpPr>
            <a:spLocks xmlns:a="http://schemas.openxmlformats.org/drawingml/2006/main" noGrp="1"/>
          </p:cNvSpPr>
          <p:nvPr/>
        </p:nvSpPr>
        <p:spPr>
          <a:xfrm xmlns:a="http://schemas.openxmlformats.org/drawingml/2006/main">
            <a:off x="6972300" y="4457700"/>
            <a:ext cx="331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Deployment</a:t>
            </a:r>
          </a:p>
        </p:txBody>
      </p:sp>
      <p:sp>
        <p:nvSpPr>
          <p:cNvPr id="47" name="">
            <a:extLst xmlns:a="http://schemas.openxmlformats.org/drawingml/2006/main">
              <a:ext uri="{FF2B5EF4-FFF2-40B4-BE49-F238E27FC236}">
                <a16:creationId xmlns:a16="http://schemas.microsoft.com/office/drawing/2014/main" id="{F2D2D182-B8F8-4931-A56E-06119CDA4C3F}"/>
              </a:ext>
            </a:extLst>
          </p:cNvPr>
          <p:cNvSpPr>
            <a:spLocks xmlns:a="http://schemas.openxmlformats.org/drawingml/2006/main" noGrp="1"/>
          </p:cNvSpPr>
          <p:nvPr/>
        </p:nvSpPr>
        <p:spPr>
          <a:xfrm xmlns:a="http://schemas.openxmlformats.org/drawingml/2006/main">
            <a:off x="6972300" y="484822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7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Verify target, use short-lived identity, validate outcome</a:t>
            </a:r>
          </a:p>
        </p:txBody>
      </p:sp>
      <p:sp>
        <p:nvSpPr>
          <p:cNvPr id="48" name="">
            <a:extLst xmlns:a="http://schemas.openxmlformats.org/drawingml/2006/main">
              <a:ext uri="{FF2B5EF4-FFF2-40B4-BE49-F238E27FC236}">
                <a16:creationId xmlns:a16="http://schemas.microsoft.com/office/drawing/2014/main" id="{C009949E-6F24-4C46-B501-A3CD9F3630DE}"/>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E33B462-A466-4DF0-8022-F0D9A9994EE1}"/>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4CA49BE6-CA8D-4B5E-8E34-6A05B3A4548C}"/>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Runner trust depends on accepted jobs, obtainable identities, and reachable endpoints.</a:t>
            </a:r>
          </a:p>
        </p:txBody>
      </p:sp>
    </p:spTree>
    <p:extLst>
      <p:ext uri="{BB962C8B-B14F-4D97-AF65-F5344CB8AC3E}">
        <p14:creationId xmlns:p14="http://schemas.microsoft.com/office/powerpoint/2010/main" val="17799205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32A7CE4-F46F-418F-80C5-C9D161CC47DF}"/>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9C3780-528C-4B61-BF70-D7C2D01EDC47}"/>
              </a:ext>
            </a:extLst>
          </p:cNvPr>
          <p:cNvSpPr>
            <a:spLocks xmlns:a="http://schemas.openxmlformats.org/drawingml/2006/main" noGrp="1"/>
          </p:cNvSpPr>
          <p:nvPr/>
        </p:nvSpPr>
        <p:spPr>
          <a:xfrm xmlns:a="http://schemas.openxmlformats.org/drawingml/2006/main">
            <a:off x="9763125" y="0"/>
            <a:ext cx="2428875" cy="3238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167DC0D-63DC-41DD-AD63-1FDA28F39DD0}"/>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F593E921-F9E1-4F57-A427-44AF43BA6524}"/>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Key Takeaways</a:t>
            </a:r>
          </a:p>
        </p:txBody>
      </p:sp>
      <p:sp>
        <p:nvSpPr>
          <p:cNvPr id="5" name="">
            <a:extLst xmlns:a="http://schemas.openxmlformats.org/drawingml/2006/main">
              <a:ext uri="{FF2B5EF4-FFF2-40B4-BE49-F238E27FC236}">
                <a16:creationId xmlns:a16="http://schemas.microsoft.com/office/drawing/2014/main" id="{BF8EF84E-5A43-4E38-971A-F08C31460785}"/>
              </a:ext>
            </a:extLst>
          </p:cNvPr>
          <p:cNvSpPr>
            <a:spLocks xmlns:a="http://schemas.openxmlformats.org/drawingml/2006/main" noGrp="1"/>
          </p:cNvSpPr>
          <p:nvPr/>
        </p:nvSpPr>
        <p:spPr>
          <a:xfrm xmlns:a="http://schemas.openxmlformats.org/drawingml/2006/main">
            <a:off x="457200" y="514350"/>
            <a:ext cx="11277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082B59"/>
                </a:solidFill>
                <a:latin typeface="Helvetica Neue"/>
                <a:ea typeface="Helvetica Neue"/>
                <a:cs typeface="Helvetica Neue"/>
              </a:defRPr>
            </a:pPr>
            <a:r>
              <a:rPr sz="2400" b="1">
                <a:solidFill>
                  <a:srgbClr val="082B59"/>
                </a:solidFill>
                <a:latin typeface="Helvetica Neue"/>
                <a:ea typeface="Helvetica Neue"/>
                <a:cs typeface="Helvetica Neue"/>
              </a:rPr>
              <a:t>Four principles define the DevOps operating model</a:t>
            </a:r>
          </a:p>
        </p:txBody>
      </p:sp>
      <p:sp>
        <p:nvSpPr>
          <p:cNvPr id="6" name="">
            <a:extLst xmlns:a="http://schemas.openxmlformats.org/drawingml/2006/main">
              <a:ext uri="{FF2B5EF4-FFF2-40B4-BE49-F238E27FC236}">
                <a16:creationId xmlns:a16="http://schemas.microsoft.com/office/drawing/2014/main" id="{863A8943-FD17-4D85-BE0A-549C368B9576}"/>
              </a:ext>
            </a:extLst>
          </p:cNvPr>
          <p:cNvSpPr>
            <a:spLocks xmlns:a="http://schemas.openxmlformats.org/drawingml/2006/main" noGrp="1"/>
          </p:cNvSpPr>
          <p:nvPr/>
        </p:nvSpPr>
        <p:spPr>
          <a:xfrm xmlns:a="http://schemas.openxmlformats.org/drawingml/2006/main">
            <a:off x="457200" y="1304925"/>
            <a:ext cx="11277600" cy="19050"/>
          </a:xfrm>
          <a:prstGeom xmlns:a="http://schemas.openxmlformats.org/drawingml/2006/main" prst="rect">
            <a:avLst/>
          </a:prstGeom>
          <a:solidFill xmlns:a="http://schemas.openxmlformats.org/drawingml/2006/main">
            <a:srgbClr val="C8D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44085D-C0E6-4AB2-829D-94BB43B26D14}"/>
              </a:ext>
            </a:extLst>
          </p:cNvPr>
          <p:cNvSpPr>
            <a:spLocks xmlns:a="http://schemas.openxmlformats.org/drawingml/2006/main" noGrp="1"/>
          </p:cNvSpPr>
          <p:nvPr/>
        </p:nvSpPr>
        <p:spPr>
          <a:xfrm xmlns:a="http://schemas.openxmlformats.org/drawingml/2006/main">
            <a:off x="904875" y="171450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8" name="">
            <a:extLst xmlns:a="http://schemas.openxmlformats.org/drawingml/2006/main">
              <a:ext uri="{FF2B5EF4-FFF2-40B4-BE49-F238E27FC236}">
                <a16:creationId xmlns:a16="http://schemas.microsoft.com/office/drawing/2014/main" id="{5153861B-8708-4A15-9799-45FE0F5629E7}"/>
              </a:ext>
            </a:extLst>
          </p:cNvPr>
          <p:cNvSpPr>
            <a:spLocks xmlns:a="http://schemas.openxmlformats.org/drawingml/2006/main" noGrp="1"/>
          </p:cNvSpPr>
          <p:nvPr/>
        </p:nvSpPr>
        <p:spPr>
          <a:xfrm xmlns:a="http://schemas.openxmlformats.org/drawingml/2006/main">
            <a:off x="904875" y="1714500"/>
            <a:ext cx="76200" cy="14287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425CEE-1F5E-4814-9328-214E8724DDCD}"/>
              </a:ext>
            </a:extLst>
          </p:cNvPr>
          <p:cNvSpPr>
            <a:spLocks xmlns:a="http://schemas.openxmlformats.org/drawingml/2006/main" noGrp="1"/>
          </p:cNvSpPr>
          <p:nvPr/>
        </p:nvSpPr>
        <p:spPr>
          <a:xfrm xmlns:a="http://schemas.openxmlformats.org/drawingml/2006/main">
            <a:off x="1095375" y="1885950"/>
            <a:ext cx="419100" cy="419100"/>
          </a:xfrm>
          <a:prstGeom xmlns:a="http://schemas.openxmlformats.org/drawingml/2006/main" prst="ellipse">
            <a:avLst/>
          </a:prstGeom>
          <a:solidFill xmlns:a="http://schemas.openxmlformats.org/drawingml/2006/main">
            <a:srgbClr val="0A6FA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DBCA30-26F7-4C48-BC16-5475DE933E9B}"/>
              </a:ext>
            </a:extLst>
          </p:cNvPr>
          <p:cNvSpPr>
            <a:spLocks xmlns:a="http://schemas.openxmlformats.org/drawingml/2006/main" noGrp="1"/>
          </p:cNvSpPr>
          <p:nvPr/>
        </p:nvSpPr>
        <p:spPr>
          <a:xfrm xmlns:a="http://schemas.openxmlformats.org/drawingml/2006/main">
            <a:off x="1095375" y="1895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1" name="">
            <a:extLst xmlns:a="http://schemas.openxmlformats.org/drawingml/2006/main">
              <a:ext uri="{FF2B5EF4-FFF2-40B4-BE49-F238E27FC236}">
                <a16:creationId xmlns:a16="http://schemas.microsoft.com/office/drawing/2014/main" id="{3377267B-110F-43E2-93B1-43C735F823D9}"/>
              </a:ext>
            </a:extLst>
          </p:cNvPr>
          <p:cNvSpPr>
            <a:spLocks xmlns:a="http://schemas.openxmlformats.org/drawingml/2006/main" noGrp="1"/>
          </p:cNvSpPr>
          <p:nvPr/>
        </p:nvSpPr>
        <p:spPr>
          <a:xfrm xmlns:a="http://schemas.openxmlformats.org/drawingml/2006/main">
            <a:off x="1647825" y="187642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Shared outcome</a:t>
            </a:r>
          </a:p>
        </p:txBody>
      </p:sp>
      <p:sp>
        <p:nvSpPr>
          <p:cNvPr id="12" name="">
            <a:extLst xmlns:a="http://schemas.openxmlformats.org/drawingml/2006/main">
              <a:ext uri="{FF2B5EF4-FFF2-40B4-BE49-F238E27FC236}">
                <a16:creationId xmlns:a16="http://schemas.microsoft.com/office/drawing/2014/main" id="{6FA21E33-DD3B-431C-8778-376029D1F4EE}"/>
              </a:ext>
            </a:extLst>
          </p:cNvPr>
          <p:cNvSpPr>
            <a:spLocks xmlns:a="http://schemas.openxmlformats.org/drawingml/2006/main" noGrp="1"/>
          </p:cNvSpPr>
          <p:nvPr/>
        </p:nvSpPr>
        <p:spPr>
          <a:xfrm xmlns:a="http://schemas.openxmlformats.org/drawingml/2006/main">
            <a:off x="1114425" y="227647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Delivery and operation remain one team responsibility.</a:t>
            </a:r>
          </a:p>
        </p:txBody>
      </p:sp>
      <p:sp>
        <p:nvSpPr>
          <p:cNvPr id="13" name="">
            <a:extLst xmlns:a="http://schemas.openxmlformats.org/drawingml/2006/main">
              <a:ext uri="{FF2B5EF4-FFF2-40B4-BE49-F238E27FC236}">
                <a16:creationId xmlns:a16="http://schemas.microsoft.com/office/drawing/2014/main" id="{1A7E5286-748D-4A27-86EA-EC10A9644D95}"/>
              </a:ext>
            </a:extLst>
          </p:cNvPr>
          <p:cNvSpPr>
            <a:spLocks xmlns:a="http://schemas.openxmlformats.org/drawingml/2006/main" noGrp="1"/>
          </p:cNvSpPr>
          <p:nvPr/>
        </p:nvSpPr>
        <p:spPr>
          <a:xfrm xmlns:a="http://schemas.openxmlformats.org/drawingml/2006/main">
            <a:off x="6381750" y="171450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14" name="">
            <a:extLst xmlns:a="http://schemas.openxmlformats.org/drawingml/2006/main">
              <a:ext uri="{FF2B5EF4-FFF2-40B4-BE49-F238E27FC236}">
                <a16:creationId xmlns:a16="http://schemas.microsoft.com/office/drawing/2014/main" id="{D36AAD46-9BC2-421A-BC12-5AD6EDBE6F33}"/>
              </a:ext>
            </a:extLst>
          </p:cNvPr>
          <p:cNvSpPr>
            <a:spLocks xmlns:a="http://schemas.openxmlformats.org/drawingml/2006/main" noGrp="1"/>
          </p:cNvSpPr>
          <p:nvPr/>
        </p:nvSpPr>
        <p:spPr>
          <a:xfrm xmlns:a="http://schemas.openxmlformats.org/drawingml/2006/main">
            <a:off x="6381750" y="1714500"/>
            <a:ext cx="76200" cy="142875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7AEE1F9-2570-4578-8561-625B6EC1BCB7}"/>
              </a:ext>
            </a:extLst>
          </p:cNvPr>
          <p:cNvSpPr>
            <a:spLocks xmlns:a="http://schemas.openxmlformats.org/drawingml/2006/main" noGrp="1"/>
          </p:cNvSpPr>
          <p:nvPr/>
        </p:nvSpPr>
        <p:spPr>
          <a:xfrm xmlns:a="http://schemas.openxmlformats.org/drawingml/2006/main">
            <a:off x="6572250" y="1885950"/>
            <a:ext cx="419100" cy="419100"/>
          </a:xfrm>
          <a:prstGeom xmlns:a="http://schemas.openxmlformats.org/drawingml/2006/main" prst="ellipse">
            <a:avLst/>
          </a:prstGeom>
          <a:solidFill xmlns:a="http://schemas.openxmlformats.org/drawingml/2006/main">
            <a:srgbClr val="F28C2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9CB3A5A-1B82-4B51-9C65-51B53529EDB7}"/>
              </a:ext>
            </a:extLst>
          </p:cNvPr>
          <p:cNvSpPr>
            <a:spLocks xmlns:a="http://schemas.openxmlformats.org/drawingml/2006/main" noGrp="1"/>
          </p:cNvSpPr>
          <p:nvPr/>
        </p:nvSpPr>
        <p:spPr>
          <a:xfrm xmlns:a="http://schemas.openxmlformats.org/drawingml/2006/main">
            <a:off x="6572250" y="189547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D2E5CF8B-8BF4-415E-B9E2-5FC601944014}"/>
              </a:ext>
            </a:extLst>
          </p:cNvPr>
          <p:cNvSpPr>
            <a:spLocks xmlns:a="http://schemas.openxmlformats.org/drawingml/2006/main" noGrp="1"/>
          </p:cNvSpPr>
          <p:nvPr/>
        </p:nvSpPr>
        <p:spPr>
          <a:xfrm xmlns:a="http://schemas.openxmlformats.org/drawingml/2006/main">
            <a:off x="7124700" y="187642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Small controlled change</a:t>
            </a:r>
          </a:p>
        </p:txBody>
      </p:sp>
      <p:sp>
        <p:nvSpPr>
          <p:cNvPr id="18" name="">
            <a:extLst xmlns:a="http://schemas.openxmlformats.org/drawingml/2006/main">
              <a:ext uri="{FF2B5EF4-FFF2-40B4-BE49-F238E27FC236}">
                <a16:creationId xmlns:a16="http://schemas.microsoft.com/office/drawing/2014/main" id="{734BFC09-15D3-4EA5-ABBB-0958118FCF5B}"/>
              </a:ext>
            </a:extLst>
          </p:cNvPr>
          <p:cNvSpPr>
            <a:spLocks xmlns:a="http://schemas.openxmlformats.org/drawingml/2006/main" noGrp="1"/>
          </p:cNvSpPr>
          <p:nvPr/>
        </p:nvSpPr>
        <p:spPr>
          <a:xfrm xmlns:a="http://schemas.openxmlformats.org/drawingml/2006/main">
            <a:off x="6591300" y="227647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Lean flow shortens feedback and limits recovery scope.</a:t>
            </a:r>
          </a:p>
        </p:txBody>
      </p:sp>
      <p:sp>
        <p:nvSpPr>
          <p:cNvPr id="19" name="">
            <a:extLst xmlns:a="http://schemas.openxmlformats.org/drawingml/2006/main">
              <a:ext uri="{FF2B5EF4-FFF2-40B4-BE49-F238E27FC236}">
                <a16:creationId xmlns:a16="http://schemas.microsoft.com/office/drawing/2014/main" id="{17E6119E-3BB6-46E9-9369-E0062A68C0A2}"/>
              </a:ext>
            </a:extLst>
          </p:cNvPr>
          <p:cNvSpPr>
            <a:spLocks xmlns:a="http://schemas.openxmlformats.org/drawingml/2006/main" noGrp="1"/>
          </p:cNvSpPr>
          <p:nvPr/>
        </p:nvSpPr>
        <p:spPr>
          <a:xfrm xmlns:a="http://schemas.openxmlformats.org/drawingml/2006/main">
            <a:off x="904875" y="352425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20" name="">
            <a:extLst xmlns:a="http://schemas.openxmlformats.org/drawingml/2006/main">
              <a:ext uri="{FF2B5EF4-FFF2-40B4-BE49-F238E27FC236}">
                <a16:creationId xmlns:a16="http://schemas.microsoft.com/office/drawing/2014/main" id="{D1E86F41-AB6A-4B16-B22F-98021BC50C19}"/>
              </a:ext>
            </a:extLst>
          </p:cNvPr>
          <p:cNvSpPr>
            <a:spLocks xmlns:a="http://schemas.openxmlformats.org/drawingml/2006/main" noGrp="1"/>
          </p:cNvSpPr>
          <p:nvPr/>
        </p:nvSpPr>
        <p:spPr>
          <a:xfrm xmlns:a="http://schemas.openxmlformats.org/drawingml/2006/main">
            <a:off x="904875" y="3524250"/>
            <a:ext cx="76200" cy="1428750"/>
          </a:xfrm>
          <a:prstGeom xmlns:a="http://schemas.openxmlformats.org/drawingml/2006/main" prst="rect">
            <a:avLst/>
          </a:prstGeom>
          <a:solidFill xmlns:a="http://schemas.openxmlformats.org/drawingml/2006/main">
            <a:srgbClr val="6657B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6B7F78C-0E13-440D-BA67-42723B365C9D}"/>
              </a:ext>
            </a:extLst>
          </p:cNvPr>
          <p:cNvSpPr>
            <a:spLocks xmlns:a="http://schemas.openxmlformats.org/drawingml/2006/main" noGrp="1"/>
          </p:cNvSpPr>
          <p:nvPr/>
        </p:nvSpPr>
        <p:spPr>
          <a:xfrm xmlns:a="http://schemas.openxmlformats.org/drawingml/2006/main">
            <a:off x="1095375" y="3695700"/>
            <a:ext cx="419100" cy="419100"/>
          </a:xfrm>
          <a:prstGeom xmlns:a="http://schemas.openxmlformats.org/drawingml/2006/main" prst="ellipse">
            <a:avLst/>
          </a:prstGeom>
          <a:solidFill xmlns:a="http://schemas.openxmlformats.org/drawingml/2006/main">
            <a:srgbClr val="6657B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67F4CBA-FB6C-4D79-8C16-305B199B50FA}"/>
              </a:ext>
            </a:extLst>
          </p:cNvPr>
          <p:cNvSpPr>
            <a:spLocks xmlns:a="http://schemas.openxmlformats.org/drawingml/2006/main" noGrp="1"/>
          </p:cNvSpPr>
          <p:nvPr/>
        </p:nvSpPr>
        <p:spPr>
          <a:xfrm xmlns:a="http://schemas.openxmlformats.org/drawingml/2006/main">
            <a:off x="1095375" y="3705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3" name="">
            <a:extLst xmlns:a="http://schemas.openxmlformats.org/drawingml/2006/main">
              <a:ext uri="{FF2B5EF4-FFF2-40B4-BE49-F238E27FC236}">
                <a16:creationId xmlns:a16="http://schemas.microsoft.com/office/drawing/2014/main" id="{6F5A183D-5B3F-4BC7-AE2C-270C9208423F}"/>
              </a:ext>
            </a:extLst>
          </p:cNvPr>
          <p:cNvSpPr>
            <a:spLocks xmlns:a="http://schemas.openxmlformats.org/drawingml/2006/main" noGrp="1"/>
          </p:cNvSpPr>
          <p:nvPr/>
        </p:nvSpPr>
        <p:spPr>
          <a:xfrm xmlns:a="http://schemas.openxmlformats.org/drawingml/2006/main">
            <a:off x="1647825" y="368617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Connected evidence</a:t>
            </a:r>
          </a:p>
        </p:txBody>
      </p:sp>
      <p:sp>
        <p:nvSpPr>
          <p:cNvPr id="24" name="">
            <a:extLst xmlns:a="http://schemas.openxmlformats.org/drawingml/2006/main">
              <a:ext uri="{FF2B5EF4-FFF2-40B4-BE49-F238E27FC236}">
                <a16:creationId xmlns:a16="http://schemas.microsoft.com/office/drawing/2014/main" id="{97D5250E-7DE8-4BC9-AE6A-BED5C703266F}"/>
              </a:ext>
            </a:extLst>
          </p:cNvPr>
          <p:cNvSpPr>
            <a:spLocks xmlns:a="http://schemas.openxmlformats.org/drawingml/2006/main" noGrp="1"/>
          </p:cNvSpPr>
          <p:nvPr/>
        </p:nvSpPr>
        <p:spPr>
          <a:xfrm xmlns:a="http://schemas.openxmlformats.org/drawingml/2006/main">
            <a:off x="1114425" y="408622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Commit, artifact, deployment, and runtime share one identity.</a:t>
            </a:r>
          </a:p>
        </p:txBody>
      </p:sp>
      <p:sp>
        <p:nvSpPr>
          <p:cNvPr id="25" name="">
            <a:extLst xmlns:a="http://schemas.openxmlformats.org/drawingml/2006/main">
              <a:ext uri="{FF2B5EF4-FFF2-40B4-BE49-F238E27FC236}">
                <a16:creationId xmlns:a16="http://schemas.microsoft.com/office/drawing/2014/main" id="{A3E072CF-5253-44FD-8B5B-535120B0FCD1}"/>
              </a:ext>
            </a:extLst>
          </p:cNvPr>
          <p:cNvSpPr>
            <a:spLocks xmlns:a="http://schemas.openxmlformats.org/drawingml/2006/main" noGrp="1"/>
          </p:cNvSpPr>
          <p:nvPr/>
        </p:nvSpPr>
        <p:spPr>
          <a:xfrm xmlns:a="http://schemas.openxmlformats.org/drawingml/2006/main">
            <a:off x="6381750" y="3524250"/>
            <a:ext cx="4905375" cy="1428750"/>
          </a:xfrm>
          <a:prstGeom xmlns:a="http://schemas.openxmlformats.org/drawingml/2006/main" prst="roundRect">
            <a:avLst>
              <a:gd name="adj" fmla="val 8000"/>
            </a:avLst>
          </a:prstGeom>
          <a:solidFill xmlns:a="http://schemas.openxmlformats.org/drawingml/2006/main">
            <a:srgbClr val="F3F8FC"/>
          </a:solidFill>
          <a:ln xmlns:a="http://schemas.openxmlformats.org/drawingml/2006/main" w="9525">
            <a:solidFill>
              <a:srgbClr val="C8D7E5"/>
            </a:solidFill>
            <a:prstDash val="solid"/>
          </a:ln>
        </p:spPr>
      </p:sp>
      <p:sp>
        <p:nvSpPr>
          <p:cNvPr id="26" name="">
            <a:extLst xmlns:a="http://schemas.openxmlformats.org/drawingml/2006/main">
              <a:ext uri="{FF2B5EF4-FFF2-40B4-BE49-F238E27FC236}">
                <a16:creationId xmlns:a16="http://schemas.microsoft.com/office/drawing/2014/main" id="{4B3AC699-B769-4E3D-A737-7F225B225D35}"/>
              </a:ext>
            </a:extLst>
          </p:cNvPr>
          <p:cNvSpPr>
            <a:spLocks xmlns:a="http://schemas.openxmlformats.org/drawingml/2006/main" noGrp="1"/>
          </p:cNvSpPr>
          <p:nvPr/>
        </p:nvSpPr>
        <p:spPr>
          <a:xfrm xmlns:a="http://schemas.openxmlformats.org/drawingml/2006/main">
            <a:off x="6381750" y="3524250"/>
            <a:ext cx="76200" cy="1428750"/>
          </a:xfrm>
          <a:prstGeom xmlns:a="http://schemas.openxmlformats.org/drawingml/2006/main" prst="rect">
            <a:avLst/>
          </a:prstGeom>
          <a:solidFill xmlns:a="http://schemas.openxmlformats.org/drawingml/2006/main">
            <a:srgbClr val="1E9B6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554A003-DFD1-41D8-AAEF-F9987B12A010}"/>
              </a:ext>
            </a:extLst>
          </p:cNvPr>
          <p:cNvSpPr>
            <a:spLocks xmlns:a="http://schemas.openxmlformats.org/drawingml/2006/main" noGrp="1"/>
          </p:cNvSpPr>
          <p:nvPr/>
        </p:nvSpPr>
        <p:spPr>
          <a:xfrm xmlns:a="http://schemas.openxmlformats.org/drawingml/2006/main">
            <a:off x="6572250" y="3695700"/>
            <a:ext cx="419100" cy="419100"/>
          </a:xfrm>
          <a:prstGeom xmlns:a="http://schemas.openxmlformats.org/drawingml/2006/main" prst="ellipse">
            <a:avLst/>
          </a:prstGeom>
          <a:solidFill xmlns:a="http://schemas.openxmlformats.org/drawingml/2006/main">
            <a:srgbClr val="1E9B65"/>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BDC7492-1355-4309-ABAA-3CA00DC354E8}"/>
              </a:ext>
            </a:extLst>
          </p:cNvPr>
          <p:cNvSpPr>
            <a:spLocks xmlns:a="http://schemas.openxmlformats.org/drawingml/2006/main" noGrp="1"/>
          </p:cNvSpPr>
          <p:nvPr/>
        </p:nvSpPr>
        <p:spPr>
          <a:xfrm xmlns:a="http://schemas.openxmlformats.org/drawingml/2006/main">
            <a:off x="6572250" y="3705225"/>
            <a:ext cx="41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29" name="">
            <a:extLst xmlns:a="http://schemas.openxmlformats.org/drawingml/2006/main">
              <a:ext uri="{FF2B5EF4-FFF2-40B4-BE49-F238E27FC236}">
                <a16:creationId xmlns:a16="http://schemas.microsoft.com/office/drawing/2014/main" id="{3A3F5987-BCFB-4D85-BDE9-9F86AD61B930}"/>
              </a:ext>
            </a:extLst>
          </p:cNvPr>
          <p:cNvSpPr>
            <a:spLocks xmlns:a="http://schemas.openxmlformats.org/drawingml/2006/main" noGrp="1"/>
          </p:cNvSpPr>
          <p:nvPr/>
        </p:nvSpPr>
        <p:spPr>
          <a:xfrm xmlns:a="http://schemas.openxmlformats.org/drawingml/2006/main">
            <a:off x="7124700" y="3686175"/>
            <a:ext cx="39909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082B59"/>
                </a:solidFill>
                <a:latin typeface="Helvetica Neue"/>
                <a:ea typeface="Helvetica Neue"/>
                <a:cs typeface="Helvetica Neue"/>
              </a:defRPr>
            </a:pPr>
            <a:r>
              <a:rPr sz="1500" b="1">
                <a:solidFill>
                  <a:srgbClr val="082B59"/>
                </a:solidFill>
                <a:latin typeface="Helvetica Neue"/>
                <a:ea typeface="Helvetica Neue"/>
                <a:cs typeface="Helvetica Neue"/>
              </a:rPr>
              <a:t>Continuous learning</a:t>
            </a:r>
          </a:p>
        </p:txBody>
      </p:sp>
      <p:sp>
        <p:nvSpPr>
          <p:cNvPr id="30" name="">
            <a:extLst xmlns:a="http://schemas.openxmlformats.org/drawingml/2006/main">
              <a:ext uri="{FF2B5EF4-FFF2-40B4-BE49-F238E27FC236}">
                <a16:creationId xmlns:a16="http://schemas.microsoft.com/office/drawing/2014/main" id="{0AB31B2E-A136-459B-8D95-82038518AC22}"/>
              </a:ext>
            </a:extLst>
          </p:cNvPr>
          <p:cNvSpPr>
            <a:spLocks xmlns:a="http://schemas.openxmlformats.org/drawingml/2006/main" noGrp="1"/>
          </p:cNvSpPr>
          <p:nvPr/>
        </p:nvSpPr>
        <p:spPr>
          <a:xfrm xmlns:a="http://schemas.openxmlformats.org/drawingml/2006/main">
            <a:off x="6591300" y="4086225"/>
            <a:ext cx="4505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546579"/>
                </a:solidFill>
                <a:latin typeface="Helvetica Neue"/>
                <a:ea typeface="Helvetica Neue"/>
                <a:cs typeface="Helvetica Neue"/>
              </a:defRPr>
            </a:pPr>
            <a:r>
              <a:rPr sz="1125" b="0">
                <a:solidFill>
                  <a:srgbClr val="546579"/>
                </a:solidFill>
                <a:latin typeface="Helvetica Neue"/>
                <a:ea typeface="Helvetica Neue"/>
                <a:cs typeface="Helvetica Neue"/>
              </a:rPr>
              <a:t>Operational signals improve code, tests, policy, and design.</a:t>
            </a:r>
          </a:p>
        </p:txBody>
      </p:sp>
      <p:sp>
        <p:nvSpPr>
          <p:cNvPr id="31" name="">
            <a:extLst xmlns:a="http://schemas.openxmlformats.org/drawingml/2006/main">
              <a:ext uri="{FF2B5EF4-FFF2-40B4-BE49-F238E27FC236}">
                <a16:creationId xmlns:a16="http://schemas.microsoft.com/office/drawing/2014/main" id="{A5A7BF61-FC68-477F-870C-E6CC79983028}"/>
              </a:ext>
            </a:extLst>
          </p:cNvPr>
          <p:cNvSpPr>
            <a:spLocks xmlns:a="http://schemas.openxmlformats.org/drawingml/2006/main" noGrp="1"/>
          </p:cNvSpPr>
          <p:nvPr/>
        </p:nvSpPr>
        <p:spPr>
          <a:xfrm xmlns:a="http://schemas.openxmlformats.org/drawingml/2006/main">
            <a:off x="2952750" y="5334000"/>
            <a:ext cx="6286500" cy="552450"/>
          </a:xfrm>
          <a:prstGeom xmlns:a="http://schemas.openxmlformats.org/drawingml/2006/main" prst="roundRect">
            <a:avLst>
              <a:gd name="adj" fmla="val 20690"/>
            </a:avLst>
          </a:prstGeom>
          <a:solidFill xmlns:a="http://schemas.openxmlformats.org/drawingml/2006/main">
            <a:srgbClr val="082B5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D729D19-5148-4916-B9B9-4006BCCD3DD4}"/>
              </a:ext>
            </a:extLst>
          </p:cNvPr>
          <p:cNvSpPr>
            <a:spLocks xmlns:a="http://schemas.openxmlformats.org/drawingml/2006/main" noGrp="1"/>
          </p:cNvSpPr>
          <p:nvPr/>
        </p:nvSpPr>
        <p:spPr>
          <a:xfrm xmlns:a="http://schemas.openxmlformats.org/drawingml/2006/main">
            <a:off x="3286125" y="542925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259"/>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Use these principles to assess the current delivery system</a:t>
            </a:r>
          </a:p>
        </p:txBody>
      </p:sp>
      <p:sp>
        <p:nvSpPr>
          <p:cNvPr id="33" name="">
            <a:extLst xmlns:a="http://schemas.openxmlformats.org/drawingml/2006/main">
              <a:ext uri="{FF2B5EF4-FFF2-40B4-BE49-F238E27FC236}">
                <a16:creationId xmlns:a16="http://schemas.microsoft.com/office/drawing/2014/main" id="{B3A5BC4B-6582-4391-83F8-7FC43D183556}"/>
              </a:ext>
            </a:extLst>
          </p:cNvPr>
          <p:cNvSpPr>
            <a:spLocks xmlns:a="http://schemas.openxmlformats.org/drawingml/2006/main" noGrp="1"/>
          </p:cNvSpPr>
          <p:nvPr/>
        </p:nvSpPr>
        <p:spPr>
          <a:xfrm xmlns:a="http://schemas.openxmlformats.org/drawingml/2006/main">
            <a:off x="704850" y="6191250"/>
            <a:ext cx="10782300" cy="400050"/>
          </a:xfrm>
          <a:prstGeom xmlns:a="http://schemas.openxmlformats.org/drawingml/2006/main" prst="roundRect">
            <a:avLst>
              <a:gd name="adj" fmla="val 19048"/>
            </a:avLst>
          </a:prstGeom>
          <a:solidFill xmlns:a="http://schemas.openxmlformats.org/drawingml/2006/main">
            <a:srgbClr val="DDF2FB"/>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76D650F-D0A0-448C-B245-312D5CBE3B09}"/>
              </a:ext>
            </a:extLst>
          </p:cNvPr>
          <p:cNvSpPr>
            <a:spLocks xmlns:a="http://schemas.openxmlformats.org/drawingml/2006/main" noGrp="1"/>
          </p:cNvSpPr>
          <p:nvPr/>
        </p:nvSpPr>
        <p:spPr>
          <a:xfrm xmlns:a="http://schemas.openxmlformats.org/drawingml/2006/main">
            <a:off x="704850" y="6191250"/>
            <a:ext cx="85725" cy="400050"/>
          </a:xfrm>
          <a:prstGeom xmlns:a="http://schemas.openxmlformats.org/drawingml/2006/main" prst="rect">
            <a:avLst/>
          </a:prstGeom>
          <a:solidFill xmlns:a="http://schemas.openxmlformats.org/drawingml/2006/main">
            <a:srgbClr val="0A6FAF"/>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53B25F5-49BF-4CB2-930F-D88FC333479C}"/>
              </a:ext>
            </a:extLst>
          </p:cNvPr>
          <p:cNvSpPr>
            <a:spLocks xmlns:a="http://schemas.openxmlformats.org/drawingml/2006/main" noGrp="1"/>
          </p:cNvSpPr>
          <p:nvPr/>
        </p:nvSpPr>
        <p:spPr>
          <a:xfrm xmlns:a="http://schemas.openxmlformats.org/drawingml/2006/main">
            <a:off x="933450" y="62293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082B59"/>
                </a:solidFill>
                <a:latin typeface="Helvetica Neue"/>
                <a:ea typeface="Helvetica Neue"/>
                <a:cs typeface="Helvetica Neue"/>
              </a:defRPr>
            </a:pPr>
            <a:r>
              <a:rPr sz="1275" b="1">
                <a:solidFill>
                  <a:srgbClr val="082B59"/>
                </a:solidFill>
                <a:latin typeface="Helvetica Neue"/>
                <a:ea typeface="Helvetica Neue"/>
                <a:cs typeface="Helvetica Neue"/>
              </a:rPr>
              <a:t>DevOps improves the system that delivers and operates software.</a:t>
            </a:r>
          </a:p>
        </p:txBody>
      </p:sp>
    </p:spTree>
    <p:extLst>
      <p:ext uri="{BB962C8B-B14F-4D97-AF65-F5344CB8AC3E}">
        <p14:creationId xmlns:p14="http://schemas.microsoft.com/office/powerpoint/2010/main" val="2143828019"/>
      </p:ext>
    </p:extLst>
  </p:cSld>
</p:sld>
</file>

<file path=ppt/slides/slide24.xml><?xml version="1.0" encoding="utf-8"?>
<p:sld xmlns:p="http://schemas.openxmlformats.org/presentationml/2006/main">
  <p:cSld>
    <p:bg>
      <p:bgPr>
        <a:solidFill xmlns:a="http://schemas.openxmlformats.org/drawingml/2006/main">
          <a:srgbClr val="051A31"/>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e75aa12c8fb445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CF2DFC-A75B-4FAB-A6E4-3A2329AD80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61C35">
              <a:alpha val="84706"/>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47CDAC-A7ED-4C57-AEF6-E58EC70469EE}"/>
              </a:ext>
            </a:extLst>
          </p:cNvPr>
          <p:cNvSpPr>
            <a:spLocks xmlns:a="http://schemas.openxmlformats.org/drawingml/2006/main" noGrp="1"/>
          </p:cNvSpPr>
          <p:nvPr/>
        </p:nvSpPr>
        <p:spPr>
          <a:xfrm xmlns:a="http://schemas.openxmlformats.org/drawingml/2006/main">
            <a:off x="0" y="0"/>
            <a:ext cx="12192000" cy="323850"/>
          </a:xfrm>
          <a:prstGeom xmlns:a="http://schemas.openxmlformats.org/drawingml/2006/main" prst="rect">
            <a:avLst/>
          </a:prstGeom>
          <a:solidFill xmlns:a="http://schemas.openxmlformats.org/drawingml/2006/main">
            <a:srgbClr val="082B5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E0A2D4-C7AB-4FF7-B869-39DDA2EC7D4A}"/>
              </a:ext>
            </a:extLst>
          </p:cNvPr>
          <p:cNvSpPr>
            <a:spLocks xmlns:a="http://schemas.openxmlformats.org/drawingml/2006/main" noGrp="1"/>
          </p:cNvSpPr>
          <p:nvPr/>
        </p:nvSpPr>
        <p:spPr>
          <a:xfrm xmlns:a="http://schemas.openxmlformats.org/drawingml/2006/main">
            <a:off x="76200" y="285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619"/>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D7F7E9BF-C609-4561-B811-C2795EFAC08C}"/>
              </a:ext>
            </a:extLst>
          </p:cNvPr>
          <p:cNvSpPr>
            <a:spLocks xmlns:a="http://schemas.openxmlformats.org/drawingml/2006/main" noGrp="1"/>
          </p:cNvSpPr>
          <p:nvPr/>
        </p:nvSpPr>
        <p:spPr>
          <a:xfrm xmlns:a="http://schemas.openxmlformats.org/drawingml/2006/main">
            <a:off x="457200" y="19050"/>
            <a:ext cx="9201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Module 1   Module End</a:t>
            </a:r>
          </a:p>
        </p:txBody>
      </p:sp>
      <p:sp>
        <p:nvSpPr>
          <p:cNvPr id="6" name="">
            <a:extLst xmlns:a="http://schemas.openxmlformats.org/drawingml/2006/main">
              <a:ext uri="{FF2B5EF4-FFF2-40B4-BE49-F238E27FC236}">
                <a16:creationId xmlns:a16="http://schemas.microsoft.com/office/drawing/2014/main" id="{D01C1AF1-A6EB-48C2-83B0-2DFF0654136A}"/>
              </a:ext>
            </a:extLst>
          </p:cNvPr>
          <p:cNvSpPr>
            <a:spLocks xmlns:a="http://schemas.openxmlformats.org/drawingml/2006/main" noGrp="1"/>
          </p:cNvSpPr>
          <p:nvPr/>
        </p:nvSpPr>
        <p:spPr>
          <a:xfrm xmlns:a="http://schemas.openxmlformats.org/drawingml/2006/main">
            <a:off x="5286375" y="1190625"/>
            <a:ext cx="1619250" cy="1619250"/>
          </a:xfrm>
          <a:prstGeom xmlns:a="http://schemas.openxmlformats.org/drawingml/2006/main" prst="ellipse">
            <a:avLst/>
          </a:prstGeom>
          <a:solidFill xmlns:a="http://schemas.openxmlformats.org/drawingml/2006/main">
            <a:srgbClr val="0A6FAF">
              <a:alpha val="80000"/>
            </a:srgbClr>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bed857980314f46">
            <a:extLst>
              <a:ext uri="{96DAC541-7B7A-43D3-8B79-37D633B846F1}">
                <asvg:svgBlip xmlns:asvg="http://schemas.microsoft.com/office/drawing/2016/SVG/main" r:embed="R41ce37640abb4194"/>
              </a:ext>
            </a:extLst>
          </a:blip>
          <a:stretch xmlns:a="http://schemas.openxmlformats.org/drawingml/2006/main"/>
        </p:blipFill>
        <p:spPr>
          <a:xfrm xmlns:a="http://schemas.openxmlformats.org/drawingml/2006/main">
            <a:off x="5695950" y="1600200"/>
            <a:ext cx="800100" cy="8001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54A9900-0EEB-4537-A403-65715873AE5D}"/>
              </a:ext>
            </a:extLst>
          </p:cNvPr>
          <p:cNvSpPr>
            <a:spLocks xmlns:a="http://schemas.openxmlformats.org/drawingml/2006/main" noGrp="1"/>
          </p:cNvSpPr>
          <p:nvPr/>
        </p:nvSpPr>
        <p:spPr>
          <a:xfrm xmlns:a="http://schemas.openxmlformats.org/drawingml/2006/main">
            <a:off x="2762250" y="3143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MODULE 1 COMPLETE</a:t>
            </a:r>
          </a:p>
        </p:txBody>
      </p:sp>
      <p:sp>
        <p:nvSpPr>
          <p:cNvPr id="9" name="">
            <a:extLst xmlns:a="http://schemas.openxmlformats.org/drawingml/2006/main">
              <a:ext uri="{FF2B5EF4-FFF2-40B4-BE49-F238E27FC236}">
                <a16:creationId xmlns:a16="http://schemas.microsoft.com/office/drawing/2014/main" id="{AEC10A4D-0EF4-4866-B999-083B0B3A7CC7}"/>
              </a:ext>
            </a:extLst>
          </p:cNvPr>
          <p:cNvSpPr>
            <a:spLocks xmlns:a="http://schemas.openxmlformats.org/drawingml/2006/main" noGrp="1"/>
          </p:cNvSpPr>
          <p:nvPr/>
        </p:nvSpPr>
        <p:spPr>
          <a:xfrm xmlns:a="http://schemas.openxmlformats.org/drawingml/2006/main">
            <a:off x="3143250" y="376237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8DDBF3"/>
                </a:solidFill>
                <a:latin typeface="Helvetica Neue"/>
                <a:ea typeface="Helvetica Neue"/>
                <a:cs typeface="Helvetica Neue"/>
              </a:defRPr>
            </a:pPr>
            <a:r>
              <a:rPr sz="1800" b="1">
                <a:solidFill>
                  <a:srgbClr val="8DDBF3"/>
                </a:solidFill>
                <a:latin typeface="Helvetica Neue"/>
                <a:ea typeface="Helvetica Neue"/>
                <a:cs typeface="Helvetica Neue"/>
              </a:rPr>
              <a:t>Introducing the DevOps Model</a:t>
            </a:r>
          </a:p>
        </p:txBody>
      </p:sp>
      <p:sp>
        <p:nvSpPr>
          <p:cNvPr id="10" name="">
            <a:extLst xmlns:a="http://schemas.openxmlformats.org/drawingml/2006/main">
              <a:ext uri="{FF2B5EF4-FFF2-40B4-BE49-F238E27FC236}">
                <a16:creationId xmlns:a16="http://schemas.microsoft.com/office/drawing/2014/main" id="{7C2BC424-EF0F-44B8-84D7-EFCEBA150B69}"/>
              </a:ext>
            </a:extLst>
          </p:cNvPr>
          <p:cNvSpPr>
            <a:spLocks xmlns:a="http://schemas.openxmlformats.org/drawingml/2006/main" noGrp="1"/>
          </p:cNvSpPr>
          <p:nvPr/>
        </p:nvSpPr>
        <p:spPr>
          <a:xfrm xmlns:a="http://schemas.openxmlformats.org/drawingml/2006/main">
            <a:off x="5334000" y="4381500"/>
            <a:ext cx="1524000" cy="38100"/>
          </a:xfrm>
          <a:prstGeom xmlns:a="http://schemas.openxmlformats.org/drawingml/2006/main" prst="rect">
            <a:avLst/>
          </a:prstGeom>
          <a:solidFill xmlns:a="http://schemas.openxmlformats.org/drawingml/2006/main">
            <a:srgbClr val="F28C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E22009-DEEB-499A-8CDE-361645541A0E}"/>
              </a:ext>
            </a:extLst>
          </p:cNvPr>
          <p:cNvSpPr>
            <a:spLocks xmlns:a="http://schemas.openxmlformats.org/drawingml/2006/main" noGrp="1"/>
          </p:cNvSpPr>
          <p:nvPr/>
        </p:nvSpPr>
        <p:spPr>
          <a:xfrm xmlns:a="http://schemas.openxmlformats.org/drawingml/2006/main">
            <a:off x="4762500" y="47148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C6E8F5"/>
                </a:solidFill>
                <a:latin typeface="Helvetica Neue"/>
                <a:ea typeface="Helvetica Neue"/>
                <a:cs typeface="Helvetica Neue"/>
              </a:defRPr>
            </a:pPr>
            <a:r>
              <a:rPr sz="1200" b="1">
                <a:solidFill>
                  <a:srgbClr val="C6E8F5"/>
                </a:solidFill>
                <a:latin typeface="Helvetica Neue"/>
                <a:ea typeface="Helvetica Neue"/>
                <a:cs typeface="Helvetica Neue"/>
              </a:rPr>
              <a:t>Next module</a:t>
            </a:r>
          </a:p>
        </p:txBody>
      </p:sp>
      <p:sp>
        <p:nvSpPr>
          <p:cNvPr id="12" name="">
            <a:extLst xmlns:a="http://schemas.openxmlformats.org/drawingml/2006/main">
              <a:ext uri="{FF2B5EF4-FFF2-40B4-BE49-F238E27FC236}">
                <a16:creationId xmlns:a16="http://schemas.microsoft.com/office/drawing/2014/main" id="{6ADA8682-FD86-4AAE-88EE-C5236FA8272E}"/>
              </a:ext>
            </a:extLst>
          </p:cNvPr>
          <p:cNvSpPr>
            <a:spLocks xmlns:a="http://schemas.openxmlformats.org/drawingml/2006/main" noGrp="1"/>
          </p:cNvSpPr>
          <p:nvPr/>
        </p:nvSpPr>
        <p:spPr>
          <a:xfrm xmlns:a="http://schemas.openxmlformats.org/drawingml/2006/main">
            <a:off x="2857500" y="5048250"/>
            <a:ext cx="647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Containers as a reproducible runtime</a:t>
            </a:r>
          </a:p>
        </p:txBody>
      </p:sp>
      <p:sp>
        <p:nvSpPr>
          <p:cNvPr id="13" name="">
            <a:extLst xmlns:a="http://schemas.openxmlformats.org/drawingml/2006/main">
              <a:ext uri="{FF2B5EF4-FFF2-40B4-BE49-F238E27FC236}">
                <a16:creationId xmlns:a16="http://schemas.microsoft.com/office/drawing/2014/main" id="{FF8EED29-C41E-4C5D-8CF1-4AA2272F38B6}"/>
              </a:ext>
            </a:extLst>
          </p:cNvPr>
          <p:cNvSpPr>
            <a:spLocks xmlns:a="http://schemas.openxmlformats.org/drawingml/2006/main" noGrp="1"/>
          </p:cNvSpPr>
          <p:nvPr/>
        </p:nvSpPr>
        <p:spPr>
          <a:xfrm xmlns:a="http://schemas.openxmlformats.org/drawingml/2006/main">
            <a:off x="3429000" y="5953125"/>
            <a:ext cx="533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C6E8F5"/>
                </a:solidFill>
                <a:latin typeface="Helvetica Neue"/>
                <a:ea typeface="Helvetica Neue"/>
                <a:cs typeface="Helvetica Neue"/>
              </a:defRPr>
            </a:pPr>
            <a:r>
              <a:rPr sz="1125" b="0">
                <a:solidFill>
                  <a:srgbClr val="C6E8F5"/>
                </a:solidFill>
                <a:latin typeface="Helvetica Neue"/>
                <a:ea typeface="Helvetica Neue"/>
                <a:cs typeface="Helvetica Neue"/>
              </a:rPr>
              <a:t>CALMS   Lifecycle   Evidence   Feedback</a:t>
            </a:r>
          </a:p>
        </p:txBody>
      </p:sp>
    </p:spTree>
    <p:extLst>
      <p:ext uri="{BB962C8B-B14F-4D97-AF65-F5344CB8AC3E}">
        <p14:creationId xmlns:p14="http://schemas.microsoft.com/office/powerpoint/2010/main" val="780968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2026-09-12T08:34:47.4430000Z</dcterms:created>
  <dcterms:modified xsi:type="dcterms:W3CDTF">2026-09-12T08:34:47.4430000Z</dcterms:modified>
</coreProperties>
</file>