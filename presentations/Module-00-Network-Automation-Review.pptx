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7095b7a6a54324" /><Relationship Type="http://schemas.openxmlformats.org/officeDocument/2006/relationships/extended-properties" Target="/docProps/app.xml" Id="Rd6154a0573ff4431" /><Relationship Type="http://schemas.openxmlformats.org/officeDocument/2006/relationships/officeDocument" Target="/ppt/presentation.xml" Id="R2c6aae3358314d05" /></Relationships>
</file>

<file path=ppt/presentation.xml><?xml version="1.0" encoding="utf-8"?>
<p:presentation xmlns:p="http://schemas.openxmlformats.org/presentationml/2006/main">
  <p:sldMasterIdLst>
    <p:sldMasterId xmlns:r="http://schemas.openxmlformats.org/officeDocument/2006/relationships" id="2147483648" r:id="Rc9d2f6706a3b4c4e"/>
  </p:sldMasterIdLst>
  <p:notesMasterIdLst>
    <p:notesMasterId xmlns:r="http://schemas.openxmlformats.org/officeDocument/2006/relationships" r:id="Radd0013784114518"/>
  </p:notesMasterIdLst>
  <p:sldIdLst>
    <p:sldId xmlns:r="http://schemas.openxmlformats.org/officeDocument/2006/relationships" id="256" r:id="R1e07471e35634b6e"/>
    <p:sldId xmlns:r="http://schemas.openxmlformats.org/officeDocument/2006/relationships" id="257" r:id="R85a6c11e4dc54f67"/>
    <p:sldId xmlns:r="http://schemas.openxmlformats.org/officeDocument/2006/relationships" id="258" r:id="R52a582a67b604f1d"/>
    <p:sldId xmlns:r="http://schemas.openxmlformats.org/officeDocument/2006/relationships" id="259" r:id="Rb08600b7f3284dbd"/>
    <p:sldId xmlns:r="http://schemas.openxmlformats.org/officeDocument/2006/relationships" id="260" r:id="Ra27349e31a2743b7"/>
    <p:sldId xmlns:r="http://schemas.openxmlformats.org/officeDocument/2006/relationships" id="261" r:id="Rf62ac03f617145e2"/>
    <p:sldId xmlns:r="http://schemas.openxmlformats.org/officeDocument/2006/relationships" id="262" r:id="R1da740d808d24596"/>
    <p:sldId xmlns:r="http://schemas.openxmlformats.org/officeDocument/2006/relationships" id="263" r:id="R0d74f31e472a44b1"/>
    <p:sldId xmlns:r="http://schemas.openxmlformats.org/officeDocument/2006/relationships" id="264" r:id="R9f44586309a641f4"/>
    <p:sldId xmlns:r="http://schemas.openxmlformats.org/officeDocument/2006/relationships" id="265" r:id="Rb4d0efb8546d445a"/>
    <p:sldId xmlns:r="http://schemas.openxmlformats.org/officeDocument/2006/relationships" id="266" r:id="R09512bfcefd24c17"/>
    <p:sldId xmlns:r="http://schemas.openxmlformats.org/officeDocument/2006/relationships" id="267" r:id="R110ee285ee824a0a"/>
    <p:sldId xmlns:r="http://schemas.openxmlformats.org/officeDocument/2006/relationships" id="268" r:id="R27600aca44d4445e"/>
    <p:sldId xmlns:r="http://schemas.openxmlformats.org/officeDocument/2006/relationships" id="269" r:id="Rddaf8d3f7e55433e"/>
    <p:sldId xmlns:r="http://schemas.openxmlformats.org/officeDocument/2006/relationships" id="270" r:id="R3ad41c9abad44916"/>
    <p:sldId xmlns:r="http://schemas.openxmlformats.org/officeDocument/2006/relationships" id="271" r:id="R3b6a7b920f9c4dd0"/>
    <p:sldId xmlns:r="http://schemas.openxmlformats.org/officeDocument/2006/relationships" id="272" r:id="Raeeb1acbaad14909"/>
    <p:sldId xmlns:r="http://schemas.openxmlformats.org/officeDocument/2006/relationships" id="273" r:id="R38da0016c8c447db"/>
    <p:sldId xmlns:r="http://schemas.openxmlformats.org/officeDocument/2006/relationships" id="274" r:id="Re621942e95374e15"/>
    <p:sldId xmlns:r="http://schemas.openxmlformats.org/officeDocument/2006/relationships" id="275" r:id="R14b7333a8ed34095"/>
    <p:sldId xmlns:r="http://schemas.openxmlformats.org/officeDocument/2006/relationships" id="276" r:id="R1b3cb6b4742d4ef6"/>
    <p:sldId xmlns:r="http://schemas.openxmlformats.org/officeDocument/2006/relationships" id="277" r:id="Rf447ae2982bc47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dd159434844484" /><Relationship Type="http://schemas.openxmlformats.org/officeDocument/2006/relationships/slideMaster" Target="/ppt/slideMasters/slideMaster1.xml" Id="Rc9d2f6706a3b4c4e" /><Relationship Type="http://schemas.openxmlformats.org/officeDocument/2006/relationships/notesMaster" Target="/ppt/notesMasters/notesMaster1.xml" Id="Radd0013784114518" /><Relationship Type="http://schemas.openxmlformats.org/officeDocument/2006/relationships/presProps" Target="/ppt/presProps.xml" Id="Rf115579b757f44d8" /><Relationship Type="http://schemas.openxmlformats.org/officeDocument/2006/relationships/tableStyles" Target="/ppt/tableStyles.xml" Id="Rb33dfb8870974476" /><Relationship Type="http://schemas.openxmlformats.org/officeDocument/2006/relationships/slide" Target="/ppt/slides/slide1.xml" Id="R1e07471e35634b6e" /><Relationship Type="http://schemas.openxmlformats.org/officeDocument/2006/relationships/slide" Target="/ppt/slides/slide2.xml" Id="R85a6c11e4dc54f67" /><Relationship Type="http://schemas.openxmlformats.org/officeDocument/2006/relationships/slide" Target="/ppt/slides/slide3.xml" Id="R52a582a67b604f1d" /><Relationship Type="http://schemas.openxmlformats.org/officeDocument/2006/relationships/slide" Target="/ppt/slides/slide4.xml" Id="Rb08600b7f3284dbd" /><Relationship Type="http://schemas.openxmlformats.org/officeDocument/2006/relationships/slide" Target="/ppt/slides/slide5.xml" Id="Ra27349e31a2743b7" /><Relationship Type="http://schemas.openxmlformats.org/officeDocument/2006/relationships/slide" Target="/ppt/slides/slide6.xml" Id="Rf62ac03f617145e2" /><Relationship Type="http://schemas.openxmlformats.org/officeDocument/2006/relationships/slide" Target="/ppt/slides/slide7.xml" Id="R1da740d808d24596" /><Relationship Type="http://schemas.openxmlformats.org/officeDocument/2006/relationships/slide" Target="/ppt/slides/slide8.xml" Id="R0d74f31e472a44b1" /><Relationship Type="http://schemas.openxmlformats.org/officeDocument/2006/relationships/slide" Target="/ppt/slides/slide9.xml" Id="R9f44586309a641f4" /><Relationship Type="http://schemas.openxmlformats.org/officeDocument/2006/relationships/slide" Target="/ppt/slides/slide10.xml" Id="Rb4d0efb8546d445a" /><Relationship Type="http://schemas.openxmlformats.org/officeDocument/2006/relationships/slide" Target="/ppt/slides/slide11.xml" Id="R09512bfcefd24c17" /><Relationship Type="http://schemas.openxmlformats.org/officeDocument/2006/relationships/slide" Target="/ppt/slides/slide12.xml" Id="R110ee285ee824a0a" /><Relationship Type="http://schemas.openxmlformats.org/officeDocument/2006/relationships/slide" Target="/ppt/slides/slide13.xml" Id="R27600aca44d4445e" /><Relationship Type="http://schemas.openxmlformats.org/officeDocument/2006/relationships/slide" Target="/ppt/slides/slide14.xml" Id="Rddaf8d3f7e55433e" /><Relationship Type="http://schemas.openxmlformats.org/officeDocument/2006/relationships/slide" Target="/ppt/slides/slide15.xml" Id="R3ad41c9abad44916" /><Relationship Type="http://schemas.openxmlformats.org/officeDocument/2006/relationships/slide" Target="/ppt/slides/slide16.xml" Id="R3b6a7b920f9c4dd0" /><Relationship Type="http://schemas.openxmlformats.org/officeDocument/2006/relationships/slide" Target="/ppt/slides/slide17.xml" Id="Raeeb1acbaad14909" /><Relationship Type="http://schemas.openxmlformats.org/officeDocument/2006/relationships/slide" Target="/ppt/slides/slide18.xml" Id="R38da0016c8c447db" /><Relationship Type="http://schemas.openxmlformats.org/officeDocument/2006/relationships/slide" Target="/ppt/slides/slide19.xml" Id="Re621942e95374e15" /><Relationship Type="http://schemas.openxmlformats.org/officeDocument/2006/relationships/slide" Target="/ppt/slides/slide20.xml" Id="R14b7333a8ed34095" /><Relationship Type="http://schemas.openxmlformats.org/officeDocument/2006/relationships/slide" Target="/ppt/slides/slide21.xml" Id="R1b3cb6b4742d4ef6" /><Relationship Type="http://schemas.openxmlformats.org/officeDocument/2006/relationships/slide" Target="/ppt/slides/slide22.xml" Id="Rf447ae2982bc47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13dadee9524f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3387988d634099" /><Relationship Type="http://schemas.openxmlformats.org/officeDocument/2006/relationships/notesMaster" Target="/ppt/notesMasters/notesMaster1.xml" Id="R93e4f8eeb9d24c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f53e9106ec4cd5" /><Relationship Type="http://schemas.openxmlformats.org/officeDocument/2006/relationships/notesMaster" Target="/ppt/notesMasters/notesMaster1.xml" Id="R10f67cd1bd6d48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b2e57c8e05481d" /><Relationship Type="http://schemas.openxmlformats.org/officeDocument/2006/relationships/notesMaster" Target="/ppt/notesMasters/notesMaster1.xml" Id="Rccca7c2f2b0740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a3754a519143be" /><Relationship Type="http://schemas.openxmlformats.org/officeDocument/2006/relationships/notesMaster" Target="/ppt/notesMasters/notesMaster1.xml" Id="R590c7922eb774b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077497755a49f1" /><Relationship Type="http://schemas.openxmlformats.org/officeDocument/2006/relationships/notesMaster" Target="/ppt/notesMasters/notesMaster1.xml" Id="R4790e2bcbbcb48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9acf6efb6f4ec4" /><Relationship Type="http://schemas.openxmlformats.org/officeDocument/2006/relationships/notesMaster" Target="/ppt/notesMasters/notesMaster1.xml" Id="Re0a5935580d742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3f80f574ec4b82" /><Relationship Type="http://schemas.openxmlformats.org/officeDocument/2006/relationships/notesMaster" Target="/ppt/notesMasters/notesMaster1.xml" Id="R3ff6c3e1884842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a16c14937246f8" /><Relationship Type="http://schemas.openxmlformats.org/officeDocument/2006/relationships/notesMaster" Target="/ppt/notesMasters/notesMaster1.xml" Id="Rd4169474716c4e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40c068427a4254" /><Relationship Type="http://schemas.openxmlformats.org/officeDocument/2006/relationships/notesMaster" Target="/ppt/notesMasters/notesMaster1.xml" Id="Ra53a20f6429e49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70bb6d727543d7" /><Relationship Type="http://schemas.openxmlformats.org/officeDocument/2006/relationships/notesMaster" Target="/ppt/notesMasters/notesMaster1.xml" Id="R7d80315242c944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fbd45828444087" /><Relationship Type="http://schemas.openxmlformats.org/officeDocument/2006/relationships/notesMaster" Target="/ppt/notesMasters/notesMaster1.xml" Id="R4eb93454a7304d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ae774180b641fa" /><Relationship Type="http://schemas.openxmlformats.org/officeDocument/2006/relationships/notesMaster" Target="/ppt/notesMasters/notesMaster1.xml" Id="R7520d34f20fb46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068951f00346e1" /><Relationship Type="http://schemas.openxmlformats.org/officeDocument/2006/relationships/notesMaster" Target="/ppt/notesMasters/notesMaster1.xml" Id="R6e5af715f5c540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0c8778b7054c5d" /><Relationship Type="http://schemas.openxmlformats.org/officeDocument/2006/relationships/notesMaster" Target="/ppt/notesMasters/notesMaster1.xml" Id="Rcb7d3a2f27834b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85087def724edc" /><Relationship Type="http://schemas.openxmlformats.org/officeDocument/2006/relationships/notesMaster" Target="/ppt/notesMasters/notesMaster1.xml" Id="Rebec8d815fad4b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64723c09a34d70" /><Relationship Type="http://schemas.openxmlformats.org/officeDocument/2006/relationships/notesMaster" Target="/ppt/notesMasters/notesMaster1.xml" Id="R8e972b417545484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e1633a3a87f4b9b" /><Relationship Type="http://schemas.openxmlformats.org/officeDocument/2006/relationships/notesMaster" Target="/ppt/notesMasters/notesMaster1.xml" Id="R36af39852dea43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eb4a5a592b4a3b" /><Relationship Type="http://schemas.openxmlformats.org/officeDocument/2006/relationships/notesMaster" Target="/ppt/notesMasters/notesMaster1.xml" Id="R0d432a60675d41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6541273f30d4854" /><Relationship Type="http://schemas.openxmlformats.org/officeDocument/2006/relationships/notesMaster" Target="/ppt/notesMasters/notesMaster1.xml" Id="Raa2ba8e97da64a7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570f6eb4364c52" /><Relationship Type="http://schemas.openxmlformats.org/officeDocument/2006/relationships/notesMaster" Target="/ppt/notesMasters/notesMaster1.xml" Id="R526e765f23a040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30850040314e33" /><Relationship Type="http://schemas.openxmlformats.org/officeDocument/2006/relationships/notesMaster" Target="/ppt/notesMasters/notesMaster1.xml" Id="R2a2a80b7eccd4d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9189ea591941b8" /><Relationship Type="http://schemas.openxmlformats.org/officeDocument/2006/relationships/notesMaster" Target="/ppt/notesMasters/notesMaster1.xml" Id="Ra3b78356ec2b4b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positioning this module as a concise technical reset. Learners already understand automation concepts; the purpose is to establish a shared vocabulary and expose the gap between running an automation task and operating an automation system. Avoid presenting this as a product-specific 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introduction to frame Module 0 as a focused review rather than a beginner course. Learners bring network automation knowledge. The module revisits how intent, interfaces, orchestration, testing, safety, and telemetry fit together as one software system, then explains why DevOps delivery controls are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four panels to confirm the assumed entry level without addressing learners directly as if their skills are incomplete. The transition is from individually executed automation to a team-operated delivery capability. Emphasize that the code may already work; the challenge is governing how it changes, runs, and proves its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module as a set of engineering questions rather than a list of tools. The first three questions describe construction; the fourth concerns verification; the fifth creates the feedback loop that distinguishes an operated system from a one-time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horizontal chain from intent to evidence. The lower band contains concerns that apply to every interface: transport security, identity, timeouts, retries, and uncertainty. The same application may target devices, controllers, or higher-level services. This system view prepares learners to understand why lifecycle controls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syntax with meaning. YAML is often convenient for human-authored intent, JSON for APIs, and XML for model-driven interfaces, but all should be normalized into a predictable internal structure. Stress type validation: a quoted VLAN identifier is syntactically valid data but may violate the application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function line by line. It filters inventory by site, stops on an empty result, and enforces a simple blast-radius limit. In production, the threshold would be policy-driven and supported by identity and approval controls. The example is intentionally small so the engineering pattern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distinction between staging and committing. A branch isolates work; a merge request or pull request creates a review boundary. In a delivery pipeline, the commit identifier links source, tests, artifacts, deployment records, and rollback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presenting one interface as universally superior. SSH may be required for coverage, REST may expose service abstractions, and NETCONF can provide transactional model-driven operations. Controller APIs add domain intent but may also introduce asynchronous jobs. The selection should follow the control needed and the failure semantics the application can safely 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key operational distinction between a known failure and an unknown outcome. If a session drops after a write, the application cannot assume the change failed. It must rediscover state before deciding whether to retry, remediate, or stop. Mention Netmiko as a useful SSH library, while keeping the lesson centered on behavior rather than syntax.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requests example to reinforce explicit connect and read timeouts, TLS verification, and status handling. Explain that successful transport does not prove the service changed as intended. Many controller APIs return a job identifier; the application must poll or subscribe until the job reaches a terminal state, then verify the resulting operational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YANG as the schema and NETCONF as a protocol that operates on modeled data. The application should inspect server capabilities because not every target supports the same datastores or transaction features. The value is not XML itself; it is the ability to validate structure and use explicit configuration transaction semantics.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division of responsibility: inventory identifies targets and supplies variables; modules encapsulate device or service behavior; the playbook coordinates tasks and policies. Review idempotence and assertions. Raw commands remain useful for gaps, but they move parsing, change detection, and verification responsibility back into the playbook author’s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IaC as the practice of expressing infrastructure intent in version-controlled, reviewable definitions. The tools overlap, but each resource should have a clear lifecycle owner. Terraform is often used for provisioning, Ansible for configuration and orchestration, Python for domain-specific logic, and Puppet or Chef for continuous convergence. Avoid allowing multiple tools to manage the same attribute without an explicit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three-state model throughout the course. Intended state comes from approved source. Configured state is what the device or platform reports. Operational state describes behavior: adjacencies, reachability, latency, error rate, or application health. Drift is a difference that must be explained, not automatically overwritten without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safety as a sequence of controls. Verify target identity, authorize with the narrowest practical identity, constrain scope and rate, prepare recovery, then validate both state and service. Revisit unknown outcomes: uncertainty is itself a state that requires rediscovery before any retry.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testing pyramid as a balance between speed and fidelity. Unit tests and policy checks should run frequently. Fixtures and mocks exercise interface behavior without requiring live infrastructure. Sandboxes reveal platform behavior, while production acceptance checks remain bounded and primarily observational. The goal is layered confidence, not a single end-to-end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model-driven telemetry as a continuous evidence mechanism. The important engineering work includes subscription design, secure collection, normalization, timestamps, and correlation identifiers. Data volume alone does not create observability; the team must connect measurements and events to a deployment and its expected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comparison to make the transition explicit. DevOps does not discard Python, APIs, or Ansible. It changes how their work is versioned, reviewed, executed, tested, secured, and evidenced. The right-hand model makes behavior reproducible across people and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conceptual bridge. Network automation supplies the application and domain knowledge; DevOps supplies the delivery and operating model. Briefly name the lifecycle stages and point out that feedback returns operational evidence to planning. The next module uses CALMS to examine culture, automation, lean flow, measurement, and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page as the formal takeaway review. Ask learners to name the source of intent, the safety controls, the evidence of operational success, and the mechanism that links evidence to an exact change. Module 1 adds the organizational and process dimensions of DevOps.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module here. Confirm questions, then preview Module 1: the DevOps model adds culture, delivery flow, measurement, shared knowledge, and lifecycle controls to the automation foundation reviewed in this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c14b9c627e42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9ac9d2d7864d28" /><Relationship Type="http://schemas.openxmlformats.org/officeDocument/2006/relationships/slideLayout" Target="/ppt/slideLayouts/slideLayout1.xml" Id="R288295ce8d804e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8295ce8d804e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669042f3cb4739" /><Relationship Type="http://schemas.openxmlformats.org/officeDocument/2006/relationships/image" Target="/ppt/media/image.png" Id="R34473dcf04704e6f" /><Relationship Type="http://schemas.openxmlformats.org/officeDocument/2006/relationships/notesSlide" Target="/ppt/notesSlides/notesSlide1.xml" Id="Rfd2c6e45c04145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8feb28a40c466f" /><Relationship Type="http://schemas.openxmlformats.org/officeDocument/2006/relationships/image" Target="/ppt/media/image2.png" Id="R392be125ea0642cb" /><Relationship Type="http://schemas.openxmlformats.org/officeDocument/2006/relationships/image" Target="/ppt/media/image.svg" Id="R896938d975ac4bea" /><Relationship Type="http://schemas.openxmlformats.org/officeDocument/2006/relationships/image" Target="/ppt/media/image3.png" Id="R057071840e324f37" /><Relationship Type="http://schemas.openxmlformats.org/officeDocument/2006/relationships/image" Target="/ppt/media/image2.svg" Id="R99a9f07ac4514ff0" /><Relationship Type="http://schemas.openxmlformats.org/officeDocument/2006/relationships/image" Target="/ppt/media/image4.png" Id="Rc81a016130954f26" /><Relationship Type="http://schemas.openxmlformats.org/officeDocument/2006/relationships/image" Target="/ppt/media/image3.svg" Id="R1070921cc6554536" /><Relationship Type="http://schemas.openxmlformats.org/officeDocument/2006/relationships/image" Target="/ppt/media/image5.png" Id="Ra1c23598c8fb4c4d" /><Relationship Type="http://schemas.openxmlformats.org/officeDocument/2006/relationships/image" Target="/ppt/media/image4.svg" Id="R9ea2f91cc5da4560" /><Relationship Type="http://schemas.openxmlformats.org/officeDocument/2006/relationships/image" Target="/ppt/media/image6.png" Id="R7f7efdfcb83f4ebc" /><Relationship Type="http://schemas.openxmlformats.org/officeDocument/2006/relationships/image" Target="/ppt/media/image5.svg" Id="R6bc452ddf0da42f3" /><Relationship Type="http://schemas.openxmlformats.org/officeDocument/2006/relationships/image" Target="/ppt/media/image7.png" Id="R7bc27a3f13644ad5" /><Relationship Type="http://schemas.openxmlformats.org/officeDocument/2006/relationships/image" Target="/ppt/media/image6.svg" Id="R78cc34c4169243b7" /><Relationship Type="http://schemas.openxmlformats.org/officeDocument/2006/relationships/notesSlide" Target="/ppt/notesSlides/notesSlide2.xml" Id="Rb63d7fb1cb5849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e97f26d1b5412f" /><Relationship Type="http://schemas.openxmlformats.org/officeDocument/2006/relationships/image" Target="/ppt/media/image8.png" Id="Rc469ed2b7622438f" /><Relationship Type="http://schemas.openxmlformats.org/officeDocument/2006/relationships/image" Target="/ppt/media/image7.svg" Id="R8c18b02676f04395" /><Relationship Type="http://schemas.openxmlformats.org/officeDocument/2006/relationships/image" Target="/ppt/media/image9.png" Id="R04aff86149f844f5" /><Relationship Type="http://schemas.openxmlformats.org/officeDocument/2006/relationships/image" Target="/ppt/media/image8.svg" Id="R3078d0bb00ab4401" /><Relationship Type="http://schemas.openxmlformats.org/officeDocument/2006/relationships/image" Target="/ppt/media/image10.png" Id="Re9268100976c4373" /><Relationship Type="http://schemas.openxmlformats.org/officeDocument/2006/relationships/image" Target="/ppt/media/image9.svg" Id="Re425ca64ae674e61" /><Relationship Type="http://schemas.openxmlformats.org/officeDocument/2006/relationships/image" Target="/ppt/media/image11.png" Id="R48df225ec4cf4c4e" /><Relationship Type="http://schemas.openxmlformats.org/officeDocument/2006/relationships/image" Target="/ppt/media/image10.svg" Id="R3b74e35a3f8441a6" /><Relationship Type="http://schemas.openxmlformats.org/officeDocument/2006/relationships/notesSlide" Target="/ppt/notesSlides/notesSlide3.xml" Id="R4b7e4334c12945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70ff1ef6ca46a8" /><Relationship Type="http://schemas.openxmlformats.org/officeDocument/2006/relationships/notesSlide" Target="/ppt/notesSlides/notesSlide4.xml" Id="Rf37d39c3c78948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208e076cc947b9" /><Relationship Type="http://schemas.openxmlformats.org/officeDocument/2006/relationships/image" Target="/ppt/media/image12.png" Id="Re1f199e204b34da6" /><Relationship Type="http://schemas.openxmlformats.org/officeDocument/2006/relationships/image" Target="/ppt/media/image11.svg" Id="R56b17cb31aeb4af8" /><Relationship Type="http://schemas.openxmlformats.org/officeDocument/2006/relationships/image" Target="/ppt/media/image13.png" Id="Rf1462c77df304249" /><Relationship Type="http://schemas.openxmlformats.org/officeDocument/2006/relationships/image" Target="/ppt/media/image12.svg" Id="Rbcd579d511bb4cda" /><Relationship Type="http://schemas.openxmlformats.org/officeDocument/2006/relationships/image" Target="/ppt/media/image14.png" Id="R6faa0f9427414072" /><Relationship Type="http://schemas.openxmlformats.org/officeDocument/2006/relationships/image" Target="/ppt/media/image13.svg" Id="Rb943e87c2ad64102" /><Relationship Type="http://schemas.openxmlformats.org/officeDocument/2006/relationships/image" Target="/ppt/media/image15.png" Id="R70d4f406c90448d4" /><Relationship Type="http://schemas.openxmlformats.org/officeDocument/2006/relationships/image" Target="/ppt/media/image14.svg" Id="R877c9e71bc4749ad" /><Relationship Type="http://schemas.openxmlformats.org/officeDocument/2006/relationships/image" Target="/ppt/media/image16.png" Id="Rffd147bc5a7f4bd4" /><Relationship Type="http://schemas.openxmlformats.org/officeDocument/2006/relationships/image" Target="/ppt/media/image15.svg" Id="Rc46d6d33d2304ecf" /><Relationship Type="http://schemas.openxmlformats.org/officeDocument/2006/relationships/notesSlide" Target="/ppt/notesSlides/notesSlide5.xml" Id="R5dfb2a45c28743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bfec7c13554259" /><Relationship Type="http://schemas.openxmlformats.org/officeDocument/2006/relationships/image" Target="/ppt/media/image17.png" Id="R3b38f84519db4b9c" /><Relationship Type="http://schemas.openxmlformats.org/officeDocument/2006/relationships/image" Target="/ppt/media/image16.svg" Id="Rc4a06bb02446432a" /><Relationship Type="http://schemas.openxmlformats.org/officeDocument/2006/relationships/image" Target="/ppt/media/image18.png" Id="R195a6503d7794d77" /><Relationship Type="http://schemas.openxmlformats.org/officeDocument/2006/relationships/image" Target="/ppt/media/image17.svg" Id="R170c0b881b4a4b28" /><Relationship Type="http://schemas.openxmlformats.org/officeDocument/2006/relationships/image" Target="/ppt/media/image19.png" Id="Rfc8b142f4e654e3a" /><Relationship Type="http://schemas.openxmlformats.org/officeDocument/2006/relationships/image" Target="/ppt/media/image18.svg" Id="R6e87131ca4b341c2" /><Relationship Type="http://schemas.openxmlformats.org/officeDocument/2006/relationships/image" Target="/ppt/media/image20.png" Id="R06e560325aa24e0f" /><Relationship Type="http://schemas.openxmlformats.org/officeDocument/2006/relationships/image" Target="/ppt/media/image19.svg" Id="R290c8a462b8444da" /><Relationship Type="http://schemas.openxmlformats.org/officeDocument/2006/relationships/image" Target="/ppt/media/image21.png" Id="R3de2f372079847e9" /><Relationship Type="http://schemas.openxmlformats.org/officeDocument/2006/relationships/image" Target="/ppt/media/image20.svg" Id="R7af02b8765844d5b" /><Relationship Type="http://schemas.openxmlformats.org/officeDocument/2006/relationships/image" Target="/ppt/media/image22.png" Id="R015b37bd21214d96" /><Relationship Type="http://schemas.openxmlformats.org/officeDocument/2006/relationships/image" Target="/ppt/media/image21.svg" Id="R1d12cfe8ea744e18" /><Relationship Type="http://schemas.openxmlformats.org/officeDocument/2006/relationships/image" Target="/ppt/media/image23.png" Id="Ra82ba4e333b84ee6" /><Relationship Type="http://schemas.openxmlformats.org/officeDocument/2006/relationships/image" Target="/ppt/media/image22.svg" Id="Rb196a2d02438433b" /><Relationship Type="http://schemas.openxmlformats.org/officeDocument/2006/relationships/notesSlide" Target="/ppt/notesSlides/notesSlide6.xml" Id="R4d8fc9b96c7044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d18e40f62c14c98" /><Relationship Type="http://schemas.openxmlformats.org/officeDocument/2006/relationships/notesSlide" Target="/ppt/notesSlides/notesSlide7.xml" Id="R44e1bd776b2549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989b5ab9414287" /><Relationship Type="http://schemas.openxmlformats.org/officeDocument/2006/relationships/image" Target="/ppt/media/image24.png" Id="Ra7ab2135da994766" /><Relationship Type="http://schemas.openxmlformats.org/officeDocument/2006/relationships/image" Target="/ppt/media/image23.svg" Id="Re19577815b124929" /><Relationship Type="http://schemas.openxmlformats.org/officeDocument/2006/relationships/image" Target="/ppt/media/image25.png" Id="R968d4833d93448ce" /><Relationship Type="http://schemas.openxmlformats.org/officeDocument/2006/relationships/image" Target="/ppt/media/image24.svg" Id="Re57ef43f8ac74b61" /><Relationship Type="http://schemas.openxmlformats.org/officeDocument/2006/relationships/image" Target="/ppt/media/image26.png" Id="R1b62db76788f46c0" /><Relationship Type="http://schemas.openxmlformats.org/officeDocument/2006/relationships/image" Target="/ppt/media/image25.svg" Id="Rc38f790d2fc44099" /><Relationship Type="http://schemas.openxmlformats.org/officeDocument/2006/relationships/image" Target="/ppt/media/image27.png" Id="R9519b1a8df81436e" /><Relationship Type="http://schemas.openxmlformats.org/officeDocument/2006/relationships/image" Target="/ppt/media/image26.svg" Id="R8ce359e4e8a249e7" /><Relationship Type="http://schemas.openxmlformats.org/officeDocument/2006/relationships/notesSlide" Target="/ppt/notesSlides/notesSlide8.xml" Id="Rea7c381048bd4d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1ba77a8ad6499a" /><Relationship Type="http://schemas.openxmlformats.org/officeDocument/2006/relationships/notesSlide" Target="/ppt/notesSlides/notesSlide9.xml" Id="R90540f7a032045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48254494b540d2" /><Relationship Type="http://schemas.openxmlformats.org/officeDocument/2006/relationships/image" Target="/ppt/media/image28.png" Id="R867bd3acfac34928" /><Relationship Type="http://schemas.openxmlformats.org/officeDocument/2006/relationships/image" Target="/ppt/media/image27.svg" Id="R2dd1f19e315c4f1a" /><Relationship Type="http://schemas.openxmlformats.org/officeDocument/2006/relationships/image" Target="/ppt/media/image29.png" Id="Rebe85b3e292f4659" /><Relationship Type="http://schemas.openxmlformats.org/officeDocument/2006/relationships/image" Target="/ppt/media/image28.svg" Id="R90dd0a8bd5c3480b" /><Relationship Type="http://schemas.openxmlformats.org/officeDocument/2006/relationships/image" Target="/ppt/media/image30.png" Id="Rfd113da560254b14" /><Relationship Type="http://schemas.openxmlformats.org/officeDocument/2006/relationships/image" Target="/ppt/media/image29.svg" Id="R77b162ece8c9406a" /><Relationship Type="http://schemas.openxmlformats.org/officeDocument/2006/relationships/image" Target="/ppt/media/image31.png" Id="R09421fe55a374c65" /><Relationship Type="http://schemas.openxmlformats.org/officeDocument/2006/relationships/image" Target="/ppt/media/image30.svg" Id="R8a0f2e670b274947" /><Relationship Type="http://schemas.openxmlformats.org/officeDocument/2006/relationships/image" Target="/ppt/media/image32.png" Id="R79a34fddd8b0468f" /><Relationship Type="http://schemas.openxmlformats.org/officeDocument/2006/relationships/image" Target="/ppt/media/image31.svg" Id="R80a61471e420470c" /><Relationship Type="http://schemas.openxmlformats.org/officeDocument/2006/relationships/notesSlide" Target="/ppt/notesSlides/notesSlide10.xml" Id="Rf90dbd3fa54d41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c40cb76793944e6" /><Relationship Type="http://schemas.openxmlformats.org/officeDocument/2006/relationships/image" Target="/ppt/media/image33.png" Id="Rf932a2b74ce346a5" /><Relationship Type="http://schemas.openxmlformats.org/officeDocument/2006/relationships/image" Target="/ppt/media/image32.svg" Id="Raad0d6f9a4854abe" /><Relationship Type="http://schemas.openxmlformats.org/officeDocument/2006/relationships/image" Target="/ppt/media/image34.png" Id="Re07d2d08697941fd" /><Relationship Type="http://schemas.openxmlformats.org/officeDocument/2006/relationships/image" Target="/ppt/media/image33.svg" Id="Raa467961ae0e47de" /><Relationship Type="http://schemas.openxmlformats.org/officeDocument/2006/relationships/image" Target="/ppt/media/image35.png" Id="R9776d829ab0d44dd" /><Relationship Type="http://schemas.openxmlformats.org/officeDocument/2006/relationships/image" Target="/ppt/media/image34.svg" Id="R5c6aa3e5864d45f9" /><Relationship Type="http://schemas.openxmlformats.org/officeDocument/2006/relationships/image" Target="/ppt/media/image36.png" Id="R15bbcc21d2ce4fb3" /><Relationship Type="http://schemas.openxmlformats.org/officeDocument/2006/relationships/image" Target="/ppt/media/image35.svg" Id="Re1b606572e8a4340" /><Relationship Type="http://schemas.openxmlformats.org/officeDocument/2006/relationships/notesSlide" Target="/ppt/notesSlides/notesSlide11.xml" Id="Re307182362e941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733db2c99548d0" /><Relationship Type="http://schemas.openxmlformats.org/officeDocument/2006/relationships/image" Target="/ppt/media/image37.png" Id="R02ea70428a534d47" /><Relationship Type="http://schemas.openxmlformats.org/officeDocument/2006/relationships/image" Target="/ppt/media/image36.svg" Id="Rc89225ea6d3b4e35" /><Relationship Type="http://schemas.openxmlformats.org/officeDocument/2006/relationships/image" Target="/ppt/media/image38.png" Id="Rbdde95ee0111458d" /><Relationship Type="http://schemas.openxmlformats.org/officeDocument/2006/relationships/image" Target="/ppt/media/image37.svg" Id="R07fda443bb184637" /><Relationship Type="http://schemas.openxmlformats.org/officeDocument/2006/relationships/image" Target="/ppt/media/image39.png" Id="Ra2f32225ac8b40cc" /><Relationship Type="http://schemas.openxmlformats.org/officeDocument/2006/relationships/image" Target="/ppt/media/image38.svg" Id="R7c4ae714694b4b7d" /><Relationship Type="http://schemas.openxmlformats.org/officeDocument/2006/relationships/image" Target="/ppt/media/image40.png" Id="R788ad23507024b1d" /><Relationship Type="http://schemas.openxmlformats.org/officeDocument/2006/relationships/image" Target="/ppt/media/image39.svg" Id="R8e376bee049a4639" /><Relationship Type="http://schemas.openxmlformats.org/officeDocument/2006/relationships/image" Target="/ppt/media/image41.png" Id="Rf1b94f1573f7403a" /><Relationship Type="http://schemas.openxmlformats.org/officeDocument/2006/relationships/image" Target="/ppt/media/image40.svg" Id="R4af29c1363c04ac1" /><Relationship Type="http://schemas.openxmlformats.org/officeDocument/2006/relationships/notesSlide" Target="/ppt/notesSlides/notesSlide12.xml" Id="Rd25b02a842f349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8df5eeea24c48c4" /><Relationship Type="http://schemas.openxmlformats.org/officeDocument/2006/relationships/image" Target="/ppt/media/image42.png" Id="Rb24e2e5702bd4024" /><Relationship Type="http://schemas.openxmlformats.org/officeDocument/2006/relationships/image" Target="/ppt/media/image41.svg" Id="R34fe654bc1d24349" /><Relationship Type="http://schemas.openxmlformats.org/officeDocument/2006/relationships/image" Target="/ppt/media/image43.png" Id="Rb2eeace51e2c4da7" /><Relationship Type="http://schemas.openxmlformats.org/officeDocument/2006/relationships/image" Target="/ppt/media/image42.svg" Id="Rac1d5aad26c84571" /><Relationship Type="http://schemas.openxmlformats.org/officeDocument/2006/relationships/image" Target="/ppt/media/image44.png" Id="R9387f0724c274921" /><Relationship Type="http://schemas.openxmlformats.org/officeDocument/2006/relationships/image" Target="/ppt/media/image43.svg" Id="Rab2761b534804920" /><Relationship Type="http://schemas.openxmlformats.org/officeDocument/2006/relationships/image" Target="/ppt/media/image45.png" Id="R4445296a95b84532" /><Relationship Type="http://schemas.openxmlformats.org/officeDocument/2006/relationships/image" Target="/ppt/media/image44.svg" Id="R217e627a8d314a75" /><Relationship Type="http://schemas.openxmlformats.org/officeDocument/2006/relationships/notesSlide" Target="/ppt/notesSlides/notesSlide13.xml" Id="Rf36affe7cea14d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86220a9dc1a44dc" /><Relationship Type="http://schemas.openxmlformats.org/officeDocument/2006/relationships/notesSlide" Target="/ppt/notesSlides/notesSlide14.xml" Id="Re53644cd8530444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a2bc121bf04d55" /><Relationship Type="http://schemas.openxmlformats.org/officeDocument/2006/relationships/notesSlide" Target="/ppt/notesSlides/notesSlide15.xml" Id="R1d447d01be7043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efb6464be44472" /><Relationship Type="http://schemas.openxmlformats.org/officeDocument/2006/relationships/image" Target="/ppt/media/image46.png" Id="Rb96f84423f59427c" /><Relationship Type="http://schemas.openxmlformats.org/officeDocument/2006/relationships/image" Target="/ppt/media/image45.svg" Id="R36d47529e08a4fa4" /><Relationship Type="http://schemas.openxmlformats.org/officeDocument/2006/relationships/image" Target="/ppt/media/image47.png" Id="Rde08d3ad0c564b34" /><Relationship Type="http://schemas.openxmlformats.org/officeDocument/2006/relationships/image" Target="/ppt/media/image46.svg" Id="Ra8d4c65c560244c5" /><Relationship Type="http://schemas.openxmlformats.org/officeDocument/2006/relationships/image" Target="/ppt/media/image48.png" Id="R68974460999442f5" /><Relationship Type="http://schemas.openxmlformats.org/officeDocument/2006/relationships/image" Target="/ppt/media/image47.svg" Id="R42ffaec1c8154ee1" /><Relationship Type="http://schemas.openxmlformats.org/officeDocument/2006/relationships/image" Target="/ppt/media/image49.png" Id="Rff85221e48194188" /><Relationship Type="http://schemas.openxmlformats.org/officeDocument/2006/relationships/image" Target="/ppt/media/image48.svg" Id="Rb2505414993a4c8a" /><Relationship Type="http://schemas.openxmlformats.org/officeDocument/2006/relationships/image" Target="/ppt/media/image50.png" Id="R098fd7936e3a4dc9" /><Relationship Type="http://schemas.openxmlformats.org/officeDocument/2006/relationships/image" Target="/ppt/media/image49.svg" Id="R5ff5344c6e9143e5" /><Relationship Type="http://schemas.openxmlformats.org/officeDocument/2006/relationships/notesSlide" Target="/ppt/notesSlides/notesSlide16.xml" Id="Rbfb0dda444b24c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3cbc412f3f24602" /><Relationship Type="http://schemas.openxmlformats.org/officeDocument/2006/relationships/notesSlide" Target="/ppt/notesSlides/notesSlide17.xml" Id="Ra59ddb658f774d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7340828ee8444a" /><Relationship Type="http://schemas.openxmlformats.org/officeDocument/2006/relationships/image" Target="/ppt/media/image51.png" Id="R6daac19426924712" /><Relationship Type="http://schemas.openxmlformats.org/officeDocument/2006/relationships/image" Target="/ppt/media/image50.svg" Id="R8f83ad54ecaf4ece" /><Relationship Type="http://schemas.openxmlformats.org/officeDocument/2006/relationships/image" Target="/ppt/media/image52.png" Id="R89e3c3fa4ea847c3" /><Relationship Type="http://schemas.openxmlformats.org/officeDocument/2006/relationships/image" Target="/ppt/media/image51.svg" Id="R0160e44b09f14bf0" /><Relationship Type="http://schemas.openxmlformats.org/officeDocument/2006/relationships/image" Target="/ppt/media/image53.png" Id="R8a30f93c6f194087" /><Relationship Type="http://schemas.openxmlformats.org/officeDocument/2006/relationships/image" Target="/ppt/media/image52.svg" Id="Rddfb27b603d048a6" /><Relationship Type="http://schemas.openxmlformats.org/officeDocument/2006/relationships/image" Target="/ppt/media/image54.png" Id="R15bdbb0d021a40d9" /><Relationship Type="http://schemas.openxmlformats.org/officeDocument/2006/relationships/image" Target="/ppt/media/image53.svg" Id="Rdbc496353f874614" /><Relationship Type="http://schemas.openxmlformats.org/officeDocument/2006/relationships/image" Target="/ppt/media/image55.png" Id="Rf010ca8d6c66491b" /><Relationship Type="http://schemas.openxmlformats.org/officeDocument/2006/relationships/image" Target="/ppt/media/image54.svg" Id="R28f5464b04e1485a" /><Relationship Type="http://schemas.openxmlformats.org/officeDocument/2006/relationships/notesSlide" Target="/ppt/notesSlides/notesSlide18.xml" Id="Rb99ff9c2fe5e47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b80e2f20afe4cef" /><Relationship Type="http://schemas.openxmlformats.org/officeDocument/2006/relationships/notesSlide" Target="/ppt/notesSlides/notesSlide19.xml" Id="R7519843921524f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a4592422de84714" /><Relationship Type="http://schemas.openxmlformats.org/officeDocument/2006/relationships/image" Target="/ppt/media/image56.png" Id="R1f35785fdc444005" /><Relationship Type="http://schemas.openxmlformats.org/officeDocument/2006/relationships/image" Target="/ppt/media/image55.svg" Id="R8ab0852c025d44ee" /><Relationship Type="http://schemas.openxmlformats.org/officeDocument/2006/relationships/image" Target="/ppt/media/image57.png" Id="R69277fd9013044df" /><Relationship Type="http://schemas.openxmlformats.org/officeDocument/2006/relationships/image" Target="/ppt/media/image56.svg" Id="Ra9536d546d744f28" /><Relationship Type="http://schemas.openxmlformats.org/officeDocument/2006/relationships/image" Target="/ppt/media/image58.png" Id="R4e6aad3e8dda4fe0" /><Relationship Type="http://schemas.openxmlformats.org/officeDocument/2006/relationships/image" Target="/ppt/media/image57.svg" Id="R873c415239604e97" /><Relationship Type="http://schemas.openxmlformats.org/officeDocument/2006/relationships/image" Target="/ppt/media/image59.png" Id="R627a19bdab2f4f53" /><Relationship Type="http://schemas.openxmlformats.org/officeDocument/2006/relationships/image" Target="/ppt/media/image58.svg" Id="Rbec5beacc0dc49e8" /><Relationship Type="http://schemas.openxmlformats.org/officeDocument/2006/relationships/image" Target="/ppt/media/image60.png" Id="R72769a9e59a64dbc" /><Relationship Type="http://schemas.openxmlformats.org/officeDocument/2006/relationships/image" Target="/ppt/media/image59.svg" Id="Rfed7259358f54bca" /><Relationship Type="http://schemas.openxmlformats.org/officeDocument/2006/relationships/notesSlide" Target="/ppt/notesSlides/notesSlide20.xml" Id="R100eed19e0d34a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19e7afe4f544ea8" /><Relationship Type="http://schemas.openxmlformats.org/officeDocument/2006/relationships/notesSlide" Target="/ppt/notesSlides/notesSlide21.xml" Id="R0156068f85fe41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24434f0a0874d22" /><Relationship Type="http://schemas.openxmlformats.org/officeDocument/2006/relationships/image" Target="/ppt/media/image61.png" Id="R986861f58c884071" /><Relationship Type="http://schemas.openxmlformats.org/officeDocument/2006/relationships/image" Target="/ppt/media/image62.png" Id="R61d0b0e505bd46cd" /><Relationship Type="http://schemas.openxmlformats.org/officeDocument/2006/relationships/image" Target="/ppt/media/image60.svg" Id="Rc0b64b671b7647eb" /><Relationship Type="http://schemas.openxmlformats.org/officeDocument/2006/relationships/notesSlide" Target="/ppt/notesSlides/notesSlide22.xml" Id="R6dc6bb0a7fcc4f68" /></Relationships>
</file>

<file path=ppt/slides/slide1.xml><?xml version="1.0" encoding="utf-8"?>
<p:sld xmlns:p="http://schemas.openxmlformats.org/presentationml/2006/main">
  <p:cSld>
    <p:bg>
      <p:bgPr>
        <a:solidFill xmlns:a="http://schemas.openxmlformats.org/drawingml/2006/main">
          <a:srgbClr val="051A31"/>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4473dcf04704e6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780BD8-5FC0-4E30-8749-7122DCA17096}"/>
              </a:ext>
            </a:extLst>
          </p:cNvPr>
          <p:cNvSpPr>
            <a:spLocks xmlns:a="http://schemas.openxmlformats.org/drawingml/2006/main" noGrp="1"/>
          </p:cNvSpPr>
          <p:nvPr/>
        </p:nvSpPr>
        <p:spPr>
          <a:xfrm xmlns:a="http://schemas.openxmlformats.org/drawingml/2006/main">
            <a:off x="0" y="0"/>
            <a:ext cx="5143500" cy="6858000"/>
          </a:xfrm>
          <a:prstGeom xmlns:a="http://schemas.openxmlformats.org/drawingml/2006/main" prst="rect">
            <a:avLst/>
          </a:prstGeom>
          <a:solidFill xmlns:a="http://schemas.openxmlformats.org/drawingml/2006/main">
            <a:srgbClr val="061C35">
              <a:alpha val="9098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120C907-C283-40AA-81ED-703B2F8E38ED}"/>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628BB3-BC82-41CB-948B-7C59CD091BAC}"/>
              </a:ext>
            </a:extLst>
          </p:cNvPr>
          <p:cNvSpPr>
            <a:spLocks xmlns:a="http://schemas.openxmlformats.org/drawingml/2006/main" noGrp="1"/>
          </p:cNvSpPr>
          <p:nvPr/>
        </p:nvSpPr>
        <p:spPr>
          <a:xfrm xmlns:a="http://schemas.openxmlformats.org/drawingml/2006/main">
            <a:off x="133350" y="28575"/>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4A9D8F89-75BC-4E7D-ADC4-36DCD87AFF5E}"/>
              </a:ext>
            </a:extLst>
          </p:cNvPr>
          <p:cNvSpPr>
            <a:spLocks xmlns:a="http://schemas.openxmlformats.org/drawingml/2006/main" noGrp="1"/>
          </p:cNvSpPr>
          <p:nvPr/>
        </p:nvSpPr>
        <p:spPr>
          <a:xfrm xmlns:a="http://schemas.openxmlformats.org/drawingml/2006/main">
            <a:off x="419100" y="190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Network Automation Review</a:t>
            </a:r>
          </a:p>
        </p:txBody>
      </p:sp>
      <p:sp>
        <p:nvSpPr>
          <p:cNvPr id="6" name="">
            <a:extLst xmlns:a="http://schemas.openxmlformats.org/drawingml/2006/main">
              <a:ext uri="{FF2B5EF4-FFF2-40B4-BE49-F238E27FC236}">
                <a16:creationId xmlns:a16="http://schemas.microsoft.com/office/drawing/2014/main" id="{7D1FED98-3568-4619-8B42-3DE8196F41CC}"/>
              </a:ext>
            </a:extLst>
          </p:cNvPr>
          <p:cNvSpPr>
            <a:spLocks xmlns:a="http://schemas.openxmlformats.org/drawingml/2006/main" noGrp="1"/>
          </p:cNvSpPr>
          <p:nvPr/>
        </p:nvSpPr>
        <p:spPr>
          <a:xfrm xmlns:a="http://schemas.openxmlformats.org/drawingml/2006/main">
            <a:off x="457200" y="1695450"/>
            <a:ext cx="42862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921"/>
          </a:bodyPr>
          <a:lstStyle xmlns:a="http://schemas.openxmlformats.org/drawingml/2006/main"/>
          <a:p xmlns:a="http://schemas.openxmlformats.org/drawingml/2006/main">
            <a:pPr algn="l">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NETWORK AUTOMATION</a:t>
            </a:r>
          </a:p>
          <a:p xmlns:a="http://schemas.openxmlformats.org/drawingml/2006/main">
            <a:pPr algn="l">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REVIEW</a:t>
            </a:r>
          </a:p>
        </p:txBody>
      </p:sp>
      <p:sp>
        <p:nvSpPr>
          <p:cNvPr id="7" name="">
            <a:extLst xmlns:a="http://schemas.openxmlformats.org/drawingml/2006/main">
              <a:ext uri="{FF2B5EF4-FFF2-40B4-BE49-F238E27FC236}">
                <a16:creationId xmlns:a16="http://schemas.microsoft.com/office/drawing/2014/main" id="{A4212054-56A6-4089-AEFB-4471FF690465}"/>
              </a:ext>
            </a:extLst>
          </p:cNvPr>
          <p:cNvSpPr>
            <a:spLocks xmlns:a="http://schemas.openxmlformats.org/drawingml/2006/main" noGrp="1"/>
          </p:cNvSpPr>
          <p:nvPr/>
        </p:nvSpPr>
        <p:spPr>
          <a:xfrm xmlns:a="http://schemas.openxmlformats.org/drawingml/2006/main">
            <a:off x="476250" y="314325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8DDBF3"/>
                </a:solidFill>
                <a:latin typeface="Helvetica Neue"/>
                <a:ea typeface="Helvetica Neue"/>
                <a:cs typeface="Helvetica Neue"/>
              </a:defRPr>
            </a:pPr>
            <a:r>
              <a:rPr sz="1800" b="1">
                <a:solidFill>
                  <a:srgbClr val="8DDBF3"/>
                </a:solidFill>
                <a:latin typeface="Helvetica Neue"/>
                <a:ea typeface="Helvetica Neue"/>
                <a:cs typeface="Helvetica Neue"/>
              </a:rPr>
              <a:t>Foundations for DevOps</a:t>
            </a:r>
          </a:p>
        </p:txBody>
      </p:sp>
      <p:sp>
        <p:nvSpPr>
          <p:cNvPr id="8" name="">
            <a:extLst xmlns:a="http://schemas.openxmlformats.org/drawingml/2006/main">
              <a:ext uri="{FF2B5EF4-FFF2-40B4-BE49-F238E27FC236}">
                <a16:creationId xmlns:a16="http://schemas.microsoft.com/office/drawing/2014/main" id="{7AA22501-5724-47A7-B669-F01520559C6C}"/>
              </a:ext>
            </a:extLst>
          </p:cNvPr>
          <p:cNvSpPr>
            <a:spLocks xmlns:a="http://schemas.openxmlformats.org/drawingml/2006/main" noGrp="1"/>
          </p:cNvSpPr>
          <p:nvPr/>
        </p:nvSpPr>
        <p:spPr>
          <a:xfrm xmlns:a="http://schemas.openxmlformats.org/drawingml/2006/main">
            <a:off x="476250" y="36576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Python   |   APIs   |   Ansible   |   Git   |   Data   |   Models</a:t>
            </a:r>
          </a:p>
        </p:txBody>
      </p:sp>
      <p:sp>
        <p:nvSpPr>
          <p:cNvPr id="9" name="">
            <a:extLst xmlns:a="http://schemas.openxmlformats.org/drawingml/2006/main">
              <a:ext uri="{FF2B5EF4-FFF2-40B4-BE49-F238E27FC236}">
                <a16:creationId xmlns:a16="http://schemas.microsoft.com/office/drawing/2014/main" id="{AC8D6CA9-1C47-4D74-8F0A-6DC70694A024}"/>
              </a:ext>
            </a:extLst>
          </p:cNvPr>
          <p:cNvSpPr>
            <a:spLocks xmlns:a="http://schemas.openxmlformats.org/drawingml/2006/main" noGrp="1"/>
          </p:cNvSpPr>
          <p:nvPr/>
        </p:nvSpPr>
        <p:spPr>
          <a:xfrm xmlns:a="http://schemas.openxmlformats.org/drawingml/2006/main">
            <a:off x="476250" y="4400550"/>
            <a:ext cx="838200" cy="381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A29454-6352-4498-9905-4DCEED86A4D2}"/>
              </a:ext>
            </a:extLst>
          </p:cNvPr>
          <p:cNvSpPr>
            <a:spLocks xmlns:a="http://schemas.openxmlformats.org/drawingml/2006/main" noGrp="1"/>
          </p:cNvSpPr>
          <p:nvPr/>
        </p:nvSpPr>
        <p:spPr>
          <a:xfrm xmlns:a="http://schemas.openxmlformats.org/drawingml/2006/main">
            <a:off x="476250" y="4552950"/>
            <a:ext cx="400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Turn capable automation into</a:t>
            </a:r>
          </a:p>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repeatable software delivery.</a:t>
            </a:r>
          </a:p>
        </p:txBody>
      </p:sp>
      <p:sp>
        <p:nvSpPr>
          <p:cNvPr id="11" name="">
            <a:extLst xmlns:a="http://schemas.openxmlformats.org/drawingml/2006/main">
              <a:ext uri="{FF2B5EF4-FFF2-40B4-BE49-F238E27FC236}">
                <a16:creationId xmlns:a16="http://schemas.microsoft.com/office/drawing/2014/main" id="{159A9346-C130-4E63-BB69-7E9E9D513E8F}"/>
              </a:ext>
            </a:extLst>
          </p:cNvPr>
          <p:cNvSpPr>
            <a:spLocks xmlns:a="http://schemas.openxmlformats.org/drawingml/2006/main" noGrp="1"/>
          </p:cNvSpPr>
          <p:nvPr/>
        </p:nvSpPr>
        <p:spPr>
          <a:xfrm xmlns:a="http://schemas.openxmlformats.org/drawingml/2006/main">
            <a:off x="476250" y="61531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C6E8F5"/>
                </a:solidFill>
                <a:latin typeface="Helvetica Neue"/>
                <a:ea typeface="Helvetica Neue"/>
                <a:cs typeface="Helvetica Neue"/>
              </a:defRPr>
            </a:pPr>
            <a:r>
              <a:rPr sz="975" b="1">
                <a:solidFill>
                  <a:srgbClr val="C6E8F5"/>
                </a:solidFill>
                <a:latin typeface="Helvetica Neue"/>
                <a:ea typeface="Helvetica Neue"/>
                <a:cs typeface="Helvetica Neue"/>
              </a:rPr>
              <a:t>DEVOPS PRACTICES FOR AUTOMATION TEAMS</a:t>
            </a:r>
          </a:p>
        </p:txBody>
      </p:sp>
    </p:spTree>
    <p:extLst>
      <p:ext uri="{BB962C8B-B14F-4D97-AF65-F5344CB8AC3E}">
        <p14:creationId xmlns:p14="http://schemas.microsoft.com/office/powerpoint/2010/main" val="9044430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C640FBD2-FA06-40EE-8A5C-386B2900F5CC}"/>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C3CF0B-FB39-4F2D-8DA8-F3482711877A}"/>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935FCA-BC9E-45B5-94A0-521F93C875D8}"/>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54B2A4A8-460F-439C-9764-2421719FF125}"/>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Module Introduction</a:t>
            </a:r>
          </a:p>
        </p:txBody>
      </p:sp>
      <p:sp>
        <p:nvSpPr>
          <p:cNvPr id="5" name="">
            <a:extLst xmlns:a="http://schemas.openxmlformats.org/drawingml/2006/main">
              <a:ext uri="{FF2B5EF4-FFF2-40B4-BE49-F238E27FC236}">
                <a16:creationId xmlns:a16="http://schemas.microsoft.com/office/drawing/2014/main" id="{235B670A-162B-4B09-935C-CB1489645839}"/>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B59"/>
                </a:solidFill>
                <a:latin typeface="Helvetica Neue"/>
                <a:ea typeface="Helvetica Neue"/>
                <a:cs typeface="Helvetica Neue"/>
              </a:defRPr>
            </a:pPr>
            <a:r>
              <a:rPr sz="2550" b="1">
                <a:solidFill>
                  <a:srgbClr val="082B59"/>
                </a:solidFill>
                <a:latin typeface="Helvetica Neue"/>
                <a:ea typeface="Helvetica Neue"/>
                <a:cs typeface="Helvetica Neue"/>
              </a:rPr>
              <a:t>Network Automation Review</a:t>
            </a:r>
          </a:p>
        </p:txBody>
      </p:sp>
      <p:sp>
        <p:nvSpPr>
          <p:cNvPr id="6" name="">
            <a:extLst xmlns:a="http://schemas.openxmlformats.org/drawingml/2006/main">
              <a:ext uri="{FF2B5EF4-FFF2-40B4-BE49-F238E27FC236}">
                <a16:creationId xmlns:a16="http://schemas.microsoft.com/office/drawing/2014/main" id="{3F903246-3739-45DC-A3BF-35B8BA0017EB}"/>
              </a:ext>
            </a:extLst>
          </p:cNvPr>
          <p:cNvSpPr>
            <a:spLocks xmlns:a="http://schemas.openxmlformats.org/drawingml/2006/main" noGrp="1"/>
          </p:cNvSpPr>
          <p:nvPr/>
        </p:nvSpPr>
        <p:spPr>
          <a:xfrm xmlns:a="http://schemas.openxmlformats.org/drawingml/2006/main">
            <a:off x="476250" y="10287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46579"/>
                </a:solidFill>
                <a:latin typeface="Helvetica Neue"/>
                <a:ea typeface="Helvetica Neue"/>
                <a:cs typeface="Helvetica Neue"/>
              </a:defRPr>
            </a:pPr>
            <a:r>
              <a:rPr sz="1275" b="0">
                <a:solidFill>
                  <a:srgbClr val="546579"/>
                </a:solidFill>
                <a:latin typeface="Helvetica Neue"/>
                <a:ea typeface="Helvetica Neue"/>
                <a:cs typeface="Helvetica Neue"/>
              </a:rPr>
              <a:t>A focused review of the automation foundations that support reliable DevOps delivery.</a:t>
            </a:r>
          </a:p>
        </p:txBody>
      </p:sp>
      <p:sp>
        <p:nvSpPr>
          <p:cNvPr id="7" name="">
            <a:extLst xmlns:a="http://schemas.openxmlformats.org/drawingml/2006/main">
              <a:ext uri="{FF2B5EF4-FFF2-40B4-BE49-F238E27FC236}">
                <a16:creationId xmlns:a16="http://schemas.microsoft.com/office/drawing/2014/main" id="{3F79D510-6291-49AF-A342-FB8B87BF6CAB}"/>
              </a:ext>
            </a:extLst>
          </p:cNvPr>
          <p:cNvSpPr>
            <a:spLocks xmlns:a="http://schemas.openxmlformats.org/drawingml/2006/main" noGrp="1"/>
          </p:cNvSpPr>
          <p:nvPr/>
        </p:nvSpPr>
        <p:spPr>
          <a:xfrm xmlns:a="http://schemas.openxmlformats.org/drawingml/2006/main">
            <a:off x="457200" y="1428750"/>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72A56D-A09C-46BB-8A60-327D79689CC9}"/>
              </a:ext>
            </a:extLst>
          </p:cNvPr>
          <p:cNvSpPr>
            <a:spLocks xmlns:a="http://schemas.openxmlformats.org/drawingml/2006/main" noGrp="1"/>
          </p:cNvSpPr>
          <p:nvPr/>
        </p:nvSpPr>
        <p:spPr>
          <a:xfrm xmlns:a="http://schemas.openxmlformats.org/drawingml/2006/main">
            <a:off x="714375" y="1809750"/>
            <a:ext cx="3333750" cy="2238375"/>
          </a:xfrm>
          <a:prstGeom xmlns:a="http://schemas.openxmlformats.org/drawingml/2006/main" prst="roundRect">
            <a:avLst>
              <a:gd name="adj" fmla="val 5106"/>
            </a:avLst>
          </a:prstGeom>
          <a:solidFill xmlns:a="http://schemas.openxmlformats.org/drawingml/2006/main">
            <a:srgbClr val="F3F8FC"/>
          </a:solidFill>
          <a:ln xmlns:a="http://schemas.openxmlformats.org/drawingml/2006/main" w="9525">
            <a:solidFill>
              <a:srgbClr val="0A6FAF"/>
            </a:solidFill>
            <a:prstDash val="solid"/>
          </a:ln>
        </p:spPr>
      </p:sp>
      <p:sp>
        <p:nvSpPr>
          <p:cNvPr id="9" name="">
            <a:extLst xmlns:a="http://schemas.openxmlformats.org/drawingml/2006/main">
              <a:ext uri="{FF2B5EF4-FFF2-40B4-BE49-F238E27FC236}">
                <a16:creationId xmlns:a16="http://schemas.microsoft.com/office/drawing/2014/main" id="{E1E5A57D-7917-447E-A01E-5F17875AE1EF}"/>
              </a:ext>
            </a:extLst>
          </p:cNvPr>
          <p:cNvSpPr>
            <a:spLocks xmlns:a="http://schemas.openxmlformats.org/drawingml/2006/main" noGrp="1"/>
          </p:cNvSpPr>
          <p:nvPr/>
        </p:nvSpPr>
        <p:spPr>
          <a:xfrm xmlns:a="http://schemas.openxmlformats.org/drawingml/2006/main">
            <a:off x="2000250" y="2047875"/>
            <a:ext cx="762000" cy="7620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392be125ea0642cb">
            <a:extLst>
              <a:ext uri="{96DAC541-7B7A-43D3-8B79-37D633B846F1}">
                <asvg:svgBlip xmlns:asvg="http://schemas.microsoft.com/office/drawing/2016/SVG/main" r:embed="R896938d975ac4bea"/>
              </a:ext>
            </a:extLst>
          </a:blip>
          <a:stretch xmlns:a="http://schemas.openxmlformats.org/drawingml/2006/main"/>
        </p:blipFill>
        <p:spPr>
          <a:xfrm xmlns:a="http://schemas.openxmlformats.org/drawingml/2006/main">
            <a:off x="2209800" y="2257425"/>
            <a:ext cx="342900" cy="342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7691621-8BE8-4651-B3AA-4F478B2C245C}"/>
              </a:ext>
            </a:extLst>
          </p:cNvPr>
          <p:cNvSpPr>
            <a:spLocks xmlns:a="http://schemas.openxmlformats.org/drawingml/2006/main" noGrp="1"/>
          </p:cNvSpPr>
          <p:nvPr/>
        </p:nvSpPr>
        <p:spPr>
          <a:xfrm xmlns:a="http://schemas.openxmlformats.org/drawingml/2006/main">
            <a:off x="1000125" y="30003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Starting knowledge</a:t>
            </a:r>
          </a:p>
        </p:txBody>
      </p:sp>
      <p:sp>
        <p:nvSpPr>
          <p:cNvPr id="12" name="">
            <a:extLst xmlns:a="http://schemas.openxmlformats.org/drawingml/2006/main">
              <a:ext uri="{FF2B5EF4-FFF2-40B4-BE49-F238E27FC236}">
                <a16:creationId xmlns:a16="http://schemas.microsoft.com/office/drawing/2014/main" id="{36A4F3C2-42E0-40E6-BE9B-9AD17E4AD422}"/>
              </a:ext>
            </a:extLst>
          </p:cNvPr>
          <p:cNvSpPr>
            <a:spLocks xmlns:a="http://schemas.openxmlformats.org/drawingml/2006/main" noGrp="1"/>
          </p:cNvSpPr>
          <p:nvPr/>
        </p:nvSpPr>
        <p:spPr>
          <a:xfrm xmlns:a="http://schemas.openxmlformats.org/drawingml/2006/main">
            <a:off x="1076325" y="3429000"/>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1"/>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Python, APIs, structured data, Ansible, source control, and network models.</a:t>
            </a:r>
          </a:p>
        </p:txBody>
      </p:sp>
      <p:sp>
        <p:nvSpPr>
          <p:cNvPr id="13" name="">
            <a:extLst xmlns:a="http://schemas.openxmlformats.org/drawingml/2006/main">
              <a:ext uri="{FF2B5EF4-FFF2-40B4-BE49-F238E27FC236}">
                <a16:creationId xmlns:a16="http://schemas.microsoft.com/office/drawing/2014/main" id="{6635A77D-6AD2-4741-9D8E-BF46D58EB65C}"/>
              </a:ext>
            </a:extLst>
          </p:cNvPr>
          <p:cNvSpPr>
            <a:spLocks xmlns:a="http://schemas.openxmlformats.org/drawingml/2006/main" noGrp="1"/>
          </p:cNvSpPr>
          <p:nvPr/>
        </p:nvSpPr>
        <p:spPr>
          <a:xfrm xmlns:a="http://schemas.openxmlformats.org/drawingml/2006/main">
            <a:off x="4524375" y="1809750"/>
            <a:ext cx="3333750" cy="2238375"/>
          </a:xfrm>
          <a:prstGeom xmlns:a="http://schemas.openxmlformats.org/drawingml/2006/main" prst="roundRect">
            <a:avLst>
              <a:gd name="adj" fmla="val 5106"/>
            </a:avLst>
          </a:prstGeom>
          <a:solidFill xmlns:a="http://schemas.openxmlformats.org/drawingml/2006/main">
            <a:srgbClr val="F3F8FC"/>
          </a:solidFill>
          <a:ln xmlns:a="http://schemas.openxmlformats.org/drawingml/2006/main" w="9525">
            <a:solidFill>
              <a:srgbClr val="F28C28"/>
            </a:solidFill>
            <a:prstDash val="solid"/>
          </a:ln>
        </p:spPr>
      </p:sp>
      <p:sp>
        <p:nvSpPr>
          <p:cNvPr id="14" name="">
            <a:extLst xmlns:a="http://schemas.openxmlformats.org/drawingml/2006/main">
              <a:ext uri="{FF2B5EF4-FFF2-40B4-BE49-F238E27FC236}">
                <a16:creationId xmlns:a16="http://schemas.microsoft.com/office/drawing/2014/main" id="{8852FD6A-FF7B-499A-9545-D74E913E211F}"/>
              </a:ext>
            </a:extLst>
          </p:cNvPr>
          <p:cNvSpPr>
            <a:spLocks xmlns:a="http://schemas.openxmlformats.org/drawingml/2006/main" noGrp="1"/>
          </p:cNvSpPr>
          <p:nvPr/>
        </p:nvSpPr>
        <p:spPr>
          <a:xfrm xmlns:a="http://schemas.openxmlformats.org/drawingml/2006/main">
            <a:off x="5810250" y="2047875"/>
            <a:ext cx="762000" cy="7620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7071840e324f37">
            <a:extLst>
              <a:ext uri="{96DAC541-7B7A-43D3-8B79-37D633B846F1}">
                <asvg:svgBlip xmlns:asvg="http://schemas.microsoft.com/office/drawing/2016/SVG/main" r:embed="R99a9f07ac4514ff0"/>
              </a:ext>
            </a:extLst>
          </a:blip>
          <a:stretch xmlns:a="http://schemas.openxmlformats.org/drawingml/2006/main"/>
        </p:blipFill>
        <p:spPr>
          <a:xfrm xmlns:a="http://schemas.openxmlformats.org/drawingml/2006/main">
            <a:off x="6019800" y="2257425"/>
            <a:ext cx="342900" cy="34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8439A17-EF9A-434B-8227-4915F15E75F4}"/>
              </a:ext>
            </a:extLst>
          </p:cNvPr>
          <p:cNvSpPr>
            <a:spLocks xmlns:a="http://schemas.openxmlformats.org/drawingml/2006/main" noGrp="1"/>
          </p:cNvSpPr>
          <p:nvPr/>
        </p:nvSpPr>
        <p:spPr>
          <a:xfrm xmlns:a="http://schemas.openxmlformats.org/drawingml/2006/main">
            <a:off x="4810125" y="30003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Review focus</a:t>
            </a:r>
          </a:p>
        </p:txBody>
      </p:sp>
      <p:sp>
        <p:nvSpPr>
          <p:cNvPr id="17" name="">
            <a:extLst xmlns:a="http://schemas.openxmlformats.org/drawingml/2006/main">
              <a:ext uri="{FF2B5EF4-FFF2-40B4-BE49-F238E27FC236}">
                <a16:creationId xmlns:a16="http://schemas.microsoft.com/office/drawing/2014/main" id="{C3DB6BCD-7D04-4790-9664-9EAB3E0E6ACB}"/>
              </a:ext>
            </a:extLst>
          </p:cNvPr>
          <p:cNvSpPr>
            <a:spLocks xmlns:a="http://schemas.openxmlformats.org/drawingml/2006/main" noGrp="1"/>
          </p:cNvSpPr>
          <p:nvPr/>
        </p:nvSpPr>
        <p:spPr>
          <a:xfrm xmlns:a="http://schemas.openxmlformats.org/drawingml/2006/main">
            <a:off x="4886325" y="3429000"/>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09"/>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Intent, execution interfaces, orchestration, state, testing, safety, and telemetry.</a:t>
            </a:r>
          </a:p>
        </p:txBody>
      </p:sp>
      <p:sp>
        <p:nvSpPr>
          <p:cNvPr id="18" name="">
            <a:extLst xmlns:a="http://schemas.openxmlformats.org/drawingml/2006/main">
              <a:ext uri="{FF2B5EF4-FFF2-40B4-BE49-F238E27FC236}">
                <a16:creationId xmlns:a16="http://schemas.microsoft.com/office/drawing/2014/main" id="{75E0CF0C-C1C4-4314-8CF8-DCA502E58EF5}"/>
              </a:ext>
            </a:extLst>
          </p:cNvPr>
          <p:cNvSpPr>
            <a:spLocks xmlns:a="http://schemas.openxmlformats.org/drawingml/2006/main" noGrp="1"/>
          </p:cNvSpPr>
          <p:nvPr/>
        </p:nvSpPr>
        <p:spPr>
          <a:xfrm xmlns:a="http://schemas.openxmlformats.org/drawingml/2006/main">
            <a:off x="8334375" y="1809750"/>
            <a:ext cx="3333750" cy="2238375"/>
          </a:xfrm>
          <a:prstGeom xmlns:a="http://schemas.openxmlformats.org/drawingml/2006/main" prst="roundRect">
            <a:avLst>
              <a:gd name="adj" fmla="val 5106"/>
            </a:avLst>
          </a:prstGeom>
          <a:solidFill xmlns:a="http://schemas.openxmlformats.org/drawingml/2006/main">
            <a:srgbClr val="F3F8FC"/>
          </a:solidFill>
          <a:ln xmlns:a="http://schemas.openxmlformats.org/drawingml/2006/main" w="9525">
            <a:solidFill>
              <a:srgbClr val="1E9B65"/>
            </a:solidFill>
            <a:prstDash val="solid"/>
          </a:ln>
        </p:spPr>
      </p:sp>
      <p:sp>
        <p:nvSpPr>
          <p:cNvPr id="19" name="">
            <a:extLst xmlns:a="http://schemas.openxmlformats.org/drawingml/2006/main">
              <a:ext uri="{FF2B5EF4-FFF2-40B4-BE49-F238E27FC236}">
                <a16:creationId xmlns:a16="http://schemas.microsoft.com/office/drawing/2014/main" id="{239F96DC-D787-4888-83D9-FE849328D7CE}"/>
              </a:ext>
            </a:extLst>
          </p:cNvPr>
          <p:cNvSpPr>
            <a:spLocks xmlns:a="http://schemas.openxmlformats.org/drawingml/2006/main" noGrp="1"/>
          </p:cNvSpPr>
          <p:nvPr/>
        </p:nvSpPr>
        <p:spPr>
          <a:xfrm xmlns:a="http://schemas.openxmlformats.org/drawingml/2006/main">
            <a:off x="9620250" y="2047875"/>
            <a:ext cx="762000" cy="7620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c81a016130954f26">
            <a:extLst>
              <a:ext uri="{96DAC541-7B7A-43D3-8B79-37D633B846F1}">
                <asvg:svgBlip xmlns:asvg="http://schemas.microsoft.com/office/drawing/2016/SVG/main" r:embed="R1070921cc6554536"/>
              </a:ext>
            </a:extLst>
          </a:blip>
          <a:stretch xmlns:a="http://schemas.openxmlformats.org/drawingml/2006/main"/>
        </p:blipFill>
        <p:spPr>
          <a:xfrm xmlns:a="http://schemas.openxmlformats.org/drawingml/2006/main">
            <a:off x="9829800" y="2257425"/>
            <a:ext cx="342900" cy="3429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25C5928-E21D-4145-B644-ADAFEE0FE0AF}"/>
              </a:ext>
            </a:extLst>
          </p:cNvPr>
          <p:cNvSpPr>
            <a:spLocks xmlns:a="http://schemas.openxmlformats.org/drawingml/2006/main" noGrp="1"/>
          </p:cNvSpPr>
          <p:nvPr/>
        </p:nvSpPr>
        <p:spPr>
          <a:xfrm xmlns:a="http://schemas.openxmlformats.org/drawingml/2006/main">
            <a:off x="8620125" y="30003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Transition</a:t>
            </a:r>
          </a:p>
        </p:txBody>
      </p:sp>
      <p:sp>
        <p:nvSpPr>
          <p:cNvPr id="22" name="">
            <a:extLst xmlns:a="http://schemas.openxmlformats.org/drawingml/2006/main">
              <a:ext uri="{FF2B5EF4-FFF2-40B4-BE49-F238E27FC236}">
                <a16:creationId xmlns:a16="http://schemas.microsoft.com/office/drawing/2014/main" id="{B2A74EDF-7185-404F-A451-19ED5B9AE138}"/>
              </a:ext>
            </a:extLst>
          </p:cNvPr>
          <p:cNvSpPr>
            <a:spLocks xmlns:a="http://schemas.openxmlformats.org/drawingml/2006/main" noGrp="1"/>
          </p:cNvSpPr>
          <p:nvPr/>
        </p:nvSpPr>
        <p:spPr>
          <a:xfrm xmlns:a="http://schemas.openxmlformats.org/drawingml/2006/main">
            <a:off x="8696325" y="3429000"/>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453"/>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The same automation becomes reviewable, repeatable, measurable, and team operated.</a:t>
            </a:r>
          </a:p>
        </p:txBody>
      </p:sp>
      <p:sp>
        <p:nvSpPr>
          <p:cNvPr id="23" name="">
            <a:extLst xmlns:a="http://schemas.openxmlformats.org/drawingml/2006/main">
              <a:ext uri="{FF2B5EF4-FFF2-40B4-BE49-F238E27FC236}">
                <a16:creationId xmlns:a16="http://schemas.microsoft.com/office/drawing/2014/main" id="{16D5961E-EEA1-442B-BAF1-FB5479524529}"/>
              </a:ext>
            </a:extLst>
          </p:cNvPr>
          <p:cNvSpPr>
            <a:spLocks xmlns:a="http://schemas.openxmlformats.org/drawingml/2006/main" noGrp="1"/>
          </p:cNvSpPr>
          <p:nvPr/>
        </p:nvSpPr>
        <p:spPr>
          <a:xfrm xmlns:a="http://schemas.openxmlformats.org/drawingml/2006/main">
            <a:off x="1952625" y="4476750"/>
            <a:ext cx="24828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F28C28"/>
            </a:solidFill>
            <a:prstDash val="solid"/>
          </a:ln>
        </p:spPr>
      </p:sp>
      <p:sp>
        <p:nvSpPr>
          <p:cNvPr id="24" name="">
            <a:extLst xmlns:a="http://schemas.openxmlformats.org/drawingml/2006/main">
              <a:ext uri="{FF2B5EF4-FFF2-40B4-BE49-F238E27FC236}">
                <a16:creationId xmlns:a16="http://schemas.microsoft.com/office/drawing/2014/main" id="{08C9D920-57C8-4655-9E44-9A63AB159DAC}"/>
              </a:ext>
            </a:extLst>
          </p:cNvPr>
          <p:cNvSpPr>
            <a:spLocks xmlns:a="http://schemas.openxmlformats.org/drawingml/2006/main" noGrp="1"/>
          </p:cNvSpPr>
          <p:nvPr/>
        </p:nvSpPr>
        <p:spPr>
          <a:xfrm xmlns:a="http://schemas.openxmlformats.org/drawingml/2006/main">
            <a:off x="2965450" y="4572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a1c23598c8fb4c4d">
            <a:extLst>
              <a:ext uri="{96DAC541-7B7A-43D3-8B79-37D633B846F1}">
                <asvg:svgBlip xmlns:asvg="http://schemas.microsoft.com/office/drawing/2016/SVG/main" r:embed="R9ea2f91cc5da4560"/>
              </a:ext>
            </a:extLst>
          </a:blip>
          <a:stretch xmlns:a="http://schemas.openxmlformats.org/drawingml/2006/main"/>
        </p:blipFill>
        <p:spPr>
          <a:xfrm xmlns:a="http://schemas.openxmlformats.org/drawingml/2006/main">
            <a:off x="3070225" y="4676775"/>
            <a:ext cx="247650" cy="2476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C686131E-2686-43E4-8ED9-1A1DE9D35BE7}"/>
              </a:ext>
            </a:extLst>
          </p:cNvPr>
          <p:cNvSpPr>
            <a:spLocks xmlns:a="http://schemas.openxmlformats.org/drawingml/2006/main" noGrp="1"/>
          </p:cNvSpPr>
          <p:nvPr/>
        </p:nvSpPr>
        <p:spPr>
          <a:xfrm xmlns:a="http://schemas.openxmlformats.org/drawingml/2006/main">
            <a:off x="2047875" y="5057775"/>
            <a:ext cx="229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Intent</a:t>
            </a:r>
          </a:p>
        </p:txBody>
      </p:sp>
      <p:sp>
        <p:nvSpPr>
          <p:cNvPr id="27" name="">
            <a:extLst xmlns:a="http://schemas.openxmlformats.org/drawingml/2006/main">
              <a:ext uri="{FF2B5EF4-FFF2-40B4-BE49-F238E27FC236}">
                <a16:creationId xmlns:a16="http://schemas.microsoft.com/office/drawing/2014/main" id="{5B1A38C0-B8AA-4281-A045-79C3A7BA20BC}"/>
              </a:ext>
            </a:extLst>
          </p:cNvPr>
          <p:cNvSpPr>
            <a:spLocks xmlns:a="http://schemas.openxmlformats.org/drawingml/2006/main" noGrp="1"/>
          </p:cNvSpPr>
          <p:nvPr/>
        </p:nvSpPr>
        <p:spPr>
          <a:xfrm xmlns:a="http://schemas.openxmlformats.org/drawingml/2006/main">
            <a:off x="2066925" y="5314950"/>
            <a:ext cx="225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Structured data</a:t>
            </a:r>
          </a:p>
        </p:txBody>
      </p:sp>
      <p:sp>
        <p:nvSpPr>
          <p:cNvPr id="28" name="">
            <a:extLst xmlns:a="http://schemas.openxmlformats.org/drawingml/2006/main">
              <a:ext uri="{FF2B5EF4-FFF2-40B4-BE49-F238E27FC236}">
                <a16:creationId xmlns:a16="http://schemas.microsoft.com/office/drawing/2014/main" id="{A61E14FA-9CC8-4CD2-8B29-3DAA0154E5A2}"/>
              </a:ext>
            </a:extLst>
          </p:cNvPr>
          <p:cNvSpPr>
            <a:spLocks xmlns:a="http://schemas.openxmlformats.org/drawingml/2006/main" noGrp="1"/>
          </p:cNvSpPr>
          <p:nvPr/>
        </p:nvSpPr>
        <p:spPr>
          <a:xfrm xmlns:a="http://schemas.openxmlformats.org/drawingml/2006/main">
            <a:off x="4854575" y="4476750"/>
            <a:ext cx="24828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0A6FAF"/>
            </a:solidFill>
            <a:prstDash val="solid"/>
          </a:ln>
        </p:spPr>
      </p:sp>
      <p:sp>
        <p:nvSpPr>
          <p:cNvPr id="29" name="">
            <a:extLst xmlns:a="http://schemas.openxmlformats.org/drawingml/2006/main">
              <a:ext uri="{FF2B5EF4-FFF2-40B4-BE49-F238E27FC236}">
                <a16:creationId xmlns:a16="http://schemas.microsoft.com/office/drawing/2014/main" id="{26CD43F2-1E4E-4E4D-8963-FBED0840A3A7}"/>
              </a:ext>
            </a:extLst>
          </p:cNvPr>
          <p:cNvSpPr>
            <a:spLocks xmlns:a="http://schemas.openxmlformats.org/drawingml/2006/main" noGrp="1"/>
          </p:cNvSpPr>
          <p:nvPr/>
        </p:nvSpPr>
        <p:spPr>
          <a:xfrm xmlns:a="http://schemas.openxmlformats.org/drawingml/2006/main">
            <a:off x="5867400" y="4572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7f7efdfcb83f4ebc">
            <a:extLst>
              <a:ext uri="{96DAC541-7B7A-43D3-8B79-37D633B846F1}">
                <asvg:svgBlip xmlns:asvg="http://schemas.microsoft.com/office/drawing/2016/SVG/main" r:embed="R6bc452ddf0da42f3"/>
              </a:ext>
            </a:extLst>
          </a:blip>
          <a:stretch xmlns:a="http://schemas.openxmlformats.org/drawingml/2006/main"/>
        </p:blipFill>
        <p:spPr>
          <a:xfrm xmlns:a="http://schemas.openxmlformats.org/drawingml/2006/main">
            <a:off x="5972175" y="4676775"/>
            <a:ext cx="247650" cy="2476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4AE0DB9E-6133-4BF1-91F0-6CE10F669274}"/>
              </a:ext>
            </a:extLst>
          </p:cNvPr>
          <p:cNvSpPr>
            <a:spLocks xmlns:a="http://schemas.openxmlformats.org/drawingml/2006/main" noGrp="1"/>
          </p:cNvSpPr>
          <p:nvPr/>
        </p:nvSpPr>
        <p:spPr>
          <a:xfrm xmlns:a="http://schemas.openxmlformats.org/drawingml/2006/main">
            <a:off x="4949825" y="5057775"/>
            <a:ext cx="229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Automation</a:t>
            </a:r>
          </a:p>
        </p:txBody>
      </p:sp>
      <p:sp>
        <p:nvSpPr>
          <p:cNvPr id="32" name="">
            <a:extLst xmlns:a="http://schemas.openxmlformats.org/drawingml/2006/main">
              <a:ext uri="{FF2B5EF4-FFF2-40B4-BE49-F238E27FC236}">
                <a16:creationId xmlns:a16="http://schemas.microsoft.com/office/drawing/2014/main" id="{B301869E-7E7C-473C-8174-6537C6323142}"/>
              </a:ext>
            </a:extLst>
          </p:cNvPr>
          <p:cNvSpPr>
            <a:spLocks xmlns:a="http://schemas.openxmlformats.org/drawingml/2006/main" noGrp="1"/>
          </p:cNvSpPr>
          <p:nvPr/>
        </p:nvSpPr>
        <p:spPr>
          <a:xfrm xmlns:a="http://schemas.openxmlformats.org/drawingml/2006/main">
            <a:off x="4968875" y="5314950"/>
            <a:ext cx="225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Python and Ansible</a:t>
            </a:r>
          </a:p>
        </p:txBody>
      </p:sp>
      <p:sp>
        <p:nvSpPr>
          <p:cNvPr id="33" name="">
            <a:extLst xmlns:a="http://schemas.openxmlformats.org/drawingml/2006/main">
              <a:ext uri="{FF2B5EF4-FFF2-40B4-BE49-F238E27FC236}">
                <a16:creationId xmlns:a16="http://schemas.microsoft.com/office/drawing/2014/main" id="{718B4D64-8944-47DD-B081-1DB63A10ACB3}"/>
              </a:ext>
            </a:extLst>
          </p:cNvPr>
          <p:cNvSpPr>
            <a:spLocks xmlns:a="http://schemas.openxmlformats.org/drawingml/2006/main" noGrp="1"/>
          </p:cNvSpPr>
          <p:nvPr/>
        </p:nvSpPr>
        <p:spPr>
          <a:xfrm xmlns:a="http://schemas.openxmlformats.org/drawingml/2006/main">
            <a:off x="4473575" y="4986338"/>
            <a:ext cx="3429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03FDCAB-42D0-436E-B8EB-68988B07EFE4}"/>
              </a:ext>
            </a:extLst>
          </p:cNvPr>
          <p:cNvSpPr>
            <a:spLocks xmlns:a="http://schemas.openxmlformats.org/drawingml/2006/main" noGrp="1"/>
          </p:cNvSpPr>
          <p:nvPr/>
        </p:nvSpPr>
        <p:spPr>
          <a:xfrm xmlns:a="http://schemas.openxmlformats.org/drawingml/2006/main">
            <a:off x="7756525" y="4476750"/>
            <a:ext cx="24828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1E9B65"/>
            </a:solidFill>
            <a:prstDash val="solid"/>
          </a:ln>
        </p:spPr>
      </p:sp>
      <p:sp>
        <p:nvSpPr>
          <p:cNvPr id="35" name="">
            <a:extLst xmlns:a="http://schemas.openxmlformats.org/drawingml/2006/main">
              <a:ext uri="{FF2B5EF4-FFF2-40B4-BE49-F238E27FC236}">
                <a16:creationId xmlns:a16="http://schemas.microsoft.com/office/drawing/2014/main" id="{493075B3-4A38-4A1B-850E-E7ECF77F55A3}"/>
              </a:ext>
            </a:extLst>
          </p:cNvPr>
          <p:cNvSpPr>
            <a:spLocks xmlns:a="http://schemas.openxmlformats.org/drawingml/2006/main" noGrp="1"/>
          </p:cNvSpPr>
          <p:nvPr/>
        </p:nvSpPr>
        <p:spPr>
          <a:xfrm xmlns:a="http://schemas.openxmlformats.org/drawingml/2006/main">
            <a:off x="8769350" y="4572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7bc27a3f13644ad5">
            <a:extLst>
              <a:ext uri="{96DAC541-7B7A-43D3-8B79-37D633B846F1}">
                <asvg:svgBlip xmlns:asvg="http://schemas.microsoft.com/office/drawing/2016/SVG/main" r:embed="R78cc34c4169243b7"/>
              </a:ext>
            </a:extLst>
          </a:blip>
          <a:stretch xmlns:a="http://schemas.openxmlformats.org/drawingml/2006/main"/>
        </p:blipFill>
        <p:spPr>
          <a:xfrm xmlns:a="http://schemas.openxmlformats.org/drawingml/2006/main">
            <a:off x="8874125" y="4676775"/>
            <a:ext cx="247650" cy="2476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4F4B08FB-6BDA-4D2B-9CCC-9BABB7352987}"/>
              </a:ext>
            </a:extLst>
          </p:cNvPr>
          <p:cNvSpPr>
            <a:spLocks xmlns:a="http://schemas.openxmlformats.org/drawingml/2006/main" noGrp="1"/>
          </p:cNvSpPr>
          <p:nvPr/>
        </p:nvSpPr>
        <p:spPr>
          <a:xfrm xmlns:a="http://schemas.openxmlformats.org/drawingml/2006/main">
            <a:off x="7851775" y="5057775"/>
            <a:ext cx="229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Evidence</a:t>
            </a:r>
          </a:p>
        </p:txBody>
      </p:sp>
      <p:sp>
        <p:nvSpPr>
          <p:cNvPr id="38" name="">
            <a:extLst xmlns:a="http://schemas.openxmlformats.org/drawingml/2006/main">
              <a:ext uri="{FF2B5EF4-FFF2-40B4-BE49-F238E27FC236}">
                <a16:creationId xmlns:a16="http://schemas.microsoft.com/office/drawing/2014/main" id="{F046CB99-4978-4BCB-9F59-3C4340C56548}"/>
              </a:ext>
            </a:extLst>
          </p:cNvPr>
          <p:cNvSpPr>
            <a:spLocks xmlns:a="http://schemas.openxmlformats.org/drawingml/2006/main" noGrp="1"/>
          </p:cNvSpPr>
          <p:nvPr/>
        </p:nvSpPr>
        <p:spPr>
          <a:xfrm xmlns:a="http://schemas.openxmlformats.org/drawingml/2006/main">
            <a:off x="7870825" y="5314950"/>
            <a:ext cx="225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Tests and telemetry</a:t>
            </a:r>
          </a:p>
        </p:txBody>
      </p:sp>
      <p:sp>
        <p:nvSpPr>
          <p:cNvPr id="39" name="">
            <a:extLst xmlns:a="http://schemas.openxmlformats.org/drawingml/2006/main">
              <a:ext uri="{FF2B5EF4-FFF2-40B4-BE49-F238E27FC236}">
                <a16:creationId xmlns:a16="http://schemas.microsoft.com/office/drawing/2014/main" id="{9D28FBD7-E273-453D-8245-5301EB006AA8}"/>
              </a:ext>
            </a:extLst>
          </p:cNvPr>
          <p:cNvSpPr>
            <a:spLocks xmlns:a="http://schemas.openxmlformats.org/drawingml/2006/main" noGrp="1"/>
          </p:cNvSpPr>
          <p:nvPr/>
        </p:nvSpPr>
        <p:spPr>
          <a:xfrm xmlns:a="http://schemas.openxmlformats.org/drawingml/2006/main">
            <a:off x="7375525" y="4986338"/>
            <a:ext cx="3429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81D8981-1E24-4223-A213-0BB570BE95D7}"/>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4E11D1B-9972-48BA-8582-10A05BB7BDC7}"/>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626C3FB-A895-472B-83C0-56EA9FC7589E}"/>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The review establishes the technical vocabulary used throughout the DevOps course.</a:t>
            </a:r>
          </a:p>
        </p:txBody>
      </p:sp>
    </p:spTree>
    <p:extLst>
      <p:ext uri="{BB962C8B-B14F-4D97-AF65-F5344CB8AC3E}">
        <p14:creationId xmlns:p14="http://schemas.microsoft.com/office/powerpoint/2010/main" val="11433052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B28C781-CE56-4A4B-BE0A-28354F557793}"/>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5C5515-58AA-4B60-AC3B-0042D934F557}"/>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F486DB-7857-4B87-8E86-F9BB1F46156A}"/>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64E80E5C-9364-4386-AEC0-8030A2E54314}"/>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Starting Point</a:t>
            </a:r>
          </a:p>
        </p:txBody>
      </p:sp>
      <p:sp>
        <p:nvSpPr>
          <p:cNvPr id="5" name="">
            <a:extLst xmlns:a="http://schemas.openxmlformats.org/drawingml/2006/main">
              <a:ext uri="{FF2B5EF4-FFF2-40B4-BE49-F238E27FC236}">
                <a16:creationId xmlns:a16="http://schemas.microsoft.com/office/drawing/2014/main" id="{32CE2FBC-123D-4CFB-BE45-DF74D25AAFCB}"/>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The skills are present. The delivery system is not.</a:t>
            </a:r>
          </a:p>
        </p:txBody>
      </p:sp>
      <p:sp>
        <p:nvSpPr>
          <p:cNvPr id="6" name="">
            <a:extLst xmlns:a="http://schemas.openxmlformats.org/drawingml/2006/main">
              <a:ext uri="{FF2B5EF4-FFF2-40B4-BE49-F238E27FC236}">
                <a16:creationId xmlns:a16="http://schemas.microsoft.com/office/drawing/2014/main" id="{00F10890-B227-45FD-9702-F12D05D6CDB9}"/>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92AD211-7FBE-4DFB-A5C7-ADA103CA26D4}"/>
              </a:ext>
            </a:extLst>
          </p:cNvPr>
          <p:cNvSpPr>
            <a:spLocks xmlns:a="http://schemas.openxmlformats.org/drawingml/2006/main" noGrp="1"/>
          </p:cNvSpPr>
          <p:nvPr/>
        </p:nvSpPr>
        <p:spPr>
          <a:xfrm xmlns:a="http://schemas.openxmlformats.org/drawingml/2006/main">
            <a:off x="666750" y="1695450"/>
            <a:ext cx="2476500" cy="1809750"/>
          </a:xfrm>
          <a:prstGeom xmlns:a="http://schemas.openxmlformats.org/drawingml/2006/main" prst="roundRect">
            <a:avLst>
              <a:gd name="adj" fmla="val 6316"/>
            </a:avLst>
          </a:prstGeom>
          <a:solidFill xmlns:a="http://schemas.openxmlformats.org/drawingml/2006/main">
            <a:srgbClr val="F3F8FC"/>
          </a:solidFill>
          <a:ln xmlns:a="http://schemas.openxmlformats.org/drawingml/2006/main" w="9525">
            <a:solidFill>
              <a:srgbClr val="C8D7E5"/>
            </a:solidFill>
            <a:prstDash val="solid"/>
          </a:ln>
        </p:spPr>
      </p:sp>
      <p:sp>
        <p:nvSpPr>
          <p:cNvPr id="8" name="">
            <a:extLst xmlns:a="http://schemas.openxmlformats.org/drawingml/2006/main">
              <a:ext uri="{FF2B5EF4-FFF2-40B4-BE49-F238E27FC236}">
                <a16:creationId xmlns:a16="http://schemas.microsoft.com/office/drawing/2014/main" id="{06DC7D65-5254-485A-9187-5EC527D3B66C}"/>
              </a:ext>
            </a:extLst>
          </p:cNvPr>
          <p:cNvSpPr>
            <a:spLocks xmlns:a="http://schemas.openxmlformats.org/drawingml/2006/main" noGrp="1"/>
          </p:cNvSpPr>
          <p:nvPr/>
        </p:nvSpPr>
        <p:spPr>
          <a:xfrm xmlns:a="http://schemas.openxmlformats.org/drawingml/2006/main">
            <a:off x="666750" y="1695450"/>
            <a:ext cx="76200" cy="18097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82E867C-8240-4E0C-BB73-554C81B998BC}"/>
              </a:ext>
            </a:extLst>
          </p:cNvPr>
          <p:cNvSpPr>
            <a:spLocks xmlns:a="http://schemas.openxmlformats.org/drawingml/2006/main" noGrp="1"/>
          </p:cNvSpPr>
          <p:nvPr/>
        </p:nvSpPr>
        <p:spPr>
          <a:xfrm xmlns:a="http://schemas.openxmlformats.org/drawingml/2006/main">
            <a:off x="857250" y="1866900"/>
            <a:ext cx="419100" cy="4191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c469ed2b7622438f">
            <a:extLst>
              <a:ext uri="{96DAC541-7B7A-43D3-8B79-37D633B846F1}">
                <asvg:svgBlip xmlns:asvg="http://schemas.microsoft.com/office/drawing/2016/SVG/main" r:embed="R8c18b02676f04395"/>
              </a:ext>
            </a:extLst>
          </a:blip>
          <a:stretch xmlns:a="http://schemas.openxmlformats.org/drawingml/2006/main"/>
        </p:blipFill>
        <p:spPr>
          <a:xfrm xmlns:a="http://schemas.openxmlformats.org/drawingml/2006/main">
            <a:off x="962025" y="1971675"/>
            <a:ext cx="209550" cy="2095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51C45A3-6548-4A04-839A-2B3480CD5A30}"/>
              </a:ext>
            </a:extLst>
          </p:cNvPr>
          <p:cNvSpPr>
            <a:spLocks xmlns:a="http://schemas.openxmlformats.org/drawingml/2006/main" noGrp="1"/>
          </p:cNvSpPr>
          <p:nvPr/>
        </p:nvSpPr>
        <p:spPr>
          <a:xfrm xmlns:a="http://schemas.openxmlformats.org/drawingml/2006/main">
            <a:off x="1409700" y="1857375"/>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Python</a:t>
            </a:r>
          </a:p>
        </p:txBody>
      </p:sp>
      <p:sp>
        <p:nvSpPr>
          <p:cNvPr id="12" name="">
            <a:extLst xmlns:a="http://schemas.openxmlformats.org/drawingml/2006/main">
              <a:ext uri="{FF2B5EF4-FFF2-40B4-BE49-F238E27FC236}">
                <a16:creationId xmlns:a16="http://schemas.microsoft.com/office/drawing/2014/main" id="{5D5FBAB4-9AC6-47CB-A1CF-094D26C20CBC}"/>
              </a:ext>
            </a:extLst>
          </p:cNvPr>
          <p:cNvSpPr>
            <a:spLocks xmlns:a="http://schemas.openxmlformats.org/drawingml/2006/main" noGrp="1"/>
          </p:cNvSpPr>
          <p:nvPr/>
        </p:nvSpPr>
        <p:spPr>
          <a:xfrm xmlns:a="http://schemas.openxmlformats.org/drawingml/2006/main">
            <a:off x="876300" y="225742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Logic, parsing, error handling, reusable functions</a:t>
            </a:r>
          </a:p>
        </p:txBody>
      </p:sp>
      <p:sp>
        <p:nvSpPr>
          <p:cNvPr id="13" name="">
            <a:extLst xmlns:a="http://schemas.openxmlformats.org/drawingml/2006/main">
              <a:ext uri="{FF2B5EF4-FFF2-40B4-BE49-F238E27FC236}">
                <a16:creationId xmlns:a16="http://schemas.microsoft.com/office/drawing/2014/main" id="{B035C997-439B-4123-BD76-21E2486BC922}"/>
              </a:ext>
            </a:extLst>
          </p:cNvPr>
          <p:cNvSpPr>
            <a:spLocks xmlns:a="http://schemas.openxmlformats.org/drawingml/2006/main" noGrp="1"/>
          </p:cNvSpPr>
          <p:nvPr/>
        </p:nvSpPr>
        <p:spPr>
          <a:xfrm xmlns:a="http://schemas.openxmlformats.org/drawingml/2006/main">
            <a:off x="3429000" y="1695450"/>
            <a:ext cx="2476500" cy="1809750"/>
          </a:xfrm>
          <a:prstGeom xmlns:a="http://schemas.openxmlformats.org/drawingml/2006/main" prst="roundRect">
            <a:avLst>
              <a:gd name="adj" fmla="val 6316"/>
            </a:avLst>
          </a:prstGeom>
          <a:solidFill xmlns:a="http://schemas.openxmlformats.org/drawingml/2006/main">
            <a:srgbClr val="F3F8FC"/>
          </a:solidFill>
          <a:ln xmlns:a="http://schemas.openxmlformats.org/drawingml/2006/main" w="9525">
            <a:solidFill>
              <a:srgbClr val="C8D7E5"/>
            </a:solidFill>
            <a:prstDash val="solid"/>
          </a:ln>
        </p:spPr>
      </p:sp>
      <p:sp>
        <p:nvSpPr>
          <p:cNvPr id="14" name="">
            <a:extLst xmlns:a="http://schemas.openxmlformats.org/drawingml/2006/main">
              <a:ext uri="{FF2B5EF4-FFF2-40B4-BE49-F238E27FC236}">
                <a16:creationId xmlns:a16="http://schemas.microsoft.com/office/drawing/2014/main" id="{2655FD71-E24B-4BA1-96D2-9B565FB8837C}"/>
              </a:ext>
            </a:extLst>
          </p:cNvPr>
          <p:cNvSpPr>
            <a:spLocks xmlns:a="http://schemas.openxmlformats.org/drawingml/2006/main" noGrp="1"/>
          </p:cNvSpPr>
          <p:nvPr/>
        </p:nvSpPr>
        <p:spPr>
          <a:xfrm xmlns:a="http://schemas.openxmlformats.org/drawingml/2006/main">
            <a:off x="3429000" y="1695450"/>
            <a:ext cx="76200" cy="180975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774198E-002B-4CD8-831C-61E8E452DF29}"/>
              </a:ext>
            </a:extLst>
          </p:cNvPr>
          <p:cNvSpPr>
            <a:spLocks xmlns:a="http://schemas.openxmlformats.org/drawingml/2006/main" noGrp="1"/>
          </p:cNvSpPr>
          <p:nvPr/>
        </p:nvSpPr>
        <p:spPr>
          <a:xfrm xmlns:a="http://schemas.openxmlformats.org/drawingml/2006/main">
            <a:off x="3619500" y="1866900"/>
            <a:ext cx="419100" cy="4191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04aff86149f844f5">
            <a:extLst>
              <a:ext uri="{96DAC541-7B7A-43D3-8B79-37D633B846F1}">
                <asvg:svgBlip xmlns:asvg="http://schemas.microsoft.com/office/drawing/2016/SVG/main" r:embed="R3078d0bb00ab4401"/>
              </a:ext>
            </a:extLst>
          </a:blip>
          <a:stretch xmlns:a="http://schemas.openxmlformats.org/drawingml/2006/main"/>
        </p:blipFill>
        <p:spPr>
          <a:xfrm xmlns:a="http://schemas.openxmlformats.org/drawingml/2006/main">
            <a:off x="3724275" y="1971675"/>
            <a:ext cx="209550" cy="2095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99093D6-7AA3-4D2B-AB54-4AA5281DDFBC}"/>
              </a:ext>
            </a:extLst>
          </p:cNvPr>
          <p:cNvSpPr>
            <a:spLocks xmlns:a="http://schemas.openxmlformats.org/drawingml/2006/main" noGrp="1"/>
          </p:cNvSpPr>
          <p:nvPr/>
        </p:nvSpPr>
        <p:spPr>
          <a:xfrm xmlns:a="http://schemas.openxmlformats.org/drawingml/2006/main">
            <a:off x="4171950" y="1857375"/>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APIs &amp; models</a:t>
            </a:r>
          </a:p>
        </p:txBody>
      </p:sp>
      <p:sp>
        <p:nvSpPr>
          <p:cNvPr id="18" name="">
            <a:extLst xmlns:a="http://schemas.openxmlformats.org/drawingml/2006/main">
              <a:ext uri="{FF2B5EF4-FFF2-40B4-BE49-F238E27FC236}">
                <a16:creationId xmlns:a16="http://schemas.microsoft.com/office/drawing/2014/main" id="{AB304B0F-FCE0-4E7C-A843-B41C456FE727}"/>
              </a:ext>
            </a:extLst>
          </p:cNvPr>
          <p:cNvSpPr>
            <a:spLocks xmlns:a="http://schemas.openxmlformats.org/drawingml/2006/main" noGrp="1"/>
          </p:cNvSpPr>
          <p:nvPr/>
        </p:nvSpPr>
        <p:spPr>
          <a:xfrm xmlns:a="http://schemas.openxmlformats.org/drawingml/2006/main">
            <a:off x="3638550" y="225742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REST, NETCONF, structured payloads, data models</a:t>
            </a:r>
          </a:p>
        </p:txBody>
      </p:sp>
      <p:sp>
        <p:nvSpPr>
          <p:cNvPr id="19" name="">
            <a:extLst xmlns:a="http://schemas.openxmlformats.org/drawingml/2006/main">
              <a:ext uri="{FF2B5EF4-FFF2-40B4-BE49-F238E27FC236}">
                <a16:creationId xmlns:a16="http://schemas.microsoft.com/office/drawing/2014/main" id="{D7F205C8-4E3A-432B-BE3B-5C74F13FCE44}"/>
              </a:ext>
            </a:extLst>
          </p:cNvPr>
          <p:cNvSpPr>
            <a:spLocks xmlns:a="http://schemas.openxmlformats.org/drawingml/2006/main" noGrp="1"/>
          </p:cNvSpPr>
          <p:nvPr/>
        </p:nvSpPr>
        <p:spPr>
          <a:xfrm xmlns:a="http://schemas.openxmlformats.org/drawingml/2006/main">
            <a:off x="6191250" y="1695450"/>
            <a:ext cx="2476500" cy="1809750"/>
          </a:xfrm>
          <a:prstGeom xmlns:a="http://schemas.openxmlformats.org/drawingml/2006/main" prst="roundRect">
            <a:avLst>
              <a:gd name="adj" fmla="val 6316"/>
            </a:avLst>
          </a:prstGeom>
          <a:solidFill xmlns:a="http://schemas.openxmlformats.org/drawingml/2006/main">
            <a:srgbClr val="F3F8FC"/>
          </a:solidFill>
          <a:ln xmlns:a="http://schemas.openxmlformats.org/drawingml/2006/main" w="9525">
            <a:solidFill>
              <a:srgbClr val="C8D7E5"/>
            </a:solidFill>
            <a:prstDash val="solid"/>
          </a:ln>
        </p:spPr>
      </p:sp>
      <p:sp>
        <p:nvSpPr>
          <p:cNvPr id="20" name="">
            <a:extLst xmlns:a="http://schemas.openxmlformats.org/drawingml/2006/main">
              <a:ext uri="{FF2B5EF4-FFF2-40B4-BE49-F238E27FC236}">
                <a16:creationId xmlns:a16="http://schemas.microsoft.com/office/drawing/2014/main" id="{A5BF3F3A-07DB-42DF-AAAB-C0A09893A8B8}"/>
              </a:ext>
            </a:extLst>
          </p:cNvPr>
          <p:cNvSpPr>
            <a:spLocks xmlns:a="http://schemas.openxmlformats.org/drawingml/2006/main" noGrp="1"/>
          </p:cNvSpPr>
          <p:nvPr/>
        </p:nvSpPr>
        <p:spPr>
          <a:xfrm xmlns:a="http://schemas.openxmlformats.org/drawingml/2006/main">
            <a:off x="6191250" y="1695450"/>
            <a:ext cx="76200" cy="18097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738BB60-F233-4644-A585-582594A02BBF}"/>
              </a:ext>
            </a:extLst>
          </p:cNvPr>
          <p:cNvSpPr>
            <a:spLocks xmlns:a="http://schemas.openxmlformats.org/drawingml/2006/main" noGrp="1"/>
          </p:cNvSpPr>
          <p:nvPr/>
        </p:nvSpPr>
        <p:spPr>
          <a:xfrm xmlns:a="http://schemas.openxmlformats.org/drawingml/2006/main">
            <a:off x="6381750" y="1866900"/>
            <a:ext cx="419100" cy="4191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e9268100976c4373">
            <a:extLst>
              <a:ext uri="{96DAC541-7B7A-43D3-8B79-37D633B846F1}">
                <asvg:svgBlip xmlns:asvg="http://schemas.microsoft.com/office/drawing/2016/SVG/main" r:embed="Re425ca64ae674e61"/>
              </a:ext>
            </a:extLst>
          </a:blip>
          <a:stretch xmlns:a="http://schemas.openxmlformats.org/drawingml/2006/main"/>
        </p:blipFill>
        <p:spPr>
          <a:xfrm xmlns:a="http://schemas.openxmlformats.org/drawingml/2006/main">
            <a:off x="6486525" y="1971675"/>
            <a:ext cx="209550" cy="2095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2EC867CE-FF2A-47B3-B377-3A4C22312F7D}"/>
              </a:ext>
            </a:extLst>
          </p:cNvPr>
          <p:cNvSpPr>
            <a:spLocks xmlns:a="http://schemas.openxmlformats.org/drawingml/2006/main" noGrp="1"/>
          </p:cNvSpPr>
          <p:nvPr/>
        </p:nvSpPr>
        <p:spPr>
          <a:xfrm xmlns:a="http://schemas.openxmlformats.org/drawingml/2006/main">
            <a:off x="6934200" y="1857375"/>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Orchestration</a:t>
            </a:r>
          </a:p>
        </p:txBody>
      </p:sp>
      <p:sp>
        <p:nvSpPr>
          <p:cNvPr id="24" name="">
            <a:extLst xmlns:a="http://schemas.openxmlformats.org/drawingml/2006/main">
              <a:ext uri="{FF2B5EF4-FFF2-40B4-BE49-F238E27FC236}">
                <a16:creationId xmlns:a16="http://schemas.microsoft.com/office/drawing/2014/main" id="{C7D22D23-C5E2-40C5-AB6D-1A8FFF8573C5}"/>
              </a:ext>
            </a:extLst>
          </p:cNvPr>
          <p:cNvSpPr>
            <a:spLocks xmlns:a="http://schemas.openxmlformats.org/drawingml/2006/main" noGrp="1"/>
          </p:cNvSpPr>
          <p:nvPr/>
        </p:nvSpPr>
        <p:spPr>
          <a:xfrm xmlns:a="http://schemas.openxmlformats.org/drawingml/2006/main">
            <a:off x="6400800" y="225742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Inventories, playbooks, templates, controlled execution</a:t>
            </a:r>
          </a:p>
        </p:txBody>
      </p:sp>
      <p:sp>
        <p:nvSpPr>
          <p:cNvPr id="25" name="">
            <a:extLst xmlns:a="http://schemas.openxmlformats.org/drawingml/2006/main">
              <a:ext uri="{FF2B5EF4-FFF2-40B4-BE49-F238E27FC236}">
                <a16:creationId xmlns:a16="http://schemas.microsoft.com/office/drawing/2014/main" id="{EE06459F-48BE-4AEA-BAA5-D9C804BCE513}"/>
              </a:ext>
            </a:extLst>
          </p:cNvPr>
          <p:cNvSpPr>
            <a:spLocks xmlns:a="http://schemas.openxmlformats.org/drawingml/2006/main" noGrp="1"/>
          </p:cNvSpPr>
          <p:nvPr/>
        </p:nvSpPr>
        <p:spPr>
          <a:xfrm xmlns:a="http://schemas.openxmlformats.org/drawingml/2006/main">
            <a:off x="8953500" y="1695450"/>
            <a:ext cx="2476500" cy="1809750"/>
          </a:xfrm>
          <a:prstGeom xmlns:a="http://schemas.openxmlformats.org/drawingml/2006/main" prst="roundRect">
            <a:avLst>
              <a:gd name="adj" fmla="val 6316"/>
            </a:avLst>
          </a:prstGeom>
          <a:solidFill xmlns:a="http://schemas.openxmlformats.org/drawingml/2006/main">
            <a:srgbClr val="F3F8FC"/>
          </a:solidFill>
          <a:ln xmlns:a="http://schemas.openxmlformats.org/drawingml/2006/main" w="9525">
            <a:solidFill>
              <a:srgbClr val="C8D7E5"/>
            </a:solidFill>
            <a:prstDash val="solid"/>
          </a:ln>
        </p:spPr>
      </p:sp>
      <p:sp>
        <p:nvSpPr>
          <p:cNvPr id="26" name="">
            <a:extLst xmlns:a="http://schemas.openxmlformats.org/drawingml/2006/main">
              <a:ext uri="{FF2B5EF4-FFF2-40B4-BE49-F238E27FC236}">
                <a16:creationId xmlns:a16="http://schemas.microsoft.com/office/drawing/2014/main" id="{B8E12852-36DF-4C77-9791-D4F102288535}"/>
              </a:ext>
            </a:extLst>
          </p:cNvPr>
          <p:cNvSpPr>
            <a:spLocks xmlns:a="http://schemas.openxmlformats.org/drawingml/2006/main" noGrp="1"/>
          </p:cNvSpPr>
          <p:nvPr/>
        </p:nvSpPr>
        <p:spPr>
          <a:xfrm xmlns:a="http://schemas.openxmlformats.org/drawingml/2006/main">
            <a:off x="8953500" y="1695450"/>
            <a:ext cx="76200" cy="1809750"/>
          </a:xfrm>
          <a:prstGeom xmlns:a="http://schemas.openxmlformats.org/drawingml/2006/main" prst="rect">
            <a:avLst/>
          </a:prstGeom>
          <a:solidFill xmlns:a="http://schemas.openxmlformats.org/drawingml/2006/main">
            <a:srgbClr val="6657B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8F05C80-F96F-4E7A-955F-FF1FC3F9F489}"/>
              </a:ext>
            </a:extLst>
          </p:cNvPr>
          <p:cNvSpPr>
            <a:spLocks xmlns:a="http://schemas.openxmlformats.org/drawingml/2006/main" noGrp="1"/>
          </p:cNvSpPr>
          <p:nvPr/>
        </p:nvSpPr>
        <p:spPr>
          <a:xfrm xmlns:a="http://schemas.openxmlformats.org/drawingml/2006/main">
            <a:off x="9144000" y="1866900"/>
            <a:ext cx="419100" cy="4191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48df225ec4cf4c4e">
            <a:extLst>
              <a:ext uri="{96DAC541-7B7A-43D3-8B79-37D633B846F1}">
                <asvg:svgBlip xmlns:asvg="http://schemas.microsoft.com/office/drawing/2016/SVG/main" r:embed="R3b74e35a3f8441a6"/>
              </a:ext>
            </a:extLst>
          </a:blip>
          <a:stretch xmlns:a="http://schemas.openxmlformats.org/drawingml/2006/main"/>
        </p:blipFill>
        <p:spPr>
          <a:xfrm xmlns:a="http://schemas.openxmlformats.org/drawingml/2006/main">
            <a:off x="9248775" y="1971675"/>
            <a:ext cx="209550" cy="2095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648645C4-09A7-4207-A3D4-C08A68394157}"/>
              </a:ext>
            </a:extLst>
          </p:cNvPr>
          <p:cNvSpPr>
            <a:spLocks xmlns:a="http://schemas.openxmlformats.org/drawingml/2006/main" noGrp="1"/>
          </p:cNvSpPr>
          <p:nvPr/>
        </p:nvSpPr>
        <p:spPr>
          <a:xfrm xmlns:a="http://schemas.openxmlformats.org/drawingml/2006/main">
            <a:off x="9696450" y="1857375"/>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Source control</a:t>
            </a:r>
          </a:p>
        </p:txBody>
      </p:sp>
      <p:sp>
        <p:nvSpPr>
          <p:cNvPr id="30" name="">
            <a:extLst xmlns:a="http://schemas.openxmlformats.org/drawingml/2006/main">
              <a:ext uri="{FF2B5EF4-FFF2-40B4-BE49-F238E27FC236}">
                <a16:creationId xmlns:a16="http://schemas.microsoft.com/office/drawing/2014/main" id="{6774832A-3F7F-41AC-B3A2-62AAF69BE7D5}"/>
              </a:ext>
            </a:extLst>
          </p:cNvPr>
          <p:cNvSpPr>
            <a:spLocks xmlns:a="http://schemas.openxmlformats.org/drawingml/2006/main" noGrp="1"/>
          </p:cNvSpPr>
          <p:nvPr/>
        </p:nvSpPr>
        <p:spPr>
          <a:xfrm xmlns:a="http://schemas.openxmlformats.org/drawingml/2006/main">
            <a:off x="9163050" y="225742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Commits, branches, review, traceable change history</a:t>
            </a:r>
          </a:p>
        </p:txBody>
      </p:sp>
      <p:sp>
        <p:nvSpPr>
          <p:cNvPr id="31" name="">
            <a:extLst xmlns:a="http://schemas.openxmlformats.org/drawingml/2006/main">
              <a:ext uri="{FF2B5EF4-FFF2-40B4-BE49-F238E27FC236}">
                <a16:creationId xmlns:a16="http://schemas.microsoft.com/office/drawing/2014/main" id="{57333F54-631D-419E-9067-3EBD5FAA0BC4}"/>
              </a:ext>
            </a:extLst>
          </p:cNvPr>
          <p:cNvSpPr>
            <a:spLocks xmlns:a="http://schemas.openxmlformats.org/drawingml/2006/main" noGrp="1"/>
          </p:cNvSpPr>
          <p:nvPr/>
        </p:nvSpPr>
        <p:spPr>
          <a:xfrm xmlns:a="http://schemas.openxmlformats.org/drawingml/2006/main">
            <a:off x="1524000" y="40005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546579"/>
                </a:solidFill>
                <a:latin typeface="Helvetica Neue"/>
                <a:ea typeface="Helvetica Neue"/>
                <a:cs typeface="Helvetica Neue"/>
              </a:defRPr>
            </a:pPr>
            <a:r>
              <a:rPr sz="1650" b="1">
                <a:solidFill>
                  <a:srgbClr val="546579"/>
                </a:solidFill>
                <a:latin typeface="Helvetica Neue"/>
                <a:ea typeface="Helvetica Neue"/>
                <a:cs typeface="Helvetica Neue"/>
              </a:rPr>
              <a:t>Individually useful</a:t>
            </a:r>
          </a:p>
        </p:txBody>
      </p:sp>
      <p:sp>
        <p:nvSpPr>
          <p:cNvPr id="32" name="">
            <a:extLst xmlns:a="http://schemas.openxmlformats.org/drawingml/2006/main">
              <a:ext uri="{FF2B5EF4-FFF2-40B4-BE49-F238E27FC236}">
                <a16:creationId xmlns:a16="http://schemas.microsoft.com/office/drawing/2014/main" id="{4F955481-C126-4DF7-8A7E-93F50874EED2}"/>
              </a:ext>
            </a:extLst>
          </p:cNvPr>
          <p:cNvSpPr>
            <a:spLocks xmlns:a="http://schemas.openxmlformats.org/drawingml/2006/main" noGrp="1"/>
          </p:cNvSpPr>
          <p:nvPr/>
        </p:nvSpPr>
        <p:spPr>
          <a:xfrm xmlns:a="http://schemas.openxmlformats.org/drawingml/2006/main">
            <a:off x="4476750" y="3990975"/>
            <a:ext cx="2952750" cy="419100"/>
          </a:xfrm>
          <a:prstGeom xmlns:a="http://schemas.openxmlformats.org/drawingml/2006/main" prst="rightArrow">
            <a:avLst/>
          </a:prstGeom>
          <a:solidFill xmlns:a="http://schemas.openxmlformats.org/drawingml/2006/main">
            <a:srgbClr val="F28C2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FB2FC13-3B06-46C8-99C0-C50E253DD9CB}"/>
              </a:ext>
            </a:extLst>
          </p:cNvPr>
          <p:cNvSpPr>
            <a:spLocks xmlns:a="http://schemas.openxmlformats.org/drawingml/2006/main" noGrp="1"/>
          </p:cNvSpPr>
          <p:nvPr/>
        </p:nvSpPr>
        <p:spPr>
          <a:xfrm xmlns:a="http://schemas.openxmlformats.org/drawingml/2006/main">
            <a:off x="7810500" y="40005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Team-operated capability</a:t>
            </a:r>
          </a:p>
        </p:txBody>
      </p:sp>
      <p:sp>
        <p:nvSpPr>
          <p:cNvPr id="34" name="">
            <a:extLst xmlns:a="http://schemas.openxmlformats.org/drawingml/2006/main">
              <a:ext uri="{FF2B5EF4-FFF2-40B4-BE49-F238E27FC236}">
                <a16:creationId xmlns:a16="http://schemas.microsoft.com/office/drawing/2014/main" id="{BA8C216B-1AA8-4A18-A803-D726B6669956}"/>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9ACA126-4171-4AC8-BA1D-9F2F50216F72}"/>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AE2ACB5-6464-430A-A249-DAE626BDAEDE}"/>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DevOps connects familiar tools through shared process, evidence, and feedback.</a:t>
            </a:r>
          </a:p>
        </p:txBody>
      </p:sp>
    </p:spTree>
    <p:extLst>
      <p:ext uri="{BB962C8B-B14F-4D97-AF65-F5344CB8AC3E}">
        <p14:creationId xmlns:p14="http://schemas.microsoft.com/office/powerpoint/2010/main" val="10090748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D58F64BF-639A-44B7-BEEF-7F1209A3F307}"/>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65E753-2F9F-4793-AD05-643D5FD2024A}"/>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041D92-8536-418F-8A0C-BB111EB8BD0F}"/>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C828186F-AAE1-4B8A-A5F9-4236066BF193}"/>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Module Map</a:t>
            </a:r>
          </a:p>
        </p:txBody>
      </p:sp>
      <p:sp>
        <p:nvSpPr>
          <p:cNvPr id="5" name="">
            <a:extLst xmlns:a="http://schemas.openxmlformats.org/drawingml/2006/main">
              <a:ext uri="{FF2B5EF4-FFF2-40B4-BE49-F238E27FC236}">
                <a16:creationId xmlns:a16="http://schemas.microsoft.com/office/drawing/2014/main" id="{FEA08B83-4059-4F07-A9E5-9610CAC50801}"/>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Five questions guide the review</a:t>
            </a:r>
          </a:p>
        </p:txBody>
      </p:sp>
      <p:sp>
        <p:nvSpPr>
          <p:cNvPr id="6" name="">
            <a:extLst xmlns:a="http://schemas.openxmlformats.org/drawingml/2006/main">
              <a:ext uri="{FF2B5EF4-FFF2-40B4-BE49-F238E27FC236}">
                <a16:creationId xmlns:a16="http://schemas.microsoft.com/office/drawing/2014/main" id="{51CB14AB-C14D-48BF-90F5-BDE9F67D9660}"/>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6EB5BA-8DEE-4C6A-82BF-75A5B4F4ECDC}"/>
              </a:ext>
            </a:extLst>
          </p:cNvPr>
          <p:cNvSpPr>
            <a:spLocks xmlns:a="http://schemas.openxmlformats.org/drawingml/2006/main" noGrp="1"/>
          </p:cNvSpPr>
          <p:nvPr/>
        </p:nvSpPr>
        <p:spPr>
          <a:xfrm xmlns:a="http://schemas.openxmlformats.org/drawingml/2006/main">
            <a:off x="666750" y="1695450"/>
            <a:ext cx="333375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8" name="">
            <a:extLst xmlns:a="http://schemas.openxmlformats.org/drawingml/2006/main">
              <a:ext uri="{FF2B5EF4-FFF2-40B4-BE49-F238E27FC236}">
                <a16:creationId xmlns:a16="http://schemas.microsoft.com/office/drawing/2014/main" id="{F2B9F52D-9A9B-4CA4-A3F3-AFE6ED00B5DB}"/>
              </a:ext>
            </a:extLst>
          </p:cNvPr>
          <p:cNvSpPr>
            <a:spLocks xmlns:a="http://schemas.openxmlformats.org/drawingml/2006/main" noGrp="1"/>
          </p:cNvSpPr>
          <p:nvPr/>
        </p:nvSpPr>
        <p:spPr>
          <a:xfrm xmlns:a="http://schemas.openxmlformats.org/drawingml/2006/main">
            <a:off x="666750" y="1695450"/>
            <a:ext cx="76200" cy="14287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F326712-65E0-4D05-8ACC-3B60505346F9}"/>
              </a:ext>
            </a:extLst>
          </p:cNvPr>
          <p:cNvSpPr>
            <a:spLocks xmlns:a="http://schemas.openxmlformats.org/drawingml/2006/main" noGrp="1"/>
          </p:cNvSpPr>
          <p:nvPr/>
        </p:nvSpPr>
        <p:spPr>
          <a:xfrm xmlns:a="http://schemas.openxmlformats.org/drawingml/2006/main">
            <a:off x="857250" y="1866900"/>
            <a:ext cx="419100" cy="4191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33B448D-A4EE-4139-96C2-38FD5A8F3937}"/>
              </a:ext>
            </a:extLst>
          </p:cNvPr>
          <p:cNvSpPr>
            <a:spLocks xmlns:a="http://schemas.openxmlformats.org/drawingml/2006/main" noGrp="1"/>
          </p:cNvSpPr>
          <p:nvPr/>
        </p:nvSpPr>
        <p:spPr>
          <a:xfrm xmlns:a="http://schemas.openxmlformats.org/drawingml/2006/main">
            <a:off x="857250" y="18764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1</a:t>
            </a:r>
          </a:p>
        </p:txBody>
      </p:sp>
      <p:sp>
        <p:nvSpPr>
          <p:cNvPr id="11" name="">
            <a:extLst xmlns:a="http://schemas.openxmlformats.org/drawingml/2006/main">
              <a:ext uri="{FF2B5EF4-FFF2-40B4-BE49-F238E27FC236}">
                <a16:creationId xmlns:a16="http://schemas.microsoft.com/office/drawing/2014/main" id="{3F4EF4B4-0A15-4328-8666-2BE88EF9542F}"/>
              </a:ext>
            </a:extLst>
          </p:cNvPr>
          <p:cNvSpPr>
            <a:spLocks xmlns:a="http://schemas.openxmlformats.org/drawingml/2006/main" noGrp="1"/>
          </p:cNvSpPr>
          <p:nvPr/>
        </p:nvSpPr>
        <p:spPr>
          <a:xfrm xmlns:a="http://schemas.openxmlformats.org/drawingml/2006/main">
            <a:off x="1409700" y="185737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What is the intent?</a:t>
            </a:r>
          </a:p>
        </p:txBody>
      </p:sp>
      <p:sp>
        <p:nvSpPr>
          <p:cNvPr id="12" name="">
            <a:extLst xmlns:a="http://schemas.openxmlformats.org/drawingml/2006/main">
              <a:ext uri="{FF2B5EF4-FFF2-40B4-BE49-F238E27FC236}">
                <a16:creationId xmlns:a16="http://schemas.microsoft.com/office/drawing/2014/main" id="{25189E71-E974-4A1B-AF63-F1E854527F7D}"/>
              </a:ext>
            </a:extLst>
          </p:cNvPr>
          <p:cNvSpPr>
            <a:spLocks xmlns:a="http://schemas.openxmlformats.org/drawingml/2006/main" noGrp="1"/>
          </p:cNvSpPr>
          <p:nvPr/>
        </p:nvSpPr>
        <p:spPr>
          <a:xfrm xmlns:a="http://schemas.openxmlformats.org/drawingml/2006/main">
            <a:off x="876300" y="2257425"/>
            <a:ext cx="293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Describe desired change in structured data</a:t>
            </a:r>
          </a:p>
        </p:txBody>
      </p:sp>
      <p:sp>
        <p:nvSpPr>
          <p:cNvPr id="13" name="">
            <a:extLst xmlns:a="http://schemas.openxmlformats.org/drawingml/2006/main">
              <a:ext uri="{FF2B5EF4-FFF2-40B4-BE49-F238E27FC236}">
                <a16:creationId xmlns:a16="http://schemas.microsoft.com/office/drawing/2014/main" id="{2D8B2D90-7C82-4DE2-8981-798E123F58F9}"/>
              </a:ext>
            </a:extLst>
          </p:cNvPr>
          <p:cNvSpPr>
            <a:spLocks xmlns:a="http://schemas.openxmlformats.org/drawingml/2006/main" noGrp="1"/>
          </p:cNvSpPr>
          <p:nvPr/>
        </p:nvSpPr>
        <p:spPr>
          <a:xfrm xmlns:a="http://schemas.openxmlformats.org/drawingml/2006/main">
            <a:off x="4381500" y="1695450"/>
            <a:ext cx="333375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14" name="">
            <a:extLst xmlns:a="http://schemas.openxmlformats.org/drawingml/2006/main">
              <a:ext uri="{FF2B5EF4-FFF2-40B4-BE49-F238E27FC236}">
                <a16:creationId xmlns:a16="http://schemas.microsoft.com/office/drawing/2014/main" id="{ABDFEC65-66ED-4EFF-926A-31F577DB19E5}"/>
              </a:ext>
            </a:extLst>
          </p:cNvPr>
          <p:cNvSpPr>
            <a:spLocks xmlns:a="http://schemas.openxmlformats.org/drawingml/2006/main" noGrp="1"/>
          </p:cNvSpPr>
          <p:nvPr/>
        </p:nvSpPr>
        <p:spPr>
          <a:xfrm xmlns:a="http://schemas.openxmlformats.org/drawingml/2006/main">
            <a:off x="4381500" y="1695450"/>
            <a:ext cx="76200" cy="14287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31B1A6-B15D-4AE0-87CF-0E07D3A94B08}"/>
              </a:ext>
            </a:extLst>
          </p:cNvPr>
          <p:cNvSpPr>
            <a:spLocks xmlns:a="http://schemas.openxmlformats.org/drawingml/2006/main" noGrp="1"/>
          </p:cNvSpPr>
          <p:nvPr/>
        </p:nvSpPr>
        <p:spPr>
          <a:xfrm xmlns:a="http://schemas.openxmlformats.org/drawingml/2006/main">
            <a:off x="4572000" y="1866900"/>
            <a:ext cx="419100" cy="419100"/>
          </a:xfrm>
          <a:prstGeom xmlns:a="http://schemas.openxmlformats.org/drawingml/2006/main" prst="ellipse">
            <a:avLst/>
          </a:prstGeom>
          <a:solidFill xmlns:a="http://schemas.openxmlformats.org/drawingml/2006/main">
            <a:srgbClr val="0A6FA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0398260-FC79-4113-8334-CB8D25402E66}"/>
              </a:ext>
            </a:extLst>
          </p:cNvPr>
          <p:cNvSpPr>
            <a:spLocks xmlns:a="http://schemas.openxmlformats.org/drawingml/2006/main" noGrp="1"/>
          </p:cNvSpPr>
          <p:nvPr/>
        </p:nvSpPr>
        <p:spPr>
          <a:xfrm xmlns:a="http://schemas.openxmlformats.org/drawingml/2006/main">
            <a:off x="4572000" y="18764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E97E9331-56B0-4BB8-BB88-452EB38961FF}"/>
              </a:ext>
            </a:extLst>
          </p:cNvPr>
          <p:cNvSpPr>
            <a:spLocks xmlns:a="http://schemas.openxmlformats.org/drawingml/2006/main" noGrp="1"/>
          </p:cNvSpPr>
          <p:nvPr/>
        </p:nvSpPr>
        <p:spPr>
          <a:xfrm xmlns:a="http://schemas.openxmlformats.org/drawingml/2006/main">
            <a:off x="5124450" y="185737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Where is truth?</a:t>
            </a:r>
          </a:p>
        </p:txBody>
      </p:sp>
      <p:sp>
        <p:nvSpPr>
          <p:cNvPr id="18" name="">
            <a:extLst xmlns:a="http://schemas.openxmlformats.org/drawingml/2006/main">
              <a:ext uri="{FF2B5EF4-FFF2-40B4-BE49-F238E27FC236}">
                <a16:creationId xmlns:a16="http://schemas.microsoft.com/office/drawing/2014/main" id="{000C870E-97A2-4644-9356-144A4D6EFC76}"/>
              </a:ext>
            </a:extLst>
          </p:cNvPr>
          <p:cNvSpPr>
            <a:spLocks xmlns:a="http://schemas.openxmlformats.org/drawingml/2006/main" noGrp="1"/>
          </p:cNvSpPr>
          <p:nvPr/>
        </p:nvSpPr>
        <p:spPr>
          <a:xfrm xmlns:a="http://schemas.openxmlformats.org/drawingml/2006/main">
            <a:off x="4591050" y="2257425"/>
            <a:ext cx="293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Use inventory and authoritative sources</a:t>
            </a:r>
          </a:p>
        </p:txBody>
      </p:sp>
      <p:sp>
        <p:nvSpPr>
          <p:cNvPr id="19" name="">
            <a:extLst xmlns:a="http://schemas.openxmlformats.org/drawingml/2006/main">
              <a:ext uri="{FF2B5EF4-FFF2-40B4-BE49-F238E27FC236}">
                <a16:creationId xmlns:a16="http://schemas.microsoft.com/office/drawing/2014/main" id="{25ED176F-BE6A-4E02-851A-8EF067EEC08E}"/>
              </a:ext>
            </a:extLst>
          </p:cNvPr>
          <p:cNvSpPr>
            <a:spLocks xmlns:a="http://schemas.openxmlformats.org/drawingml/2006/main" noGrp="1"/>
          </p:cNvSpPr>
          <p:nvPr/>
        </p:nvSpPr>
        <p:spPr>
          <a:xfrm xmlns:a="http://schemas.openxmlformats.org/drawingml/2006/main">
            <a:off x="8096250" y="1695450"/>
            <a:ext cx="333375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20" name="">
            <a:extLst xmlns:a="http://schemas.openxmlformats.org/drawingml/2006/main">
              <a:ext uri="{FF2B5EF4-FFF2-40B4-BE49-F238E27FC236}">
                <a16:creationId xmlns:a16="http://schemas.microsoft.com/office/drawing/2014/main" id="{43401C3B-2B41-47FA-9CE0-3917E40BE7B1}"/>
              </a:ext>
            </a:extLst>
          </p:cNvPr>
          <p:cNvSpPr>
            <a:spLocks xmlns:a="http://schemas.openxmlformats.org/drawingml/2006/main" noGrp="1"/>
          </p:cNvSpPr>
          <p:nvPr/>
        </p:nvSpPr>
        <p:spPr>
          <a:xfrm xmlns:a="http://schemas.openxmlformats.org/drawingml/2006/main">
            <a:off x="8096250" y="1695450"/>
            <a:ext cx="76200" cy="142875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25FAE09-9D92-429B-9F67-999791519130}"/>
              </a:ext>
            </a:extLst>
          </p:cNvPr>
          <p:cNvSpPr>
            <a:spLocks xmlns:a="http://schemas.openxmlformats.org/drawingml/2006/main" noGrp="1"/>
          </p:cNvSpPr>
          <p:nvPr/>
        </p:nvSpPr>
        <p:spPr>
          <a:xfrm xmlns:a="http://schemas.openxmlformats.org/drawingml/2006/main">
            <a:off x="8286750" y="1866900"/>
            <a:ext cx="419100" cy="419100"/>
          </a:xfrm>
          <a:prstGeom xmlns:a="http://schemas.openxmlformats.org/drawingml/2006/main" prst="ellipse">
            <a:avLst/>
          </a:prstGeom>
          <a:solidFill xmlns:a="http://schemas.openxmlformats.org/drawingml/2006/main">
            <a:srgbClr val="118B9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4270840-BD18-4116-90C1-BCF3A182910B}"/>
              </a:ext>
            </a:extLst>
          </p:cNvPr>
          <p:cNvSpPr>
            <a:spLocks xmlns:a="http://schemas.openxmlformats.org/drawingml/2006/main" noGrp="1"/>
          </p:cNvSpPr>
          <p:nvPr/>
        </p:nvSpPr>
        <p:spPr>
          <a:xfrm xmlns:a="http://schemas.openxmlformats.org/drawingml/2006/main">
            <a:off x="8286750" y="18764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3</a:t>
            </a:r>
          </a:p>
        </p:txBody>
      </p:sp>
      <p:sp>
        <p:nvSpPr>
          <p:cNvPr id="23" name="">
            <a:extLst xmlns:a="http://schemas.openxmlformats.org/drawingml/2006/main">
              <a:ext uri="{FF2B5EF4-FFF2-40B4-BE49-F238E27FC236}">
                <a16:creationId xmlns:a16="http://schemas.microsoft.com/office/drawing/2014/main" id="{28127999-FA3E-49A6-9DFD-A3617B0CBCA9}"/>
              </a:ext>
            </a:extLst>
          </p:cNvPr>
          <p:cNvSpPr>
            <a:spLocks xmlns:a="http://schemas.openxmlformats.org/drawingml/2006/main" noGrp="1"/>
          </p:cNvSpPr>
          <p:nvPr/>
        </p:nvSpPr>
        <p:spPr>
          <a:xfrm xmlns:a="http://schemas.openxmlformats.org/drawingml/2006/main">
            <a:off x="8839200" y="185737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How is it executed?</a:t>
            </a:r>
          </a:p>
        </p:txBody>
      </p:sp>
      <p:sp>
        <p:nvSpPr>
          <p:cNvPr id="24" name="">
            <a:extLst xmlns:a="http://schemas.openxmlformats.org/drawingml/2006/main">
              <a:ext uri="{FF2B5EF4-FFF2-40B4-BE49-F238E27FC236}">
                <a16:creationId xmlns:a16="http://schemas.microsoft.com/office/drawing/2014/main" id="{80CDC290-8A27-4F13-8AF5-93937B603836}"/>
              </a:ext>
            </a:extLst>
          </p:cNvPr>
          <p:cNvSpPr>
            <a:spLocks xmlns:a="http://schemas.openxmlformats.org/drawingml/2006/main" noGrp="1"/>
          </p:cNvSpPr>
          <p:nvPr/>
        </p:nvSpPr>
        <p:spPr>
          <a:xfrm xmlns:a="http://schemas.openxmlformats.org/drawingml/2006/main">
            <a:off x="8305800" y="2257425"/>
            <a:ext cx="293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Choose code, interface, and orchestrator</a:t>
            </a:r>
          </a:p>
        </p:txBody>
      </p:sp>
      <p:sp>
        <p:nvSpPr>
          <p:cNvPr id="25" name="">
            <a:extLst xmlns:a="http://schemas.openxmlformats.org/drawingml/2006/main">
              <a:ext uri="{FF2B5EF4-FFF2-40B4-BE49-F238E27FC236}">
                <a16:creationId xmlns:a16="http://schemas.microsoft.com/office/drawing/2014/main" id="{7623AC65-9AA6-4908-B3CC-E1594B95194F}"/>
              </a:ext>
            </a:extLst>
          </p:cNvPr>
          <p:cNvSpPr>
            <a:spLocks xmlns:a="http://schemas.openxmlformats.org/drawingml/2006/main" noGrp="1"/>
          </p:cNvSpPr>
          <p:nvPr/>
        </p:nvSpPr>
        <p:spPr>
          <a:xfrm xmlns:a="http://schemas.openxmlformats.org/drawingml/2006/main">
            <a:off x="666750" y="3505200"/>
            <a:ext cx="333375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26" name="">
            <a:extLst xmlns:a="http://schemas.openxmlformats.org/drawingml/2006/main">
              <a:ext uri="{FF2B5EF4-FFF2-40B4-BE49-F238E27FC236}">
                <a16:creationId xmlns:a16="http://schemas.microsoft.com/office/drawing/2014/main" id="{61B9C1E6-2B28-4928-AAEB-18182D084733}"/>
              </a:ext>
            </a:extLst>
          </p:cNvPr>
          <p:cNvSpPr>
            <a:spLocks xmlns:a="http://schemas.openxmlformats.org/drawingml/2006/main" noGrp="1"/>
          </p:cNvSpPr>
          <p:nvPr/>
        </p:nvSpPr>
        <p:spPr>
          <a:xfrm xmlns:a="http://schemas.openxmlformats.org/drawingml/2006/main">
            <a:off x="666750" y="3505200"/>
            <a:ext cx="76200" cy="14287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8DDC318-7C95-407C-B705-A1CB0AD674D1}"/>
              </a:ext>
            </a:extLst>
          </p:cNvPr>
          <p:cNvSpPr>
            <a:spLocks xmlns:a="http://schemas.openxmlformats.org/drawingml/2006/main" noGrp="1"/>
          </p:cNvSpPr>
          <p:nvPr/>
        </p:nvSpPr>
        <p:spPr>
          <a:xfrm xmlns:a="http://schemas.openxmlformats.org/drawingml/2006/main">
            <a:off x="857250" y="3676650"/>
            <a:ext cx="419100" cy="41910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A54EEF5-2BB4-4831-87A4-E65DE5515012}"/>
              </a:ext>
            </a:extLst>
          </p:cNvPr>
          <p:cNvSpPr>
            <a:spLocks xmlns:a="http://schemas.openxmlformats.org/drawingml/2006/main" noGrp="1"/>
          </p:cNvSpPr>
          <p:nvPr/>
        </p:nvSpPr>
        <p:spPr>
          <a:xfrm xmlns:a="http://schemas.openxmlformats.org/drawingml/2006/main">
            <a:off x="857250" y="36861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4</a:t>
            </a:r>
          </a:p>
        </p:txBody>
      </p:sp>
      <p:sp>
        <p:nvSpPr>
          <p:cNvPr id="29" name="">
            <a:extLst xmlns:a="http://schemas.openxmlformats.org/drawingml/2006/main">
              <a:ext uri="{FF2B5EF4-FFF2-40B4-BE49-F238E27FC236}">
                <a16:creationId xmlns:a16="http://schemas.microsoft.com/office/drawing/2014/main" id="{FE6FCF3F-6634-4872-9648-4B2703C34C32}"/>
              </a:ext>
            </a:extLst>
          </p:cNvPr>
          <p:cNvSpPr>
            <a:spLocks xmlns:a="http://schemas.openxmlformats.org/drawingml/2006/main" noGrp="1"/>
          </p:cNvSpPr>
          <p:nvPr/>
        </p:nvSpPr>
        <p:spPr>
          <a:xfrm xmlns:a="http://schemas.openxmlformats.org/drawingml/2006/main">
            <a:off x="1409700" y="366712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How is it proved?</a:t>
            </a:r>
          </a:p>
        </p:txBody>
      </p:sp>
      <p:sp>
        <p:nvSpPr>
          <p:cNvPr id="30" name="">
            <a:extLst xmlns:a="http://schemas.openxmlformats.org/drawingml/2006/main">
              <a:ext uri="{FF2B5EF4-FFF2-40B4-BE49-F238E27FC236}">
                <a16:creationId xmlns:a16="http://schemas.microsoft.com/office/drawing/2014/main" id="{B4677438-35D8-4910-B407-D2AB94452DA9}"/>
              </a:ext>
            </a:extLst>
          </p:cNvPr>
          <p:cNvSpPr>
            <a:spLocks xmlns:a="http://schemas.openxmlformats.org/drawingml/2006/main" noGrp="1"/>
          </p:cNvSpPr>
          <p:nvPr/>
        </p:nvSpPr>
        <p:spPr>
          <a:xfrm xmlns:a="http://schemas.openxmlformats.org/drawingml/2006/main">
            <a:off x="876300" y="4067175"/>
            <a:ext cx="293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Validate configuration and service state</a:t>
            </a:r>
          </a:p>
        </p:txBody>
      </p:sp>
      <p:sp>
        <p:nvSpPr>
          <p:cNvPr id="31" name="">
            <a:extLst xmlns:a="http://schemas.openxmlformats.org/drawingml/2006/main">
              <a:ext uri="{FF2B5EF4-FFF2-40B4-BE49-F238E27FC236}">
                <a16:creationId xmlns:a16="http://schemas.microsoft.com/office/drawing/2014/main" id="{18514853-3B87-4E02-A338-169ED1B7624D}"/>
              </a:ext>
            </a:extLst>
          </p:cNvPr>
          <p:cNvSpPr>
            <a:spLocks xmlns:a="http://schemas.openxmlformats.org/drawingml/2006/main" noGrp="1"/>
          </p:cNvSpPr>
          <p:nvPr/>
        </p:nvSpPr>
        <p:spPr>
          <a:xfrm xmlns:a="http://schemas.openxmlformats.org/drawingml/2006/main">
            <a:off x="4381500" y="3505200"/>
            <a:ext cx="333375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32" name="">
            <a:extLst xmlns:a="http://schemas.openxmlformats.org/drawingml/2006/main">
              <a:ext uri="{FF2B5EF4-FFF2-40B4-BE49-F238E27FC236}">
                <a16:creationId xmlns:a16="http://schemas.microsoft.com/office/drawing/2014/main" id="{FD691909-029E-4008-9608-394BD178C84C}"/>
              </a:ext>
            </a:extLst>
          </p:cNvPr>
          <p:cNvSpPr>
            <a:spLocks xmlns:a="http://schemas.openxmlformats.org/drawingml/2006/main" noGrp="1"/>
          </p:cNvSpPr>
          <p:nvPr/>
        </p:nvSpPr>
        <p:spPr>
          <a:xfrm xmlns:a="http://schemas.openxmlformats.org/drawingml/2006/main">
            <a:off x="4381500" y="3505200"/>
            <a:ext cx="76200" cy="1428750"/>
          </a:xfrm>
          <a:prstGeom xmlns:a="http://schemas.openxmlformats.org/drawingml/2006/main" prst="rect">
            <a:avLst/>
          </a:prstGeom>
          <a:solidFill xmlns:a="http://schemas.openxmlformats.org/drawingml/2006/main">
            <a:srgbClr val="6657B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B7EE053-C1CF-4056-A05A-99BB48385367}"/>
              </a:ext>
            </a:extLst>
          </p:cNvPr>
          <p:cNvSpPr>
            <a:spLocks xmlns:a="http://schemas.openxmlformats.org/drawingml/2006/main" noGrp="1"/>
          </p:cNvSpPr>
          <p:nvPr/>
        </p:nvSpPr>
        <p:spPr>
          <a:xfrm xmlns:a="http://schemas.openxmlformats.org/drawingml/2006/main">
            <a:off x="4572000" y="3676650"/>
            <a:ext cx="419100" cy="419100"/>
          </a:xfrm>
          <a:prstGeom xmlns:a="http://schemas.openxmlformats.org/drawingml/2006/main" prst="ellipse">
            <a:avLst/>
          </a:prstGeom>
          <a:solidFill xmlns:a="http://schemas.openxmlformats.org/drawingml/2006/main">
            <a:srgbClr val="6657B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CFC09E3-A29B-4B93-B0A3-2E500EB00F50}"/>
              </a:ext>
            </a:extLst>
          </p:cNvPr>
          <p:cNvSpPr>
            <a:spLocks xmlns:a="http://schemas.openxmlformats.org/drawingml/2006/main" noGrp="1"/>
          </p:cNvSpPr>
          <p:nvPr/>
        </p:nvSpPr>
        <p:spPr>
          <a:xfrm xmlns:a="http://schemas.openxmlformats.org/drawingml/2006/main">
            <a:off x="4572000" y="36861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5</a:t>
            </a:r>
          </a:p>
        </p:txBody>
      </p:sp>
      <p:sp>
        <p:nvSpPr>
          <p:cNvPr id="35" name="">
            <a:extLst xmlns:a="http://schemas.openxmlformats.org/drawingml/2006/main">
              <a:ext uri="{FF2B5EF4-FFF2-40B4-BE49-F238E27FC236}">
                <a16:creationId xmlns:a16="http://schemas.microsoft.com/office/drawing/2014/main" id="{1CAF7443-DDB1-4BA8-B662-0B850536C132}"/>
              </a:ext>
            </a:extLst>
          </p:cNvPr>
          <p:cNvSpPr>
            <a:spLocks xmlns:a="http://schemas.openxmlformats.org/drawingml/2006/main" noGrp="1"/>
          </p:cNvSpPr>
          <p:nvPr/>
        </p:nvSpPr>
        <p:spPr>
          <a:xfrm xmlns:a="http://schemas.openxmlformats.org/drawingml/2006/main">
            <a:off x="5124450" y="366712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How is it improved?</a:t>
            </a:r>
          </a:p>
        </p:txBody>
      </p:sp>
      <p:sp>
        <p:nvSpPr>
          <p:cNvPr id="36" name="">
            <a:extLst xmlns:a="http://schemas.openxmlformats.org/drawingml/2006/main">
              <a:ext uri="{FF2B5EF4-FFF2-40B4-BE49-F238E27FC236}">
                <a16:creationId xmlns:a16="http://schemas.microsoft.com/office/drawing/2014/main" id="{4774E540-A512-4295-886D-182074376068}"/>
              </a:ext>
            </a:extLst>
          </p:cNvPr>
          <p:cNvSpPr>
            <a:spLocks xmlns:a="http://schemas.openxmlformats.org/drawingml/2006/main" noGrp="1"/>
          </p:cNvSpPr>
          <p:nvPr/>
        </p:nvSpPr>
        <p:spPr>
          <a:xfrm xmlns:a="http://schemas.openxmlformats.org/drawingml/2006/main">
            <a:off x="4591050" y="4067175"/>
            <a:ext cx="293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Retain evidence and feed learning back</a:t>
            </a:r>
          </a:p>
        </p:txBody>
      </p:sp>
      <p:sp>
        <p:nvSpPr>
          <p:cNvPr id="37" name="">
            <a:extLst xmlns:a="http://schemas.openxmlformats.org/drawingml/2006/main">
              <a:ext uri="{FF2B5EF4-FFF2-40B4-BE49-F238E27FC236}">
                <a16:creationId xmlns:a16="http://schemas.microsoft.com/office/drawing/2014/main" id="{FBB56AB7-12F3-4CD0-879C-BEB14A20B8EA}"/>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7B9E033-F2EC-4443-866E-E128F882AA45}"/>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412C0E0-5EA6-4CA4-B92F-729C2528461B}"/>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Each question becomes a control point in the DevOps lifecycle.</a:t>
            </a:r>
          </a:p>
        </p:txBody>
      </p:sp>
    </p:spTree>
    <p:extLst>
      <p:ext uri="{BB962C8B-B14F-4D97-AF65-F5344CB8AC3E}">
        <p14:creationId xmlns:p14="http://schemas.microsoft.com/office/powerpoint/2010/main" val="3466134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11D8A45-7D0C-488E-B2BA-5C5475C3938B}"/>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D7EE85-81F3-4EC9-AD34-254BF63BAA61}"/>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AFE026-2220-42B2-A73D-D2758CBD21E8}"/>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6B9CE41F-0220-40C5-9F84-991DF3304C23}"/>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System View</a:t>
            </a:r>
          </a:p>
        </p:txBody>
      </p:sp>
      <p:sp>
        <p:nvSpPr>
          <p:cNvPr id="5" name="">
            <a:extLst xmlns:a="http://schemas.openxmlformats.org/drawingml/2006/main">
              <a:ext uri="{FF2B5EF4-FFF2-40B4-BE49-F238E27FC236}">
                <a16:creationId xmlns:a16="http://schemas.microsoft.com/office/drawing/2014/main" id="{A6D4C84C-EFDC-4C00-9F8D-ADDFA4594457}"/>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Network automation is a software system</a:t>
            </a:r>
          </a:p>
        </p:txBody>
      </p:sp>
      <p:sp>
        <p:nvSpPr>
          <p:cNvPr id="6" name="">
            <a:extLst xmlns:a="http://schemas.openxmlformats.org/drawingml/2006/main">
              <a:ext uri="{FF2B5EF4-FFF2-40B4-BE49-F238E27FC236}">
                <a16:creationId xmlns:a16="http://schemas.microsoft.com/office/drawing/2014/main" id="{C3708A04-97C1-4FC1-ACD1-EF553F1C9AC5}"/>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E91806-29BB-467C-A62B-A52CB82DF27B}"/>
              </a:ext>
            </a:extLst>
          </p:cNvPr>
          <p:cNvSpPr>
            <a:spLocks xmlns:a="http://schemas.openxmlformats.org/drawingml/2006/main" noGrp="1"/>
          </p:cNvSpPr>
          <p:nvPr/>
        </p:nvSpPr>
        <p:spPr>
          <a:xfrm xmlns:a="http://schemas.openxmlformats.org/drawingml/2006/main">
            <a:off x="571500" y="1809750"/>
            <a:ext cx="2026920"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DFF7A950-0B97-4D91-837D-20C7443537DB}"/>
              </a:ext>
            </a:extLst>
          </p:cNvPr>
          <p:cNvSpPr>
            <a:spLocks xmlns:a="http://schemas.openxmlformats.org/drawingml/2006/main" noGrp="1"/>
          </p:cNvSpPr>
          <p:nvPr/>
        </p:nvSpPr>
        <p:spPr>
          <a:xfrm xmlns:a="http://schemas.openxmlformats.org/drawingml/2006/main">
            <a:off x="1356360"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e1f199e204b34da6">
            <a:extLst>
              <a:ext uri="{96DAC541-7B7A-43D3-8B79-37D633B846F1}">
                <asvg:svgBlip xmlns:asvg="http://schemas.microsoft.com/office/drawing/2016/SVG/main" r:embed="R56b17cb31aeb4af8"/>
              </a:ext>
            </a:extLst>
          </a:blip>
          <a:stretch xmlns:a="http://schemas.openxmlformats.org/drawingml/2006/main"/>
        </p:blipFill>
        <p:spPr>
          <a:xfrm xmlns:a="http://schemas.openxmlformats.org/drawingml/2006/main">
            <a:off x="1461135"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43E4F2D-2DF0-4AA4-AFD5-40CFEDE919FA}"/>
              </a:ext>
            </a:extLst>
          </p:cNvPr>
          <p:cNvSpPr>
            <a:spLocks xmlns:a="http://schemas.openxmlformats.org/drawingml/2006/main" noGrp="1"/>
          </p:cNvSpPr>
          <p:nvPr/>
        </p:nvSpPr>
        <p:spPr>
          <a:xfrm xmlns:a="http://schemas.openxmlformats.org/drawingml/2006/main">
            <a:off x="66675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Intent</a:t>
            </a:r>
          </a:p>
        </p:txBody>
      </p:sp>
      <p:sp>
        <p:nvSpPr>
          <p:cNvPr id="11" name="">
            <a:extLst xmlns:a="http://schemas.openxmlformats.org/drawingml/2006/main">
              <a:ext uri="{FF2B5EF4-FFF2-40B4-BE49-F238E27FC236}">
                <a16:creationId xmlns:a16="http://schemas.microsoft.com/office/drawing/2014/main" id="{46E1F5CE-06B0-4372-ADE2-94CC76D8A8D8}"/>
              </a:ext>
            </a:extLst>
          </p:cNvPr>
          <p:cNvSpPr>
            <a:spLocks xmlns:a="http://schemas.openxmlformats.org/drawingml/2006/main" noGrp="1"/>
          </p:cNvSpPr>
          <p:nvPr/>
        </p:nvSpPr>
        <p:spPr>
          <a:xfrm xmlns:a="http://schemas.openxmlformats.org/drawingml/2006/main">
            <a:off x="685800" y="2647950"/>
            <a:ext cx="17983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YAML / JSON</a:t>
            </a:r>
          </a:p>
        </p:txBody>
      </p:sp>
      <p:sp>
        <p:nvSpPr>
          <p:cNvPr id="12" name="">
            <a:extLst xmlns:a="http://schemas.openxmlformats.org/drawingml/2006/main">
              <a:ext uri="{FF2B5EF4-FFF2-40B4-BE49-F238E27FC236}">
                <a16:creationId xmlns:a16="http://schemas.microsoft.com/office/drawing/2014/main" id="{7412082E-FD19-491F-B2EC-B02B9F7F2F13}"/>
              </a:ext>
            </a:extLst>
          </p:cNvPr>
          <p:cNvSpPr>
            <a:spLocks xmlns:a="http://schemas.openxmlformats.org/drawingml/2006/main" noGrp="1"/>
          </p:cNvSpPr>
          <p:nvPr/>
        </p:nvSpPr>
        <p:spPr>
          <a:xfrm xmlns:a="http://schemas.openxmlformats.org/drawingml/2006/main">
            <a:off x="2827020" y="1809750"/>
            <a:ext cx="2026920"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0A6FAF"/>
            </a:solidFill>
            <a:prstDash val="solid"/>
          </a:ln>
        </p:spPr>
      </p:sp>
      <p:sp>
        <p:nvSpPr>
          <p:cNvPr id="13" name="">
            <a:extLst xmlns:a="http://schemas.openxmlformats.org/drawingml/2006/main">
              <a:ext uri="{FF2B5EF4-FFF2-40B4-BE49-F238E27FC236}">
                <a16:creationId xmlns:a16="http://schemas.microsoft.com/office/drawing/2014/main" id="{A3D74E70-561C-4AB4-A85E-691559D6B402}"/>
              </a:ext>
            </a:extLst>
          </p:cNvPr>
          <p:cNvSpPr>
            <a:spLocks xmlns:a="http://schemas.openxmlformats.org/drawingml/2006/main" noGrp="1"/>
          </p:cNvSpPr>
          <p:nvPr/>
        </p:nvSpPr>
        <p:spPr>
          <a:xfrm xmlns:a="http://schemas.openxmlformats.org/drawingml/2006/main">
            <a:off x="3611880"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f1462c77df304249">
            <a:extLst>
              <a:ext uri="{96DAC541-7B7A-43D3-8B79-37D633B846F1}">
                <asvg:svgBlip xmlns:asvg="http://schemas.microsoft.com/office/drawing/2016/SVG/main" r:embed="Rbcd579d511bb4cda"/>
              </a:ext>
            </a:extLst>
          </a:blip>
          <a:stretch xmlns:a="http://schemas.openxmlformats.org/drawingml/2006/main"/>
        </p:blipFill>
        <p:spPr>
          <a:xfrm xmlns:a="http://schemas.openxmlformats.org/drawingml/2006/main">
            <a:off x="3716655" y="20097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F822CFC-CC4B-452E-BFD4-A4532E233B95}"/>
              </a:ext>
            </a:extLst>
          </p:cNvPr>
          <p:cNvSpPr>
            <a:spLocks xmlns:a="http://schemas.openxmlformats.org/drawingml/2006/main" noGrp="1"/>
          </p:cNvSpPr>
          <p:nvPr/>
        </p:nvSpPr>
        <p:spPr>
          <a:xfrm xmlns:a="http://schemas.openxmlformats.org/drawingml/2006/main">
            <a:off x="292227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Source of truth</a:t>
            </a:r>
          </a:p>
        </p:txBody>
      </p:sp>
      <p:sp>
        <p:nvSpPr>
          <p:cNvPr id="16" name="">
            <a:extLst xmlns:a="http://schemas.openxmlformats.org/drawingml/2006/main">
              <a:ext uri="{FF2B5EF4-FFF2-40B4-BE49-F238E27FC236}">
                <a16:creationId xmlns:a16="http://schemas.microsoft.com/office/drawing/2014/main" id="{057B0761-B0CA-48E7-BC0F-702F88C9936B}"/>
              </a:ext>
            </a:extLst>
          </p:cNvPr>
          <p:cNvSpPr>
            <a:spLocks xmlns:a="http://schemas.openxmlformats.org/drawingml/2006/main" noGrp="1"/>
          </p:cNvSpPr>
          <p:nvPr/>
        </p:nvSpPr>
        <p:spPr>
          <a:xfrm xmlns:a="http://schemas.openxmlformats.org/drawingml/2006/main">
            <a:off x="2941320" y="2647950"/>
            <a:ext cx="17983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Inventory / models</a:t>
            </a:r>
          </a:p>
        </p:txBody>
      </p:sp>
      <p:sp>
        <p:nvSpPr>
          <p:cNvPr id="17" name="">
            <a:extLst xmlns:a="http://schemas.openxmlformats.org/drawingml/2006/main">
              <a:ext uri="{FF2B5EF4-FFF2-40B4-BE49-F238E27FC236}">
                <a16:creationId xmlns:a16="http://schemas.microsoft.com/office/drawing/2014/main" id="{CB401489-2C40-4D39-A031-6AFCD6C1208A}"/>
              </a:ext>
            </a:extLst>
          </p:cNvPr>
          <p:cNvSpPr>
            <a:spLocks xmlns:a="http://schemas.openxmlformats.org/drawingml/2006/main" noGrp="1"/>
          </p:cNvSpPr>
          <p:nvPr/>
        </p:nvSpPr>
        <p:spPr>
          <a:xfrm xmlns:a="http://schemas.openxmlformats.org/drawingml/2006/main">
            <a:off x="2636520" y="232410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AFC63C-7FC9-4E04-B995-F5A0A437D028}"/>
              </a:ext>
            </a:extLst>
          </p:cNvPr>
          <p:cNvSpPr>
            <a:spLocks xmlns:a="http://schemas.openxmlformats.org/drawingml/2006/main" noGrp="1"/>
          </p:cNvSpPr>
          <p:nvPr/>
        </p:nvSpPr>
        <p:spPr>
          <a:xfrm xmlns:a="http://schemas.openxmlformats.org/drawingml/2006/main">
            <a:off x="5082540" y="1809750"/>
            <a:ext cx="2026920"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61C804B1-B655-48E2-B164-D009695109A4}"/>
              </a:ext>
            </a:extLst>
          </p:cNvPr>
          <p:cNvSpPr>
            <a:spLocks xmlns:a="http://schemas.openxmlformats.org/drawingml/2006/main" noGrp="1"/>
          </p:cNvSpPr>
          <p:nvPr/>
        </p:nvSpPr>
        <p:spPr>
          <a:xfrm xmlns:a="http://schemas.openxmlformats.org/drawingml/2006/main">
            <a:off x="5867400" y="190500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6faa0f9427414072">
            <a:extLst>
              <a:ext uri="{96DAC541-7B7A-43D3-8B79-37D633B846F1}">
                <asvg:svgBlip xmlns:asvg="http://schemas.microsoft.com/office/drawing/2016/SVG/main" r:embed="Rb943e87c2ad64102"/>
              </a:ext>
            </a:extLst>
          </a:blip>
          <a:stretch xmlns:a="http://schemas.openxmlformats.org/drawingml/2006/main"/>
        </p:blipFill>
        <p:spPr>
          <a:xfrm xmlns:a="http://schemas.openxmlformats.org/drawingml/2006/main">
            <a:off x="5972175" y="20097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6BEC34E0-969C-49C5-9D3C-7F175BCE6C7D}"/>
              </a:ext>
            </a:extLst>
          </p:cNvPr>
          <p:cNvSpPr>
            <a:spLocks xmlns:a="http://schemas.openxmlformats.org/drawingml/2006/main" noGrp="1"/>
          </p:cNvSpPr>
          <p:nvPr/>
        </p:nvSpPr>
        <p:spPr>
          <a:xfrm xmlns:a="http://schemas.openxmlformats.org/drawingml/2006/main">
            <a:off x="517779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Logic</a:t>
            </a:r>
          </a:p>
        </p:txBody>
      </p:sp>
      <p:sp>
        <p:nvSpPr>
          <p:cNvPr id="22" name="">
            <a:extLst xmlns:a="http://schemas.openxmlformats.org/drawingml/2006/main">
              <a:ext uri="{FF2B5EF4-FFF2-40B4-BE49-F238E27FC236}">
                <a16:creationId xmlns:a16="http://schemas.microsoft.com/office/drawing/2014/main" id="{FBC2520C-6ACB-44D0-8F75-3F769FEA08B5}"/>
              </a:ext>
            </a:extLst>
          </p:cNvPr>
          <p:cNvSpPr>
            <a:spLocks xmlns:a="http://schemas.openxmlformats.org/drawingml/2006/main" noGrp="1"/>
          </p:cNvSpPr>
          <p:nvPr/>
        </p:nvSpPr>
        <p:spPr>
          <a:xfrm xmlns:a="http://schemas.openxmlformats.org/drawingml/2006/main">
            <a:off x="5196840" y="2647950"/>
            <a:ext cx="17983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Python / Ansible</a:t>
            </a:r>
          </a:p>
        </p:txBody>
      </p:sp>
      <p:sp>
        <p:nvSpPr>
          <p:cNvPr id="23" name="">
            <a:extLst xmlns:a="http://schemas.openxmlformats.org/drawingml/2006/main">
              <a:ext uri="{FF2B5EF4-FFF2-40B4-BE49-F238E27FC236}">
                <a16:creationId xmlns:a16="http://schemas.microsoft.com/office/drawing/2014/main" id="{266D20F0-0138-4FE6-A28E-BB705D1D5958}"/>
              </a:ext>
            </a:extLst>
          </p:cNvPr>
          <p:cNvSpPr>
            <a:spLocks xmlns:a="http://schemas.openxmlformats.org/drawingml/2006/main" noGrp="1"/>
          </p:cNvSpPr>
          <p:nvPr/>
        </p:nvSpPr>
        <p:spPr>
          <a:xfrm xmlns:a="http://schemas.openxmlformats.org/drawingml/2006/main">
            <a:off x="4892040" y="232410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BED8A76-25DD-4707-B507-050635891EB4}"/>
              </a:ext>
            </a:extLst>
          </p:cNvPr>
          <p:cNvSpPr>
            <a:spLocks xmlns:a="http://schemas.openxmlformats.org/drawingml/2006/main" noGrp="1"/>
          </p:cNvSpPr>
          <p:nvPr/>
        </p:nvSpPr>
        <p:spPr>
          <a:xfrm xmlns:a="http://schemas.openxmlformats.org/drawingml/2006/main">
            <a:off x="7338060" y="1809750"/>
            <a:ext cx="2026920"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1E9B65"/>
            </a:solidFill>
            <a:prstDash val="solid"/>
          </a:ln>
        </p:spPr>
      </p:sp>
      <p:sp>
        <p:nvSpPr>
          <p:cNvPr id="25" name="">
            <a:extLst xmlns:a="http://schemas.openxmlformats.org/drawingml/2006/main">
              <a:ext uri="{FF2B5EF4-FFF2-40B4-BE49-F238E27FC236}">
                <a16:creationId xmlns:a16="http://schemas.microsoft.com/office/drawing/2014/main" id="{C2EB3AA2-802C-410F-BD57-EDAFE590789E}"/>
              </a:ext>
            </a:extLst>
          </p:cNvPr>
          <p:cNvSpPr>
            <a:spLocks xmlns:a="http://schemas.openxmlformats.org/drawingml/2006/main" noGrp="1"/>
          </p:cNvSpPr>
          <p:nvPr/>
        </p:nvSpPr>
        <p:spPr>
          <a:xfrm xmlns:a="http://schemas.openxmlformats.org/drawingml/2006/main">
            <a:off x="8122920"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70d4f406c90448d4">
            <a:extLst>
              <a:ext uri="{96DAC541-7B7A-43D3-8B79-37D633B846F1}">
                <asvg:svgBlip xmlns:asvg="http://schemas.microsoft.com/office/drawing/2016/SVG/main" r:embed="R877c9e71bc4749ad"/>
              </a:ext>
            </a:extLst>
          </a:blip>
          <a:stretch xmlns:a="http://schemas.openxmlformats.org/drawingml/2006/main"/>
        </p:blipFill>
        <p:spPr>
          <a:xfrm xmlns:a="http://schemas.openxmlformats.org/drawingml/2006/main">
            <a:off x="8227695" y="20097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036CFE4D-599C-42C6-BB84-86EA9C32E581}"/>
              </a:ext>
            </a:extLst>
          </p:cNvPr>
          <p:cNvSpPr>
            <a:spLocks xmlns:a="http://schemas.openxmlformats.org/drawingml/2006/main" noGrp="1"/>
          </p:cNvSpPr>
          <p:nvPr/>
        </p:nvSpPr>
        <p:spPr>
          <a:xfrm xmlns:a="http://schemas.openxmlformats.org/drawingml/2006/main">
            <a:off x="743331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Validation</a:t>
            </a:r>
          </a:p>
        </p:txBody>
      </p:sp>
      <p:sp>
        <p:nvSpPr>
          <p:cNvPr id="28" name="">
            <a:extLst xmlns:a="http://schemas.openxmlformats.org/drawingml/2006/main">
              <a:ext uri="{FF2B5EF4-FFF2-40B4-BE49-F238E27FC236}">
                <a16:creationId xmlns:a16="http://schemas.microsoft.com/office/drawing/2014/main" id="{8E2843B8-CBCF-4497-A5CE-5FC1213F8D3B}"/>
              </a:ext>
            </a:extLst>
          </p:cNvPr>
          <p:cNvSpPr>
            <a:spLocks xmlns:a="http://schemas.openxmlformats.org/drawingml/2006/main" noGrp="1"/>
          </p:cNvSpPr>
          <p:nvPr/>
        </p:nvSpPr>
        <p:spPr>
          <a:xfrm xmlns:a="http://schemas.openxmlformats.org/drawingml/2006/main">
            <a:off x="7452360" y="2647950"/>
            <a:ext cx="17983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Tests / policy</a:t>
            </a:r>
          </a:p>
        </p:txBody>
      </p:sp>
      <p:sp>
        <p:nvSpPr>
          <p:cNvPr id="29" name="">
            <a:extLst xmlns:a="http://schemas.openxmlformats.org/drawingml/2006/main">
              <a:ext uri="{FF2B5EF4-FFF2-40B4-BE49-F238E27FC236}">
                <a16:creationId xmlns:a16="http://schemas.microsoft.com/office/drawing/2014/main" id="{6AD4DF8F-C4DA-4433-BDD1-10859AA755FC}"/>
              </a:ext>
            </a:extLst>
          </p:cNvPr>
          <p:cNvSpPr>
            <a:spLocks xmlns:a="http://schemas.openxmlformats.org/drawingml/2006/main" noGrp="1"/>
          </p:cNvSpPr>
          <p:nvPr/>
        </p:nvSpPr>
        <p:spPr>
          <a:xfrm xmlns:a="http://schemas.openxmlformats.org/drawingml/2006/main">
            <a:off x="7147560" y="232410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292C6CE-ABB5-4AA9-884F-F87C20E038B9}"/>
              </a:ext>
            </a:extLst>
          </p:cNvPr>
          <p:cNvSpPr>
            <a:spLocks xmlns:a="http://schemas.openxmlformats.org/drawingml/2006/main" noGrp="1"/>
          </p:cNvSpPr>
          <p:nvPr/>
        </p:nvSpPr>
        <p:spPr>
          <a:xfrm xmlns:a="http://schemas.openxmlformats.org/drawingml/2006/main">
            <a:off x="9593580" y="1809750"/>
            <a:ext cx="2026920"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6657B8"/>
            </a:solidFill>
            <a:prstDash val="solid"/>
          </a:ln>
        </p:spPr>
      </p:sp>
      <p:sp>
        <p:nvSpPr>
          <p:cNvPr id="31" name="">
            <a:extLst xmlns:a="http://schemas.openxmlformats.org/drawingml/2006/main">
              <a:ext uri="{FF2B5EF4-FFF2-40B4-BE49-F238E27FC236}">
                <a16:creationId xmlns:a16="http://schemas.microsoft.com/office/drawing/2014/main" id="{060E6C85-E24B-4CA5-B18B-6404555E4FD0}"/>
              </a:ext>
            </a:extLst>
          </p:cNvPr>
          <p:cNvSpPr>
            <a:spLocks xmlns:a="http://schemas.openxmlformats.org/drawingml/2006/main" noGrp="1"/>
          </p:cNvSpPr>
          <p:nvPr/>
        </p:nvSpPr>
        <p:spPr>
          <a:xfrm xmlns:a="http://schemas.openxmlformats.org/drawingml/2006/main">
            <a:off x="10378440" y="190500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ffd147bc5a7f4bd4">
            <a:extLst>
              <a:ext uri="{96DAC541-7B7A-43D3-8B79-37D633B846F1}">
                <asvg:svgBlip xmlns:asvg="http://schemas.microsoft.com/office/drawing/2016/SVG/main" r:embed="Rc46d6d33d2304ecf"/>
              </a:ext>
            </a:extLst>
          </a:blip>
          <a:stretch xmlns:a="http://schemas.openxmlformats.org/drawingml/2006/main"/>
        </p:blipFill>
        <p:spPr>
          <a:xfrm xmlns:a="http://schemas.openxmlformats.org/drawingml/2006/main">
            <a:off x="10483215" y="200977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8E671A70-0EEE-4063-ACE6-BDBC7DF22AA4}"/>
              </a:ext>
            </a:extLst>
          </p:cNvPr>
          <p:cNvSpPr>
            <a:spLocks xmlns:a="http://schemas.openxmlformats.org/drawingml/2006/main" noGrp="1"/>
          </p:cNvSpPr>
          <p:nvPr/>
        </p:nvSpPr>
        <p:spPr>
          <a:xfrm xmlns:a="http://schemas.openxmlformats.org/drawingml/2006/main">
            <a:off x="968883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Evidence</a:t>
            </a:r>
          </a:p>
        </p:txBody>
      </p:sp>
      <p:sp>
        <p:nvSpPr>
          <p:cNvPr id="34" name="">
            <a:extLst xmlns:a="http://schemas.openxmlformats.org/drawingml/2006/main">
              <a:ext uri="{FF2B5EF4-FFF2-40B4-BE49-F238E27FC236}">
                <a16:creationId xmlns:a16="http://schemas.microsoft.com/office/drawing/2014/main" id="{A61EFC3B-4AD0-4700-A2AC-07893262CA27}"/>
              </a:ext>
            </a:extLst>
          </p:cNvPr>
          <p:cNvSpPr>
            <a:spLocks xmlns:a="http://schemas.openxmlformats.org/drawingml/2006/main" noGrp="1"/>
          </p:cNvSpPr>
          <p:nvPr/>
        </p:nvSpPr>
        <p:spPr>
          <a:xfrm xmlns:a="http://schemas.openxmlformats.org/drawingml/2006/main">
            <a:off x="9707880" y="2647950"/>
            <a:ext cx="17983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Logs / reports</a:t>
            </a:r>
          </a:p>
        </p:txBody>
      </p:sp>
      <p:sp>
        <p:nvSpPr>
          <p:cNvPr id="35" name="">
            <a:extLst xmlns:a="http://schemas.openxmlformats.org/drawingml/2006/main">
              <a:ext uri="{FF2B5EF4-FFF2-40B4-BE49-F238E27FC236}">
                <a16:creationId xmlns:a16="http://schemas.microsoft.com/office/drawing/2014/main" id="{058804FF-C197-47FB-ABBE-B15E6F852543}"/>
              </a:ext>
            </a:extLst>
          </p:cNvPr>
          <p:cNvSpPr>
            <a:spLocks xmlns:a="http://schemas.openxmlformats.org/drawingml/2006/main" noGrp="1"/>
          </p:cNvSpPr>
          <p:nvPr/>
        </p:nvSpPr>
        <p:spPr>
          <a:xfrm xmlns:a="http://schemas.openxmlformats.org/drawingml/2006/main">
            <a:off x="9403080" y="232410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7872B43-96D4-4C94-844B-24A35D5D8E03}"/>
              </a:ext>
            </a:extLst>
          </p:cNvPr>
          <p:cNvSpPr>
            <a:spLocks xmlns:a="http://schemas.openxmlformats.org/drawingml/2006/main" noGrp="1"/>
          </p:cNvSpPr>
          <p:nvPr/>
        </p:nvSpPr>
        <p:spPr>
          <a:xfrm xmlns:a="http://schemas.openxmlformats.org/drawingml/2006/main">
            <a:off x="2571750" y="3733800"/>
            <a:ext cx="7048500" cy="781050"/>
          </a:xfrm>
          <a:prstGeom xmlns:a="http://schemas.openxmlformats.org/drawingml/2006/main" prst="roundRect">
            <a:avLst>
              <a:gd name="adj" fmla="val 14634"/>
            </a:avLst>
          </a:prstGeom>
          <a:solidFill xmlns:a="http://schemas.openxmlformats.org/drawingml/2006/main">
            <a:srgbClr val="E6F6F2"/>
          </a:solidFill>
          <a:ln xmlns:a="http://schemas.openxmlformats.org/drawingml/2006/main" w="9525">
            <a:solidFill>
              <a:srgbClr val="118B91"/>
            </a:solidFill>
            <a:prstDash val="solid"/>
          </a:ln>
        </p:spPr>
      </p:sp>
      <p:sp>
        <p:nvSpPr>
          <p:cNvPr id="37" name="">
            <a:extLst xmlns:a="http://schemas.openxmlformats.org/drawingml/2006/main">
              <a:ext uri="{FF2B5EF4-FFF2-40B4-BE49-F238E27FC236}">
                <a16:creationId xmlns:a16="http://schemas.microsoft.com/office/drawing/2014/main" id="{4B91D98C-B9EE-40C5-86CD-BB084395933D}"/>
              </a:ext>
            </a:extLst>
          </p:cNvPr>
          <p:cNvSpPr>
            <a:spLocks xmlns:a="http://schemas.openxmlformats.org/drawingml/2006/main" noGrp="1"/>
          </p:cNvSpPr>
          <p:nvPr/>
        </p:nvSpPr>
        <p:spPr>
          <a:xfrm xmlns:a="http://schemas.openxmlformats.org/drawingml/2006/main">
            <a:off x="2762250" y="385762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016"/>
          </a:bodyPr>
          <a:lstStyle xmlns:a="http://schemas.openxmlformats.org/drawingml/2006/main"/>
          <a:p xmlns:a="http://schemas.openxmlformats.org/drawingml/2006/main">
            <a:pPr algn="ctr">
              <a:defRPr sz="1575" b="1">
                <a:solidFill>
                  <a:srgbClr val="118B91"/>
                </a:solidFill>
                <a:latin typeface="Helvetica Neue"/>
                <a:ea typeface="Helvetica Neue"/>
                <a:cs typeface="Helvetica Neue"/>
              </a:defRPr>
            </a:pPr>
            <a:r>
              <a:rPr sz="1575" b="1">
                <a:solidFill>
                  <a:srgbClr val="118B91"/>
                </a:solidFill>
                <a:latin typeface="Helvetica Neue"/>
                <a:ea typeface="Helvetica Neue"/>
                <a:cs typeface="Helvetica Neue"/>
              </a:rPr>
              <a:t>Transport + authentication + state handling</a:t>
            </a:r>
          </a:p>
        </p:txBody>
      </p:sp>
      <p:sp>
        <p:nvSpPr>
          <p:cNvPr id="38" name="">
            <a:extLst xmlns:a="http://schemas.openxmlformats.org/drawingml/2006/main">
              <a:ext uri="{FF2B5EF4-FFF2-40B4-BE49-F238E27FC236}">
                <a16:creationId xmlns:a16="http://schemas.microsoft.com/office/drawing/2014/main" id="{6FE4014F-824C-43D5-9D6E-00C93D065F12}"/>
              </a:ext>
            </a:extLst>
          </p:cNvPr>
          <p:cNvSpPr>
            <a:spLocks xmlns:a="http://schemas.openxmlformats.org/drawingml/2006/main" noGrp="1"/>
          </p:cNvSpPr>
          <p:nvPr/>
        </p:nvSpPr>
        <p:spPr>
          <a:xfrm xmlns:a="http://schemas.openxmlformats.org/drawingml/2006/main">
            <a:off x="2857500" y="4162425"/>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0">
                <a:solidFill>
                  <a:srgbClr val="546579"/>
                </a:solidFill>
                <a:latin typeface="Helvetica Neue"/>
                <a:ea typeface="Helvetica Neue"/>
                <a:cs typeface="Helvetica Neue"/>
              </a:defRPr>
            </a:pPr>
            <a:r>
              <a:rPr sz="1050" b="0">
                <a:solidFill>
                  <a:srgbClr val="546579"/>
                </a:solidFill>
                <a:latin typeface="Helvetica Neue"/>
                <a:ea typeface="Helvetica Neue"/>
                <a:cs typeface="Helvetica Neue"/>
              </a:rPr>
              <a:t>The cross-cutting concerns that determine whether automation is safe to operate</a:t>
            </a:r>
          </a:p>
        </p:txBody>
      </p:sp>
      <p:sp>
        <p:nvSpPr>
          <p:cNvPr id="39" name="">
            <a:extLst xmlns:a="http://schemas.openxmlformats.org/drawingml/2006/main">
              <a:ext uri="{FF2B5EF4-FFF2-40B4-BE49-F238E27FC236}">
                <a16:creationId xmlns:a16="http://schemas.microsoft.com/office/drawing/2014/main" id="{C9376CAE-A320-40B3-B573-E5F77103CC97}"/>
              </a:ext>
            </a:extLst>
          </p:cNvPr>
          <p:cNvSpPr>
            <a:spLocks xmlns:a="http://schemas.openxmlformats.org/drawingml/2006/main" noGrp="1"/>
          </p:cNvSpPr>
          <p:nvPr/>
        </p:nvSpPr>
        <p:spPr>
          <a:xfrm xmlns:a="http://schemas.openxmlformats.org/drawingml/2006/main">
            <a:off x="2952750" y="4905375"/>
            <a:ext cx="1714500" cy="323850"/>
          </a:xfrm>
          <a:prstGeom xmlns:a="http://schemas.openxmlformats.org/drawingml/2006/main" prst="roundRect">
            <a:avLst>
              <a:gd name="adj" fmla="val 35294"/>
            </a:avLst>
          </a:prstGeom>
          <a:solidFill xmlns:a="http://schemas.openxmlformats.org/drawingml/2006/main">
            <a:srgbClr val="DDF2F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082B59"/>
                </a:solidFill>
                <a:latin typeface="Helvetica Neue"/>
                <a:ea typeface="Helvetica Neue"/>
                <a:cs typeface="Helvetica Neue"/>
              </a:defRPr>
            </a:pPr>
            <a:r>
              <a:rPr sz="1050" b="1">
                <a:solidFill>
                  <a:srgbClr val="082B59"/>
                </a:solidFill>
                <a:latin typeface="Helvetica Neue"/>
                <a:ea typeface="Helvetica Neue"/>
                <a:cs typeface="Helvetica Neue"/>
              </a:rPr>
              <a:t>Devices</a:t>
            </a:r>
          </a:p>
        </p:txBody>
      </p:sp>
      <p:sp>
        <p:nvSpPr>
          <p:cNvPr id="40" name="">
            <a:extLst xmlns:a="http://schemas.openxmlformats.org/drawingml/2006/main">
              <a:ext uri="{FF2B5EF4-FFF2-40B4-BE49-F238E27FC236}">
                <a16:creationId xmlns:a16="http://schemas.microsoft.com/office/drawing/2014/main" id="{7FF060D6-94D5-493C-B7D5-4D88D1438628}"/>
              </a:ext>
            </a:extLst>
          </p:cNvPr>
          <p:cNvSpPr>
            <a:spLocks xmlns:a="http://schemas.openxmlformats.org/drawingml/2006/main" noGrp="1"/>
          </p:cNvSpPr>
          <p:nvPr/>
        </p:nvSpPr>
        <p:spPr>
          <a:xfrm xmlns:a="http://schemas.openxmlformats.org/drawingml/2006/main">
            <a:off x="5238750" y="4905375"/>
            <a:ext cx="1714500" cy="323850"/>
          </a:xfrm>
          <a:prstGeom xmlns:a="http://schemas.openxmlformats.org/drawingml/2006/main" prst="roundRect">
            <a:avLst>
              <a:gd name="adj" fmla="val 35294"/>
            </a:avLst>
          </a:prstGeom>
          <a:solidFill xmlns:a="http://schemas.openxmlformats.org/drawingml/2006/main">
            <a:srgbClr val="DDF2F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082B59"/>
                </a:solidFill>
                <a:latin typeface="Helvetica Neue"/>
                <a:ea typeface="Helvetica Neue"/>
                <a:cs typeface="Helvetica Neue"/>
              </a:defRPr>
            </a:pPr>
            <a:r>
              <a:rPr sz="1050" b="1">
                <a:solidFill>
                  <a:srgbClr val="082B59"/>
                </a:solidFill>
                <a:latin typeface="Helvetica Neue"/>
                <a:ea typeface="Helvetica Neue"/>
                <a:cs typeface="Helvetica Neue"/>
              </a:rPr>
              <a:t>Controllers</a:t>
            </a:r>
          </a:p>
        </p:txBody>
      </p:sp>
      <p:sp>
        <p:nvSpPr>
          <p:cNvPr id="41" name="">
            <a:extLst xmlns:a="http://schemas.openxmlformats.org/drawingml/2006/main">
              <a:ext uri="{FF2B5EF4-FFF2-40B4-BE49-F238E27FC236}">
                <a16:creationId xmlns:a16="http://schemas.microsoft.com/office/drawing/2014/main" id="{8DA05EF5-FC9A-470D-A6B3-F32FC839E862}"/>
              </a:ext>
            </a:extLst>
          </p:cNvPr>
          <p:cNvSpPr>
            <a:spLocks xmlns:a="http://schemas.openxmlformats.org/drawingml/2006/main" noGrp="1"/>
          </p:cNvSpPr>
          <p:nvPr/>
        </p:nvSpPr>
        <p:spPr>
          <a:xfrm xmlns:a="http://schemas.openxmlformats.org/drawingml/2006/main">
            <a:off x="7524750" y="4905375"/>
            <a:ext cx="1714500" cy="323850"/>
          </a:xfrm>
          <a:prstGeom xmlns:a="http://schemas.openxmlformats.org/drawingml/2006/main" prst="roundRect">
            <a:avLst>
              <a:gd name="adj" fmla="val 35294"/>
            </a:avLst>
          </a:prstGeom>
          <a:solidFill xmlns:a="http://schemas.openxmlformats.org/drawingml/2006/main">
            <a:srgbClr val="DDF2F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082B59"/>
                </a:solidFill>
                <a:latin typeface="Helvetica Neue"/>
                <a:ea typeface="Helvetica Neue"/>
                <a:cs typeface="Helvetica Neue"/>
              </a:defRPr>
            </a:pPr>
            <a:r>
              <a:rPr sz="1050" b="1">
                <a:solidFill>
                  <a:srgbClr val="082B59"/>
                </a:solidFill>
                <a:latin typeface="Helvetica Neue"/>
                <a:ea typeface="Helvetica Neue"/>
                <a:cs typeface="Helvetica Neue"/>
              </a:rPr>
              <a:t>Services</a:t>
            </a:r>
          </a:p>
        </p:txBody>
      </p:sp>
      <p:sp>
        <p:nvSpPr>
          <p:cNvPr id="42" name="">
            <a:extLst xmlns:a="http://schemas.openxmlformats.org/drawingml/2006/main">
              <a:ext uri="{FF2B5EF4-FFF2-40B4-BE49-F238E27FC236}">
                <a16:creationId xmlns:a16="http://schemas.microsoft.com/office/drawing/2014/main" id="{56830CC0-53EB-4CB1-AD1B-028BA28E6D4F}"/>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EC926C8-E1B4-4C19-8DCD-BFF3659FDFF8}"/>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137DA08-82F8-4248-B6C9-526B0BF6E563}"/>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 successful command is only one component of the system.</a:t>
            </a:r>
          </a:p>
        </p:txBody>
      </p:sp>
    </p:spTree>
    <p:extLst>
      <p:ext uri="{BB962C8B-B14F-4D97-AF65-F5344CB8AC3E}">
        <p14:creationId xmlns:p14="http://schemas.microsoft.com/office/powerpoint/2010/main" val="8488617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1C038D0D-CF54-45BE-B6C8-282C776BBB31}"/>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581A07-CC1D-44DA-B558-E66C0A82AD5B}"/>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178C33-08E5-4215-9235-15B0CE7B49B0}"/>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A35D3F72-2C2C-4280-9AC5-11BECEDD7E38}"/>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Structured Data</a:t>
            </a:r>
          </a:p>
        </p:txBody>
      </p:sp>
      <p:sp>
        <p:nvSpPr>
          <p:cNvPr id="5" name="">
            <a:extLst xmlns:a="http://schemas.openxmlformats.org/drawingml/2006/main">
              <a:ext uri="{FF2B5EF4-FFF2-40B4-BE49-F238E27FC236}">
                <a16:creationId xmlns:a16="http://schemas.microsoft.com/office/drawing/2014/main" id="{8E8ADA69-E813-4616-BA48-B630BD0A7B2B}"/>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Different encodings. One internal contract.</a:t>
            </a:r>
          </a:p>
        </p:txBody>
      </p:sp>
      <p:sp>
        <p:nvSpPr>
          <p:cNvPr id="6" name="">
            <a:extLst xmlns:a="http://schemas.openxmlformats.org/drawingml/2006/main">
              <a:ext uri="{FF2B5EF4-FFF2-40B4-BE49-F238E27FC236}">
                <a16:creationId xmlns:a16="http://schemas.microsoft.com/office/drawing/2014/main" id="{B7011B55-DAC4-463C-9BA4-C1C5E09B6C17}"/>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21E0F53-2005-46E4-B2FC-C9EE2D395A04}"/>
              </a:ext>
            </a:extLst>
          </p:cNvPr>
          <p:cNvSpPr>
            <a:spLocks xmlns:a="http://schemas.openxmlformats.org/drawingml/2006/main" noGrp="1"/>
          </p:cNvSpPr>
          <p:nvPr/>
        </p:nvSpPr>
        <p:spPr>
          <a:xfrm xmlns:a="http://schemas.openxmlformats.org/drawingml/2006/main">
            <a:off x="628650" y="1752600"/>
            <a:ext cx="2286000" cy="1619250"/>
          </a:xfrm>
          <a:prstGeom xmlns:a="http://schemas.openxmlformats.org/drawingml/2006/main" prst="roundRect">
            <a:avLst>
              <a:gd name="adj" fmla="val 7059"/>
            </a:avLst>
          </a:prstGeom>
          <a:solidFill xmlns:a="http://schemas.openxmlformats.org/drawingml/2006/main">
            <a:srgbClr val="F3F8FC"/>
          </a:solidFill>
          <a:ln xmlns:a="http://schemas.openxmlformats.org/drawingml/2006/main" w="9525">
            <a:solidFill>
              <a:srgbClr val="C8D7E5"/>
            </a:solidFill>
            <a:prstDash val="solid"/>
          </a:ln>
        </p:spPr>
      </p:sp>
      <p:sp>
        <p:nvSpPr>
          <p:cNvPr id="8" name="">
            <a:extLst xmlns:a="http://schemas.openxmlformats.org/drawingml/2006/main">
              <a:ext uri="{FF2B5EF4-FFF2-40B4-BE49-F238E27FC236}">
                <a16:creationId xmlns:a16="http://schemas.microsoft.com/office/drawing/2014/main" id="{847D15D2-CF38-4984-8246-2D90A1D07ED0}"/>
              </a:ext>
            </a:extLst>
          </p:cNvPr>
          <p:cNvSpPr>
            <a:spLocks xmlns:a="http://schemas.openxmlformats.org/drawingml/2006/main" noGrp="1"/>
          </p:cNvSpPr>
          <p:nvPr/>
        </p:nvSpPr>
        <p:spPr>
          <a:xfrm xmlns:a="http://schemas.openxmlformats.org/drawingml/2006/main">
            <a:off x="628650" y="1752600"/>
            <a:ext cx="76200" cy="16192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9929D9-B326-479E-A1A0-8809D931B04B}"/>
              </a:ext>
            </a:extLst>
          </p:cNvPr>
          <p:cNvSpPr>
            <a:spLocks xmlns:a="http://schemas.openxmlformats.org/drawingml/2006/main" noGrp="1"/>
          </p:cNvSpPr>
          <p:nvPr/>
        </p:nvSpPr>
        <p:spPr>
          <a:xfrm xmlns:a="http://schemas.openxmlformats.org/drawingml/2006/main">
            <a:off x="819150" y="1924050"/>
            <a:ext cx="419100" cy="4191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3b38f84519db4b9c">
            <a:extLst>
              <a:ext uri="{96DAC541-7B7A-43D3-8B79-37D633B846F1}">
                <asvg:svgBlip xmlns:asvg="http://schemas.microsoft.com/office/drawing/2016/SVG/main" r:embed="Rc4a06bb02446432a"/>
              </a:ext>
            </a:extLst>
          </a:blip>
          <a:stretch xmlns:a="http://schemas.openxmlformats.org/drawingml/2006/main"/>
        </p:blipFill>
        <p:spPr>
          <a:xfrm xmlns:a="http://schemas.openxmlformats.org/drawingml/2006/main">
            <a:off x="923925" y="2028825"/>
            <a:ext cx="209550" cy="2095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97DD903-A61B-49DF-B549-C3C421575906}"/>
              </a:ext>
            </a:extLst>
          </p:cNvPr>
          <p:cNvSpPr>
            <a:spLocks xmlns:a="http://schemas.openxmlformats.org/drawingml/2006/main" noGrp="1"/>
          </p:cNvSpPr>
          <p:nvPr/>
        </p:nvSpPr>
        <p:spPr>
          <a:xfrm xmlns:a="http://schemas.openxmlformats.org/drawingml/2006/main">
            <a:off x="1371600" y="1914525"/>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YAML</a:t>
            </a:r>
          </a:p>
        </p:txBody>
      </p:sp>
      <p:sp>
        <p:nvSpPr>
          <p:cNvPr id="12" name="">
            <a:extLst xmlns:a="http://schemas.openxmlformats.org/drawingml/2006/main">
              <a:ext uri="{FF2B5EF4-FFF2-40B4-BE49-F238E27FC236}">
                <a16:creationId xmlns:a16="http://schemas.microsoft.com/office/drawing/2014/main" id="{723E27DF-505D-4134-83D4-3B7D7E16BA2C}"/>
              </a:ext>
            </a:extLst>
          </p:cNvPr>
          <p:cNvSpPr>
            <a:spLocks xmlns:a="http://schemas.openxmlformats.org/drawingml/2006/main" noGrp="1"/>
          </p:cNvSpPr>
          <p:nvPr/>
        </p:nvSpPr>
        <p:spPr>
          <a:xfrm xmlns:a="http://schemas.openxmlformats.org/drawingml/2006/main">
            <a:off x="838200" y="2314575"/>
            <a:ext cx="1885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Human-authored intent</a:t>
            </a:r>
          </a:p>
          <a:p xmlns:a="http://schemas.openxmlformats.org/drawingml/2006/main">
            <a:r>
              <a:t/>
            </a:r>
          </a:p>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site: branch-01</a:t>
            </a:r>
          </a:p>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vlan: 120</a:t>
            </a:r>
          </a:p>
        </p:txBody>
      </p:sp>
      <p:sp>
        <p:nvSpPr>
          <p:cNvPr id="13" name="">
            <a:extLst xmlns:a="http://schemas.openxmlformats.org/drawingml/2006/main">
              <a:ext uri="{FF2B5EF4-FFF2-40B4-BE49-F238E27FC236}">
                <a16:creationId xmlns:a16="http://schemas.microsoft.com/office/drawing/2014/main" id="{11E559AE-33C0-42A0-AE81-CDB7CB00B6D2}"/>
              </a:ext>
            </a:extLst>
          </p:cNvPr>
          <p:cNvSpPr>
            <a:spLocks xmlns:a="http://schemas.openxmlformats.org/drawingml/2006/main" noGrp="1"/>
          </p:cNvSpPr>
          <p:nvPr/>
        </p:nvSpPr>
        <p:spPr>
          <a:xfrm xmlns:a="http://schemas.openxmlformats.org/drawingml/2006/main">
            <a:off x="3124200" y="1752600"/>
            <a:ext cx="2286000" cy="1619250"/>
          </a:xfrm>
          <a:prstGeom xmlns:a="http://schemas.openxmlformats.org/drawingml/2006/main" prst="roundRect">
            <a:avLst>
              <a:gd name="adj" fmla="val 7059"/>
            </a:avLst>
          </a:prstGeom>
          <a:solidFill xmlns:a="http://schemas.openxmlformats.org/drawingml/2006/main">
            <a:srgbClr val="F3F8FC"/>
          </a:solidFill>
          <a:ln xmlns:a="http://schemas.openxmlformats.org/drawingml/2006/main" w="9525">
            <a:solidFill>
              <a:srgbClr val="C8D7E5"/>
            </a:solidFill>
            <a:prstDash val="solid"/>
          </a:ln>
        </p:spPr>
      </p:sp>
      <p:sp>
        <p:nvSpPr>
          <p:cNvPr id="14" name="">
            <a:extLst xmlns:a="http://schemas.openxmlformats.org/drawingml/2006/main">
              <a:ext uri="{FF2B5EF4-FFF2-40B4-BE49-F238E27FC236}">
                <a16:creationId xmlns:a16="http://schemas.microsoft.com/office/drawing/2014/main" id="{1434C5A2-974A-4769-B8E1-7104D073C59B}"/>
              </a:ext>
            </a:extLst>
          </p:cNvPr>
          <p:cNvSpPr>
            <a:spLocks xmlns:a="http://schemas.openxmlformats.org/drawingml/2006/main" noGrp="1"/>
          </p:cNvSpPr>
          <p:nvPr/>
        </p:nvSpPr>
        <p:spPr>
          <a:xfrm xmlns:a="http://schemas.openxmlformats.org/drawingml/2006/main">
            <a:off x="3124200" y="1752600"/>
            <a:ext cx="76200" cy="16192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1E81E92-785E-429F-B4F2-36D19DF14DCC}"/>
              </a:ext>
            </a:extLst>
          </p:cNvPr>
          <p:cNvSpPr>
            <a:spLocks xmlns:a="http://schemas.openxmlformats.org/drawingml/2006/main" noGrp="1"/>
          </p:cNvSpPr>
          <p:nvPr/>
        </p:nvSpPr>
        <p:spPr>
          <a:xfrm xmlns:a="http://schemas.openxmlformats.org/drawingml/2006/main">
            <a:off x="3314700" y="1924050"/>
            <a:ext cx="419100" cy="4191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195a6503d7794d77">
            <a:extLst>
              <a:ext uri="{96DAC541-7B7A-43D3-8B79-37D633B846F1}">
                <asvg:svgBlip xmlns:asvg="http://schemas.microsoft.com/office/drawing/2016/SVG/main" r:embed="R170c0b881b4a4b28"/>
              </a:ext>
            </a:extLst>
          </a:blip>
          <a:stretch xmlns:a="http://schemas.openxmlformats.org/drawingml/2006/main"/>
        </p:blipFill>
        <p:spPr>
          <a:xfrm xmlns:a="http://schemas.openxmlformats.org/drawingml/2006/main">
            <a:off x="3419475" y="2028825"/>
            <a:ext cx="209550" cy="2095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68B03304-EC49-4B58-95AC-2C956C44BF5B}"/>
              </a:ext>
            </a:extLst>
          </p:cNvPr>
          <p:cNvSpPr>
            <a:spLocks xmlns:a="http://schemas.openxmlformats.org/drawingml/2006/main" noGrp="1"/>
          </p:cNvSpPr>
          <p:nvPr/>
        </p:nvSpPr>
        <p:spPr>
          <a:xfrm xmlns:a="http://schemas.openxmlformats.org/drawingml/2006/main">
            <a:off x="3867150" y="1914525"/>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JSON</a:t>
            </a:r>
          </a:p>
        </p:txBody>
      </p:sp>
      <p:sp>
        <p:nvSpPr>
          <p:cNvPr id="18" name="">
            <a:extLst xmlns:a="http://schemas.openxmlformats.org/drawingml/2006/main">
              <a:ext uri="{FF2B5EF4-FFF2-40B4-BE49-F238E27FC236}">
                <a16:creationId xmlns:a16="http://schemas.microsoft.com/office/drawing/2014/main" id="{C7151FEF-3D89-4394-8F6B-0F4257B85ED8}"/>
              </a:ext>
            </a:extLst>
          </p:cNvPr>
          <p:cNvSpPr>
            <a:spLocks xmlns:a="http://schemas.openxmlformats.org/drawingml/2006/main" noGrp="1"/>
          </p:cNvSpPr>
          <p:nvPr/>
        </p:nvSpPr>
        <p:spPr>
          <a:xfrm xmlns:a="http://schemas.openxmlformats.org/drawingml/2006/main">
            <a:off x="3333750" y="2314575"/>
            <a:ext cx="1885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API payloads</a:t>
            </a:r>
          </a:p>
          <a:p xmlns:a="http://schemas.openxmlformats.org/drawingml/2006/main">
            <a:r>
              <a:t/>
            </a:r>
          </a:p>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{"site": "branch-01",</a:t>
            </a:r>
          </a:p>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 "vlan": 120}</a:t>
            </a:r>
          </a:p>
        </p:txBody>
      </p:sp>
      <p:sp>
        <p:nvSpPr>
          <p:cNvPr id="19" name="">
            <a:extLst xmlns:a="http://schemas.openxmlformats.org/drawingml/2006/main">
              <a:ext uri="{FF2B5EF4-FFF2-40B4-BE49-F238E27FC236}">
                <a16:creationId xmlns:a16="http://schemas.microsoft.com/office/drawing/2014/main" id="{06CE10E7-B0DD-47E6-8DA8-F3658B78F0EC}"/>
              </a:ext>
            </a:extLst>
          </p:cNvPr>
          <p:cNvSpPr>
            <a:spLocks xmlns:a="http://schemas.openxmlformats.org/drawingml/2006/main" noGrp="1"/>
          </p:cNvSpPr>
          <p:nvPr/>
        </p:nvSpPr>
        <p:spPr>
          <a:xfrm xmlns:a="http://schemas.openxmlformats.org/drawingml/2006/main">
            <a:off x="5619750" y="1752600"/>
            <a:ext cx="2286000" cy="1619250"/>
          </a:xfrm>
          <a:prstGeom xmlns:a="http://schemas.openxmlformats.org/drawingml/2006/main" prst="roundRect">
            <a:avLst>
              <a:gd name="adj" fmla="val 7059"/>
            </a:avLst>
          </a:prstGeom>
          <a:solidFill xmlns:a="http://schemas.openxmlformats.org/drawingml/2006/main">
            <a:srgbClr val="F3F8FC"/>
          </a:solidFill>
          <a:ln xmlns:a="http://schemas.openxmlformats.org/drawingml/2006/main" w="9525">
            <a:solidFill>
              <a:srgbClr val="C8D7E5"/>
            </a:solidFill>
            <a:prstDash val="solid"/>
          </a:ln>
        </p:spPr>
      </p:sp>
      <p:sp>
        <p:nvSpPr>
          <p:cNvPr id="20" name="">
            <a:extLst xmlns:a="http://schemas.openxmlformats.org/drawingml/2006/main">
              <a:ext uri="{FF2B5EF4-FFF2-40B4-BE49-F238E27FC236}">
                <a16:creationId xmlns:a16="http://schemas.microsoft.com/office/drawing/2014/main" id="{018833B6-662D-48AF-A0A9-890084280D79}"/>
              </a:ext>
            </a:extLst>
          </p:cNvPr>
          <p:cNvSpPr>
            <a:spLocks xmlns:a="http://schemas.openxmlformats.org/drawingml/2006/main" noGrp="1"/>
          </p:cNvSpPr>
          <p:nvPr/>
        </p:nvSpPr>
        <p:spPr>
          <a:xfrm xmlns:a="http://schemas.openxmlformats.org/drawingml/2006/main">
            <a:off x="5619750" y="1752600"/>
            <a:ext cx="76200" cy="161925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D08C753-9FEE-4CD8-B6A9-FF9970A98CAF}"/>
              </a:ext>
            </a:extLst>
          </p:cNvPr>
          <p:cNvSpPr>
            <a:spLocks xmlns:a="http://schemas.openxmlformats.org/drawingml/2006/main" noGrp="1"/>
          </p:cNvSpPr>
          <p:nvPr/>
        </p:nvSpPr>
        <p:spPr>
          <a:xfrm xmlns:a="http://schemas.openxmlformats.org/drawingml/2006/main">
            <a:off x="5810250" y="1924050"/>
            <a:ext cx="419100" cy="4191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fc8b142f4e654e3a">
            <a:extLst>
              <a:ext uri="{96DAC541-7B7A-43D3-8B79-37D633B846F1}">
                <asvg:svgBlip xmlns:asvg="http://schemas.microsoft.com/office/drawing/2016/SVG/main" r:embed="R6e87131ca4b341c2"/>
              </a:ext>
            </a:extLst>
          </a:blip>
          <a:stretch xmlns:a="http://schemas.openxmlformats.org/drawingml/2006/main"/>
        </p:blipFill>
        <p:spPr>
          <a:xfrm xmlns:a="http://schemas.openxmlformats.org/drawingml/2006/main">
            <a:off x="5915025" y="2028825"/>
            <a:ext cx="209550" cy="2095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8F7379F3-63E3-4A0F-B2A9-8C30AF76400A}"/>
              </a:ext>
            </a:extLst>
          </p:cNvPr>
          <p:cNvSpPr>
            <a:spLocks xmlns:a="http://schemas.openxmlformats.org/drawingml/2006/main" noGrp="1"/>
          </p:cNvSpPr>
          <p:nvPr/>
        </p:nvSpPr>
        <p:spPr>
          <a:xfrm xmlns:a="http://schemas.openxmlformats.org/drawingml/2006/main">
            <a:off x="6362700" y="1914525"/>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XML</a:t>
            </a:r>
          </a:p>
        </p:txBody>
      </p:sp>
      <p:sp>
        <p:nvSpPr>
          <p:cNvPr id="24" name="">
            <a:extLst xmlns:a="http://schemas.openxmlformats.org/drawingml/2006/main">
              <a:ext uri="{FF2B5EF4-FFF2-40B4-BE49-F238E27FC236}">
                <a16:creationId xmlns:a16="http://schemas.microsoft.com/office/drawing/2014/main" id="{36ADA6A6-6709-4DF0-9563-8AD433106156}"/>
              </a:ext>
            </a:extLst>
          </p:cNvPr>
          <p:cNvSpPr>
            <a:spLocks xmlns:a="http://schemas.openxmlformats.org/drawingml/2006/main" noGrp="1"/>
          </p:cNvSpPr>
          <p:nvPr/>
        </p:nvSpPr>
        <p:spPr>
          <a:xfrm xmlns:a="http://schemas.openxmlformats.org/drawingml/2006/main">
            <a:off x="5829300" y="2314575"/>
            <a:ext cx="1885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Model-driven RPCs</a:t>
            </a:r>
          </a:p>
          <a:p xmlns:a="http://schemas.openxmlformats.org/drawingml/2006/main">
            <a:r>
              <a:t/>
            </a:r>
          </a:p>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&lt;site&gt;branch-01&lt;/site&gt;</a:t>
            </a:r>
          </a:p>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&lt;vlan&gt;120&lt;/vlan&gt;</a:t>
            </a:r>
          </a:p>
        </p:txBody>
      </p:sp>
      <p:sp>
        <p:nvSpPr>
          <p:cNvPr id="25" name="">
            <a:extLst xmlns:a="http://schemas.openxmlformats.org/drawingml/2006/main">
              <a:ext uri="{FF2B5EF4-FFF2-40B4-BE49-F238E27FC236}">
                <a16:creationId xmlns:a16="http://schemas.microsoft.com/office/drawing/2014/main" id="{4447BA56-8CA9-489F-AA2E-856C75E4090C}"/>
              </a:ext>
            </a:extLst>
          </p:cNvPr>
          <p:cNvSpPr>
            <a:spLocks xmlns:a="http://schemas.openxmlformats.org/drawingml/2006/main" noGrp="1"/>
          </p:cNvSpPr>
          <p:nvPr/>
        </p:nvSpPr>
        <p:spPr>
          <a:xfrm xmlns:a="http://schemas.openxmlformats.org/drawingml/2006/main">
            <a:off x="8048625" y="2238375"/>
            <a:ext cx="904875" cy="552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0330E0C-CB04-41AB-ACE2-68514F50C81B}"/>
              </a:ext>
            </a:extLst>
          </p:cNvPr>
          <p:cNvSpPr>
            <a:spLocks xmlns:a="http://schemas.openxmlformats.org/drawingml/2006/main" noGrp="1"/>
          </p:cNvSpPr>
          <p:nvPr/>
        </p:nvSpPr>
        <p:spPr>
          <a:xfrm xmlns:a="http://schemas.openxmlformats.org/drawingml/2006/main">
            <a:off x="9048750" y="1714500"/>
            <a:ext cx="2476500" cy="1714500"/>
          </a:xfrm>
          <a:prstGeom xmlns:a="http://schemas.openxmlformats.org/drawingml/2006/main" prst="roundRect">
            <a:avLst>
              <a:gd name="adj" fmla="val 6667"/>
            </a:avLst>
          </a:prstGeom>
          <a:solidFill xmlns:a="http://schemas.openxmlformats.org/drawingml/2006/main">
            <a:srgbClr val="E8F7EF"/>
          </a:solidFill>
          <a:ln xmlns:a="http://schemas.openxmlformats.org/drawingml/2006/main" w="9525">
            <a:solidFill>
              <a:srgbClr val="1E9B65"/>
            </a:solidFill>
            <a:prstDash val="solid"/>
          </a:ln>
        </p:spPr>
      </p:sp>
      <p:sp>
        <p:nvSpPr>
          <p:cNvPr id="27" name="">
            <a:extLst xmlns:a="http://schemas.openxmlformats.org/drawingml/2006/main">
              <a:ext uri="{FF2B5EF4-FFF2-40B4-BE49-F238E27FC236}">
                <a16:creationId xmlns:a16="http://schemas.microsoft.com/office/drawing/2014/main" id="{ADD861CC-61EC-49D8-9762-4CFCAD4717FD}"/>
              </a:ext>
            </a:extLst>
          </p:cNvPr>
          <p:cNvSpPr>
            <a:spLocks xmlns:a="http://schemas.openxmlformats.org/drawingml/2006/main" noGrp="1"/>
          </p:cNvSpPr>
          <p:nvPr/>
        </p:nvSpPr>
        <p:spPr>
          <a:xfrm xmlns:a="http://schemas.openxmlformats.org/drawingml/2006/main">
            <a:off x="9258300" y="1885950"/>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ctr">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Python dictionary</a:t>
            </a:r>
          </a:p>
        </p:txBody>
      </p:sp>
      <p:sp>
        <p:nvSpPr>
          <p:cNvPr id="28" name="">
            <a:extLst xmlns:a="http://schemas.openxmlformats.org/drawingml/2006/main">
              <a:ext uri="{FF2B5EF4-FFF2-40B4-BE49-F238E27FC236}">
                <a16:creationId xmlns:a16="http://schemas.microsoft.com/office/drawing/2014/main" id="{01787C6F-919A-46CC-BCCB-91927C7EFA04}"/>
              </a:ext>
            </a:extLst>
          </p:cNvPr>
          <p:cNvSpPr>
            <a:spLocks xmlns:a="http://schemas.openxmlformats.org/drawingml/2006/main" noGrp="1"/>
          </p:cNvSpPr>
          <p:nvPr/>
        </p:nvSpPr>
        <p:spPr>
          <a:xfrm xmlns:a="http://schemas.openxmlformats.org/drawingml/2006/main">
            <a:off x="9353550" y="2305050"/>
            <a:ext cx="190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85"/>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a:t>
            </a:r>
          </a:p>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  'site': 'branch-01',</a:t>
            </a:r>
          </a:p>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  'vlan': 120</a:t>
            </a:r>
          </a:p>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1A966EFE-896E-446F-8747-AA23FD3D70E8}"/>
              </a:ext>
            </a:extLst>
          </p:cNvPr>
          <p:cNvSpPr>
            <a:spLocks xmlns:a="http://schemas.openxmlformats.org/drawingml/2006/main" noGrp="1"/>
          </p:cNvSpPr>
          <p:nvPr/>
        </p:nvSpPr>
        <p:spPr>
          <a:xfrm xmlns:a="http://schemas.openxmlformats.org/drawingml/2006/main">
            <a:off x="2095500" y="4095750"/>
            <a:ext cx="1771650" cy="952500"/>
          </a:xfrm>
          <a:prstGeom xmlns:a="http://schemas.openxmlformats.org/drawingml/2006/main" prst="roundRect">
            <a:avLst>
              <a:gd name="adj" fmla="val 12000"/>
            </a:avLst>
          </a:prstGeom>
          <a:solidFill xmlns:a="http://schemas.openxmlformats.org/drawingml/2006/main">
            <a:srgbClr val="F3F8FC"/>
          </a:solidFill>
          <a:ln xmlns:a="http://schemas.openxmlformats.org/drawingml/2006/main" w="9525">
            <a:solidFill>
              <a:srgbClr val="0A6FAF"/>
            </a:solidFill>
            <a:prstDash val="solid"/>
          </a:ln>
        </p:spPr>
      </p:sp>
      <p:sp>
        <p:nvSpPr>
          <p:cNvPr id="30" name="">
            <a:extLst xmlns:a="http://schemas.openxmlformats.org/drawingml/2006/main">
              <a:ext uri="{FF2B5EF4-FFF2-40B4-BE49-F238E27FC236}">
                <a16:creationId xmlns:a16="http://schemas.microsoft.com/office/drawing/2014/main" id="{809EE8ED-6F28-4001-8DCE-B006114CA06A}"/>
              </a:ext>
            </a:extLst>
          </p:cNvPr>
          <p:cNvSpPr>
            <a:spLocks xmlns:a="http://schemas.openxmlformats.org/drawingml/2006/main" noGrp="1"/>
          </p:cNvSpPr>
          <p:nvPr/>
        </p:nvSpPr>
        <p:spPr>
          <a:xfrm xmlns:a="http://schemas.openxmlformats.org/drawingml/2006/main">
            <a:off x="2752725" y="4191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06e560325aa24e0f">
            <a:extLst>
              <a:ext uri="{96DAC541-7B7A-43D3-8B79-37D633B846F1}">
                <asvg:svgBlip xmlns:asvg="http://schemas.microsoft.com/office/drawing/2016/SVG/main" r:embed="R290c8a462b8444da"/>
              </a:ext>
            </a:extLst>
          </a:blip>
          <a:stretch xmlns:a="http://schemas.openxmlformats.org/drawingml/2006/main"/>
        </p:blipFill>
        <p:spPr>
          <a:xfrm xmlns:a="http://schemas.openxmlformats.org/drawingml/2006/main">
            <a:off x="2857500" y="4295775"/>
            <a:ext cx="247650" cy="2476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9BAB6BD4-11A6-439F-BB10-773F5B39DDDF}"/>
              </a:ext>
            </a:extLst>
          </p:cNvPr>
          <p:cNvSpPr>
            <a:spLocks xmlns:a="http://schemas.openxmlformats.org/drawingml/2006/main" noGrp="1"/>
          </p:cNvSpPr>
          <p:nvPr/>
        </p:nvSpPr>
        <p:spPr>
          <a:xfrm xmlns:a="http://schemas.openxmlformats.org/drawingml/2006/main">
            <a:off x="2190750" y="4676775"/>
            <a:ext cx="1581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Parse</a:t>
            </a:r>
          </a:p>
        </p:txBody>
      </p:sp>
      <p:sp>
        <p:nvSpPr>
          <p:cNvPr id="33" name="">
            <a:extLst xmlns:a="http://schemas.openxmlformats.org/drawingml/2006/main">
              <a:ext uri="{FF2B5EF4-FFF2-40B4-BE49-F238E27FC236}">
                <a16:creationId xmlns:a16="http://schemas.microsoft.com/office/drawing/2014/main" id="{AB8E0DB9-F63C-4710-B66A-2EA9BED6D31C}"/>
              </a:ext>
            </a:extLst>
          </p:cNvPr>
          <p:cNvSpPr>
            <a:spLocks xmlns:a="http://schemas.openxmlformats.org/drawingml/2006/main" noGrp="1"/>
          </p:cNvSpPr>
          <p:nvPr/>
        </p:nvSpPr>
        <p:spPr>
          <a:xfrm xmlns:a="http://schemas.openxmlformats.org/drawingml/2006/main">
            <a:off x="4171950" y="4095750"/>
            <a:ext cx="1771650" cy="952500"/>
          </a:xfrm>
          <a:prstGeom xmlns:a="http://schemas.openxmlformats.org/drawingml/2006/main" prst="roundRect">
            <a:avLst>
              <a:gd name="adj" fmla="val 12000"/>
            </a:avLst>
          </a:prstGeom>
          <a:solidFill xmlns:a="http://schemas.openxmlformats.org/drawingml/2006/main">
            <a:srgbClr val="F3F8FC"/>
          </a:solidFill>
          <a:ln xmlns:a="http://schemas.openxmlformats.org/drawingml/2006/main" w="9525">
            <a:solidFill>
              <a:srgbClr val="F28C28"/>
            </a:solidFill>
            <a:prstDash val="solid"/>
          </a:ln>
        </p:spPr>
      </p:sp>
      <p:sp>
        <p:nvSpPr>
          <p:cNvPr id="34" name="">
            <a:extLst xmlns:a="http://schemas.openxmlformats.org/drawingml/2006/main">
              <a:ext uri="{FF2B5EF4-FFF2-40B4-BE49-F238E27FC236}">
                <a16:creationId xmlns:a16="http://schemas.microsoft.com/office/drawing/2014/main" id="{6BC8C400-A816-4FD9-97D8-D9C69535A003}"/>
              </a:ext>
            </a:extLst>
          </p:cNvPr>
          <p:cNvSpPr>
            <a:spLocks xmlns:a="http://schemas.openxmlformats.org/drawingml/2006/main" noGrp="1"/>
          </p:cNvSpPr>
          <p:nvPr/>
        </p:nvSpPr>
        <p:spPr>
          <a:xfrm xmlns:a="http://schemas.openxmlformats.org/drawingml/2006/main">
            <a:off x="4829175" y="4191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3de2f372079847e9">
            <a:extLst>
              <a:ext uri="{96DAC541-7B7A-43D3-8B79-37D633B846F1}">
                <asvg:svgBlip xmlns:asvg="http://schemas.microsoft.com/office/drawing/2016/SVG/main" r:embed="R7af02b8765844d5b"/>
              </a:ext>
            </a:extLst>
          </a:blip>
          <a:stretch xmlns:a="http://schemas.openxmlformats.org/drawingml/2006/main"/>
        </p:blipFill>
        <p:spPr>
          <a:xfrm xmlns:a="http://schemas.openxmlformats.org/drawingml/2006/main">
            <a:off x="4933950" y="4295775"/>
            <a:ext cx="247650" cy="24765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F05076C0-A713-413D-AD75-DEB0522ED6A3}"/>
              </a:ext>
            </a:extLst>
          </p:cNvPr>
          <p:cNvSpPr>
            <a:spLocks xmlns:a="http://schemas.openxmlformats.org/drawingml/2006/main" noGrp="1"/>
          </p:cNvSpPr>
          <p:nvPr/>
        </p:nvSpPr>
        <p:spPr>
          <a:xfrm xmlns:a="http://schemas.openxmlformats.org/drawingml/2006/main">
            <a:off x="4267200" y="4676775"/>
            <a:ext cx="1581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Validate</a:t>
            </a:r>
          </a:p>
        </p:txBody>
      </p:sp>
      <p:sp>
        <p:nvSpPr>
          <p:cNvPr id="37" name="">
            <a:extLst xmlns:a="http://schemas.openxmlformats.org/drawingml/2006/main">
              <a:ext uri="{FF2B5EF4-FFF2-40B4-BE49-F238E27FC236}">
                <a16:creationId xmlns:a16="http://schemas.microsoft.com/office/drawing/2014/main" id="{EC14B0E3-D6D7-41D9-BE3F-6A4533B51AA2}"/>
              </a:ext>
            </a:extLst>
          </p:cNvPr>
          <p:cNvSpPr>
            <a:spLocks xmlns:a="http://schemas.openxmlformats.org/drawingml/2006/main" noGrp="1"/>
          </p:cNvSpPr>
          <p:nvPr/>
        </p:nvSpPr>
        <p:spPr>
          <a:xfrm xmlns:a="http://schemas.openxmlformats.org/drawingml/2006/main">
            <a:off x="3905250" y="4486275"/>
            <a:ext cx="2286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C0F77A2-F9FF-4130-9BE2-97E7AB451459}"/>
              </a:ext>
            </a:extLst>
          </p:cNvPr>
          <p:cNvSpPr>
            <a:spLocks xmlns:a="http://schemas.openxmlformats.org/drawingml/2006/main" noGrp="1"/>
          </p:cNvSpPr>
          <p:nvPr/>
        </p:nvSpPr>
        <p:spPr>
          <a:xfrm xmlns:a="http://schemas.openxmlformats.org/drawingml/2006/main">
            <a:off x="6248400" y="4095750"/>
            <a:ext cx="1771650" cy="952500"/>
          </a:xfrm>
          <a:prstGeom xmlns:a="http://schemas.openxmlformats.org/drawingml/2006/main" prst="roundRect">
            <a:avLst>
              <a:gd name="adj" fmla="val 12000"/>
            </a:avLst>
          </a:prstGeom>
          <a:solidFill xmlns:a="http://schemas.openxmlformats.org/drawingml/2006/main">
            <a:srgbClr val="F3F8FC"/>
          </a:solidFill>
          <a:ln xmlns:a="http://schemas.openxmlformats.org/drawingml/2006/main" w="9525">
            <a:solidFill>
              <a:srgbClr val="118B91"/>
            </a:solidFill>
            <a:prstDash val="solid"/>
          </a:ln>
        </p:spPr>
      </p:sp>
      <p:sp>
        <p:nvSpPr>
          <p:cNvPr id="39" name="">
            <a:extLst xmlns:a="http://schemas.openxmlformats.org/drawingml/2006/main">
              <a:ext uri="{FF2B5EF4-FFF2-40B4-BE49-F238E27FC236}">
                <a16:creationId xmlns:a16="http://schemas.microsoft.com/office/drawing/2014/main" id="{CA91F14F-6AAF-4C94-915C-AD951AC4529E}"/>
              </a:ext>
            </a:extLst>
          </p:cNvPr>
          <p:cNvSpPr>
            <a:spLocks xmlns:a="http://schemas.openxmlformats.org/drawingml/2006/main" noGrp="1"/>
          </p:cNvSpPr>
          <p:nvPr/>
        </p:nvSpPr>
        <p:spPr>
          <a:xfrm xmlns:a="http://schemas.openxmlformats.org/drawingml/2006/main">
            <a:off x="6905625" y="419100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015b37bd21214d96">
            <a:extLst>
              <a:ext uri="{96DAC541-7B7A-43D3-8B79-37D633B846F1}">
                <asvg:svgBlip xmlns:asvg="http://schemas.microsoft.com/office/drawing/2016/SVG/main" r:embed="R1d12cfe8ea744e18"/>
              </a:ext>
            </a:extLst>
          </a:blip>
          <a:stretch xmlns:a="http://schemas.openxmlformats.org/drawingml/2006/main"/>
        </p:blipFill>
        <p:spPr>
          <a:xfrm xmlns:a="http://schemas.openxmlformats.org/drawingml/2006/main">
            <a:off x="7010400" y="4295775"/>
            <a:ext cx="247650" cy="247650"/>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DCDA3EE2-03BB-4978-80EE-15FE64232029}"/>
              </a:ext>
            </a:extLst>
          </p:cNvPr>
          <p:cNvSpPr>
            <a:spLocks xmlns:a="http://schemas.openxmlformats.org/drawingml/2006/main" noGrp="1"/>
          </p:cNvSpPr>
          <p:nvPr/>
        </p:nvSpPr>
        <p:spPr>
          <a:xfrm xmlns:a="http://schemas.openxmlformats.org/drawingml/2006/main">
            <a:off x="6343650" y="4676775"/>
            <a:ext cx="1581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Normalize</a:t>
            </a:r>
          </a:p>
        </p:txBody>
      </p:sp>
      <p:sp>
        <p:nvSpPr>
          <p:cNvPr id="42" name="">
            <a:extLst xmlns:a="http://schemas.openxmlformats.org/drawingml/2006/main">
              <a:ext uri="{FF2B5EF4-FFF2-40B4-BE49-F238E27FC236}">
                <a16:creationId xmlns:a16="http://schemas.microsoft.com/office/drawing/2014/main" id="{1219A4E2-AB9A-416E-A642-1C76D97E0197}"/>
              </a:ext>
            </a:extLst>
          </p:cNvPr>
          <p:cNvSpPr>
            <a:spLocks xmlns:a="http://schemas.openxmlformats.org/drawingml/2006/main" noGrp="1"/>
          </p:cNvSpPr>
          <p:nvPr/>
        </p:nvSpPr>
        <p:spPr>
          <a:xfrm xmlns:a="http://schemas.openxmlformats.org/drawingml/2006/main">
            <a:off x="5981700" y="4486275"/>
            <a:ext cx="2286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833ADD2-222E-4335-817A-76B41FCB9885}"/>
              </a:ext>
            </a:extLst>
          </p:cNvPr>
          <p:cNvSpPr>
            <a:spLocks xmlns:a="http://schemas.openxmlformats.org/drawingml/2006/main" noGrp="1"/>
          </p:cNvSpPr>
          <p:nvPr/>
        </p:nvSpPr>
        <p:spPr>
          <a:xfrm xmlns:a="http://schemas.openxmlformats.org/drawingml/2006/main">
            <a:off x="8324850" y="4095750"/>
            <a:ext cx="1771650" cy="952500"/>
          </a:xfrm>
          <a:prstGeom xmlns:a="http://schemas.openxmlformats.org/drawingml/2006/main" prst="roundRect">
            <a:avLst>
              <a:gd name="adj" fmla="val 12000"/>
            </a:avLst>
          </a:prstGeom>
          <a:solidFill xmlns:a="http://schemas.openxmlformats.org/drawingml/2006/main">
            <a:srgbClr val="F3F8FC"/>
          </a:solidFill>
          <a:ln xmlns:a="http://schemas.openxmlformats.org/drawingml/2006/main" w="9525">
            <a:solidFill>
              <a:srgbClr val="1E9B65"/>
            </a:solidFill>
            <a:prstDash val="solid"/>
          </a:ln>
        </p:spPr>
      </p:sp>
      <p:sp>
        <p:nvSpPr>
          <p:cNvPr id="44" name="">
            <a:extLst xmlns:a="http://schemas.openxmlformats.org/drawingml/2006/main">
              <a:ext uri="{FF2B5EF4-FFF2-40B4-BE49-F238E27FC236}">
                <a16:creationId xmlns:a16="http://schemas.microsoft.com/office/drawing/2014/main" id="{2442E58F-05F5-4A3D-B17E-C3153A07E61F}"/>
              </a:ext>
            </a:extLst>
          </p:cNvPr>
          <p:cNvSpPr>
            <a:spLocks xmlns:a="http://schemas.openxmlformats.org/drawingml/2006/main" noGrp="1"/>
          </p:cNvSpPr>
          <p:nvPr/>
        </p:nvSpPr>
        <p:spPr>
          <a:xfrm xmlns:a="http://schemas.openxmlformats.org/drawingml/2006/main">
            <a:off x="8982075" y="4191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a82ba4e333b84ee6">
            <a:extLst>
              <a:ext uri="{96DAC541-7B7A-43D3-8B79-37D633B846F1}">
                <asvg:svgBlip xmlns:asvg="http://schemas.microsoft.com/office/drawing/2016/SVG/main" r:embed="Rb196a2d02438433b"/>
              </a:ext>
            </a:extLst>
          </a:blip>
          <a:stretch xmlns:a="http://schemas.openxmlformats.org/drawingml/2006/main"/>
        </p:blipFill>
        <p:spPr>
          <a:xfrm xmlns:a="http://schemas.openxmlformats.org/drawingml/2006/main">
            <a:off x="9086850" y="4295775"/>
            <a:ext cx="247650" cy="2476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C6752254-3FB9-4ABD-ACC9-181523F125C3}"/>
              </a:ext>
            </a:extLst>
          </p:cNvPr>
          <p:cNvSpPr>
            <a:spLocks xmlns:a="http://schemas.openxmlformats.org/drawingml/2006/main" noGrp="1"/>
          </p:cNvSpPr>
          <p:nvPr/>
        </p:nvSpPr>
        <p:spPr>
          <a:xfrm xmlns:a="http://schemas.openxmlformats.org/drawingml/2006/main">
            <a:off x="8420100" y="4676775"/>
            <a:ext cx="1581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Use</a:t>
            </a:r>
          </a:p>
        </p:txBody>
      </p:sp>
      <p:sp>
        <p:nvSpPr>
          <p:cNvPr id="47" name="">
            <a:extLst xmlns:a="http://schemas.openxmlformats.org/drawingml/2006/main">
              <a:ext uri="{FF2B5EF4-FFF2-40B4-BE49-F238E27FC236}">
                <a16:creationId xmlns:a16="http://schemas.microsoft.com/office/drawing/2014/main" id="{BCB32EE4-7AB8-401A-A513-088FC23057AA}"/>
              </a:ext>
            </a:extLst>
          </p:cNvPr>
          <p:cNvSpPr>
            <a:spLocks xmlns:a="http://schemas.openxmlformats.org/drawingml/2006/main" noGrp="1"/>
          </p:cNvSpPr>
          <p:nvPr/>
        </p:nvSpPr>
        <p:spPr>
          <a:xfrm xmlns:a="http://schemas.openxmlformats.org/drawingml/2006/main">
            <a:off x="8058150" y="4486275"/>
            <a:ext cx="2286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C8D2ACA-5F00-41CE-85D8-AE85D651756A}"/>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3A0AC78-5A40-45B8-829D-5497AA265475}"/>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F28A3C4-5781-4252-92F4-4614B689D514}"/>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Parsing answers “can I read it?” Validation answers “may I trust it?”</a:t>
            </a:r>
          </a:p>
        </p:txBody>
      </p:sp>
    </p:spTree>
    <p:extLst>
      <p:ext uri="{BB962C8B-B14F-4D97-AF65-F5344CB8AC3E}">
        <p14:creationId xmlns:p14="http://schemas.microsoft.com/office/powerpoint/2010/main" val="1214308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1D09ADB-55AF-4C09-AADC-5D7B5284D32D}"/>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B86C90-DBA8-4EB4-AD02-2659E094822C}"/>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E44EE9-C644-4ACF-AD34-ACB9E49883BA}"/>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ED17B0FE-FC22-45FD-A222-06E7AA9532A7}"/>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Python</a:t>
            </a:r>
          </a:p>
        </p:txBody>
      </p:sp>
      <p:sp>
        <p:nvSpPr>
          <p:cNvPr id="5" name="">
            <a:extLst xmlns:a="http://schemas.openxmlformats.org/drawingml/2006/main">
              <a:ext uri="{FF2B5EF4-FFF2-40B4-BE49-F238E27FC236}">
                <a16:creationId xmlns:a16="http://schemas.microsoft.com/office/drawing/2014/main" id="{93BD4BA4-C227-419F-991A-89C679F539C2}"/>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Bound the change before touching the environment</a:t>
            </a:r>
          </a:p>
        </p:txBody>
      </p:sp>
      <p:sp>
        <p:nvSpPr>
          <p:cNvPr id="6" name="">
            <a:extLst xmlns:a="http://schemas.openxmlformats.org/drawingml/2006/main">
              <a:ext uri="{FF2B5EF4-FFF2-40B4-BE49-F238E27FC236}">
                <a16:creationId xmlns:a16="http://schemas.microsoft.com/office/drawing/2014/main" id="{C30B8BEC-0696-464B-B50E-B63E2AA23EC9}"/>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F0BF8F-2B48-440C-9830-BFB5F3DD0D65}"/>
              </a:ext>
            </a:extLst>
          </p:cNvPr>
          <p:cNvSpPr>
            <a:spLocks xmlns:a="http://schemas.openxmlformats.org/drawingml/2006/main" noGrp="1"/>
          </p:cNvSpPr>
          <p:nvPr/>
        </p:nvSpPr>
        <p:spPr>
          <a:xfrm xmlns:a="http://schemas.openxmlformats.org/drawingml/2006/main">
            <a:off x="609600" y="1676400"/>
            <a:ext cx="6572250" cy="3714750"/>
          </a:xfrm>
          <a:prstGeom xmlns:a="http://schemas.openxmlformats.org/drawingml/2006/main" prst="roundRect">
            <a:avLst>
              <a:gd name="adj" fmla="val 3077"/>
            </a:avLst>
          </a:prstGeom>
          <a:solidFill xmlns:a="http://schemas.openxmlformats.org/drawingml/2006/main">
            <a:srgbClr val="0C203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F75CBC-39A1-43B2-9C4C-EC7D20562A7A}"/>
              </a:ext>
            </a:extLst>
          </p:cNvPr>
          <p:cNvSpPr>
            <a:spLocks xmlns:a="http://schemas.openxmlformats.org/drawingml/2006/main" noGrp="1"/>
          </p:cNvSpPr>
          <p:nvPr/>
        </p:nvSpPr>
        <p:spPr>
          <a:xfrm xmlns:a="http://schemas.openxmlformats.org/drawingml/2006/main">
            <a:off x="876300" y="1857375"/>
            <a:ext cx="60579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EAF7FF"/>
                </a:solidFill>
                <a:latin typeface="Helvetica Neue"/>
                <a:ea typeface="Helvetica Neue"/>
                <a:cs typeface="Helvetica Neue"/>
              </a:defRPr>
            </a:pPr>
            <a:r>
              <a:rPr sz="1575" b="0">
                <a:solidFill>
                  <a:srgbClr val="EAF7FF"/>
                </a:solidFill>
                <a:latin typeface="Helvetica Neue"/>
                <a:ea typeface="Helvetica Neue"/>
                <a:cs typeface="Helvetica Neue"/>
              </a:rPr>
              <a:t>def select_targets(inventory, site):</a:t>
            </a:r>
          </a:p>
          <a:p xmlns:a="http://schemas.openxmlformats.org/drawingml/2006/main">
            <a:pPr algn="l">
              <a:defRPr sz="1575" b="0">
                <a:solidFill>
                  <a:srgbClr val="EAF7FF"/>
                </a:solidFill>
                <a:latin typeface="Helvetica Neue"/>
                <a:ea typeface="Helvetica Neue"/>
                <a:cs typeface="Helvetica Neue"/>
              </a:defRPr>
            </a:pPr>
            <a:r>
              <a:rPr sz="1575" b="0">
                <a:solidFill>
                  <a:srgbClr val="EAF7FF"/>
                </a:solidFill>
                <a:latin typeface="Helvetica Neue"/>
                <a:ea typeface="Helvetica Neue"/>
                <a:cs typeface="Helvetica Neue"/>
              </a:rPr>
              <a:t>    targets = [d for d in inventory</a:t>
            </a:r>
          </a:p>
          <a:p xmlns:a="http://schemas.openxmlformats.org/drawingml/2006/main">
            <a:pPr algn="l">
              <a:defRPr sz="1575" b="0">
                <a:solidFill>
                  <a:srgbClr val="EAF7FF"/>
                </a:solidFill>
                <a:latin typeface="Helvetica Neue"/>
                <a:ea typeface="Helvetica Neue"/>
                <a:cs typeface="Helvetica Neue"/>
              </a:defRPr>
            </a:pPr>
            <a:r>
              <a:rPr sz="1575" b="0">
                <a:solidFill>
                  <a:srgbClr val="EAF7FF"/>
                </a:solidFill>
                <a:latin typeface="Helvetica Neue"/>
                <a:ea typeface="Helvetica Neue"/>
                <a:cs typeface="Helvetica Neue"/>
              </a:rPr>
              <a:t>               if d.get('site') == site]</a:t>
            </a:r>
          </a:p>
          <a:p xmlns:a="http://schemas.openxmlformats.org/drawingml/2006/main">
            <a:r>
              <a:t/>
            </a:r>
          </a:p>
          <a:p xmlns:a="http://schemas.openxmlformats.org/drawingml/2006/main">
            <a:pPr algn="l">
              <a:defRPr sz="1575" b="0">
                <a:solidFill>
                  <a:srgbClr val="EAF7FF"/>
                </a:solidFill>
                <a:latin typeface="Helvetica Neue"/>
                <a:ea typeface="Helvetica Neue"/>
                <a:cs typeface="Helvetica Neue"/>
              </a:defRPr>
            </a:pPr>
            <a:r>
              <a:rPr sz="1575" b="0">
                <a:solidFill>
                  <a:srgbClr val="EAF7FF"/>
                </a:solidFill>
                <a:latin typeface="Helvetica Neue"/>
                <a:ea typeface="Helvetica Neue"/>
                <a:cs typeface="Helvetica Neue"/>
              </a:rPr>
              <a:t>    if not targets:</a:t>
            </a:r>
          </a:p>
          <a:p xmlns:a="http://schemas.openxmlformats.org/drawingml/2006/main">
            <a:pPr algn="l">
              <a:defRPr sz="1575" b="0">
                <a:solidFill>
                  <a:srgbClr val="EAF7FF"/>
                </a:solidFill>
                <a:latin typeface="Helvetica Neue"/>
                <a:ea typeface="Helvetica Neue"/>
                <a:cs typeface="Helvetica Neue"/>
              </a:defRPr>
            </a:pPr>
            <a:r>
              <a:rPr sz="1575" b="0">
                <a:solidFill>
                  <a:srgbClr val="EAF7FF"/>
                </a:solidFill>
                <a:latin typeface="Helvetica Neue"/>
                <a:ea typeface="Helvetica Neue"/>
                <a:cs typeface="Helvetica Neue"/>
              </a:rPr>
              <a:t>        raise ValueError('No matching targets')</a:t>
            </a:r>
          </a:p>
          <a:p xmlns:a="http://schemas.openxmlformats.org/drawingml/2006/main">
            <a:pPr algn="l">
              <a:defRPr sz="1575" b="0">
                <a:solidFill>
                  <a:srgbClr val="EAF7FF"/>
                </a:solidFill>
                <a:latin typeface="Helvetica Neue"/>
                <a:ea typeface="Helvetica Neue"/>
                <a:cs typeface="Helvetica Neue"/>
              </a:defRPr>
            </a:pPr>
            <a:r>
              <a:rPr sz="1575" b="0">
                <a:solidFill>
                  <a:srgbClr val="EAF7FF"/>
                </a:solidFill>
                <a:latin typeface="Helvetica Neue"/>
                <a:ea typeface="Helvetica Neue"/>
                <a:cs typeface="Helvetica Neue"/>
              </a:rPr>
              <a:t>    if len(targets) &gt; 10:</a:t>
            </a:r>
          </a:p>
          <a:p xmlns:a="http://schemas.openxmlformats.org/drawingml/2006/main">
            <a:pPr algn="l">
              <a:defRPr sz="1575" b="0">
                <a:solidFill>
                  <a:srgbClr val="EAF7FF"/>
                </a:solidFill>
                <a:latin typeface="Helvetica Neue"/>
                <a:ea typeface="Helvetica Neue"/>
                <a:cs typeface="Helvetica Neue"/>
              </a:defRPr>
            </a:pPr>
            <a:r>
              <a:rPr sz="1575" b="0">
                <a:solidFill>
                  <a:srgbClr val="EAF7FF"/>
                </a:solidFill>
                <a:latin typeface="Helvetica Neue"/>
                <a:ea typeface="Helvetica Neue"/>
                <a:cs typeface="Helvetica Neue"/>
              </a:rPr>
              <a:t>        raise RuntimeError('Scope limit exceeded')</a:t>
            </a:r>
          </a:p>
          <a:p xmlns:a="http://schemas.openxmlformats.org/drawingml/2006/main">
            <a:r>
              <a:t/>
            </a:r>
          </a:p>
          <a:p xmlns:a="http://schemas.openxmlformats.org/drawingml/2006/main">
            <a:pPr algn="l">
              <a:defRPr sz="1575" b="0">
                <a:solidFill>
                  <a:srgbClr val="EAF7FF"/>
                </a:solidFill>
                <a:latin typeface="Helvetica Neue"/>
                <a:ea typeface="Helvetica Neue"/>
                <a:cs typeface="Helvetica Neue"/>
              </a:defRPr>
            </a:pPr>
            <a:r>
              <a:rPr sz="1575" b="0">
                <a:solidFill>
                  <a:srgbClr val="EAF7FF"/>
                </a:solidFill>
                <a:latin typeface="Helvetica Neue"/>
                <a:ea typeface="Helvetica Neue"/>
                <a:cs typeface="Helvetica Neue"/>
              </a:rPr>
              <a:t>    return targets</a:t>
            </a:r>
          </a:p>
        </p:txBody>
      </p:sp>
      <p:sp>
        <p:nvSpPr>
          <p:cNvPr id="9" name="">
            <a:extLst xmlns:a="http://schemas.openxmlformats.org/drawingml/2006/main">
              <a:ext uri="{FF2B5EF4-FFF2-40B4-BE49-F238E27FC236}">
                <a16:creationId xmlns:a16="http://schemas.microsoft.com/office/drawing/2014/main" id="{8721671F-7594-45BE-ACD6-78E5FD470DBE}"/>
              </a:ext>
            </a:extLst>
          </p:cNvPr>
          <p:cNvSpPr>
            <a:spLocks xmlns:a="http://schemas.openxmlformats.org/drawingml/2006/main" noGrp="1"/>
          </p:cNvSpPr>
          <p:nvPr/>
        </p:nvSpPr>
        <p:spPr>
          <a:xfrm xmlns:a="http://schemas.openxmlformats.org/drawingml/2006/main">
            <a:off x="7572375" y="1676400"/>
            <a:ext cx="3810000" cy="1000125"/>
          </a:xfrm>
          <a:prstGeom xmlns:a="http://schemas.openxmlformats.org/drawingml/2006/main" prst="roundRect">
            <a:avLst>
              <a:gd name="adj" fmla="val 11429"/>
            </a:avLst>
          </a:prstGeom>
          <a:solidFill xmlns:a="http://schemas.openxmlformats.org/drawingml/2006/main">
            <a:srgbClr val="F3F8FC"/>
          </a:solidFill>
          <a:ln xmlns:a="http://schemas.openxmlformats.org/drawingml/2006/main" w="9525">
            <a:solidFill>
              <a:srgbClr val="C8D7E5"/>
            </a:solidFill>
            <a:prstDash val="solid"/>
          </a:ln>
        </p:spPr>
      </p:sp>
      <p:sp>
        <p:nvSpPr>
          <p:cNvPr id="10" name="">
            <a:extLst xmlns:a="http://schemas.openxmlformats.org/drawingml/2006/main">
              <a:ext uri="{FF2B5EF4-FFF2-40B4-BE49-F238E27FC236}">
                <a16:creationId xmlns:a16="http://schemas.microsoft.com/office/drawing/2014/main" id="{A63BF269-F90A-4A83-B467-AD0B1FAEE62E}"/>
              </a:ext>
            </a:extLst>
          </p:cNvPr>
          <p:cNvSpPr>
            <a:spLocks xmlns:a="http://schemas.openxmlformats.org/drawingml/2006/main" noGrp="1"/>
          </p:cNvSpPr>
          <p:nvPr/>
        </p:nvSpPr>
        <p:spPr>
          <a:xfrm xmlns:a="http://schemas.openxmlformats.org/drawingml/2006/main">
            <a:off x="7572375" y="1676400"/>
            <a:ext cx="76200" cy="1000125"/>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87A71EF-31BE-45AC-BCB0-C313451F6C55}"/>
              </a:ext>
            </a:extLst>
          </p:cNvPr>
          <p:cNvSpPr>
            <a:spLocks xmlns:a="http://schemas.openxmlformats.org/drawingml/2006/main" noGrp="1"/>
          </p:cNvSpPr>
          <p:nvPr/>
        </p:nvSpPr>
        <p:spPr>
          <a:xfrm xmlns:a="http://schemas.openxmlformats.org/drawingml/2006/main">
            <a:off x="7762875" y="1847850"/>
            <a:ext cx="419100" cy="4191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92891E-B462-4030-BD1F-6819942866E2}"/>
              </a:ext>
            </a:extLst>
          </p:cNvPr>
          <p:cNvSpPr>
            <a:spLocks xmlns:a="http://schemas.openxmlformats.org/drawingml/2006/main" noGrp="1"/>
          </p:cNvSpPr>
          <p:nvPr/>
        </p:nvSpPr>
        <p:spPr>
          <a:xfrm xmlns:a="http://schemas.openxmlformats.org/drawingml/2006/main">
            <a:off x="7762875" y="18573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1</a:t>
            </a:r>
          </a:p>
        </p:txBody>
      </p:sp>
      <p:sp>
        <p:nvSpPr>
          <p:cNvPr id="13" name="">
            <a:extLst xmlns:a="http://schemas.openxmlformats.org/drawingml/2006/main">
              <a:ext uri="{FF2B5EF4-FFF2-40B4-BE49-F238E27FC236}">
                <a16:creationId xmlns:a16="http://schemas.microsoft.com/office/drawing/2014/main" id="{40C5BE70-3FFA-4AC5-AE36-9D1733B66D2A}"/>
              </a:ext>
            </a:extLst>
          </p:cNvPr>
          <p:cNvSpPr>
            <a:spLocks xmlns:a="http://schemas.openxmlformats.org/drawingml/2006/main" noGrp="1"/>
          </p:cNvSpPr>
          <p:nvPr/>
        </p:nvSpPr>
        <p:spPr>
          <a:xfrm xmlns:a="http://schemas.openxmlformats.org/drawingml/2006/main">
            <a:off x="8315325" y="1838325"/>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Validate input</a:t>
            </a:r>
          </a:p>
        </p:txBody>
      </p:sp>
      <p:sp>
        <p:nvSpPr>
          <p:cNvPr id="14" name="">
            <a:extLst xmlns:a="http://schemas.openxmlformats.org/drawingml/2006/main">
              <a:ext uri="{FF2B5EF4-FFF2-40B4-BE49-F238E27FC236}">
                <a16:creationId xmlns:a16="http://schemas.microsoft.com/office/drawing/2014/main" id="{BC1C6CFE-3D4D-407E-A573-A2F32ADB30D0}"/>
              </a:ext>
            </a:extLst>
          </p:cNvPr>
          <p:cNvSpPr>
            <a:spLocks xmlns:a="http://schemas.openxmlformats.org/drawingml/2006/main" noGrp="1"/>
          </p:cNvSpPr>
          <p:nvPr/>
        </p:nvSpPr>
        <p:spPr>
          <a:xfrm xmlns:a="http://schemas.openxmlformats.org/drawingml/2006/main">
            <a:off x="7781925" y="2238375"/>
            <a:ext cx="3409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6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Reject missing or malformed values before execution.</a:t>
            </a:r>
          </a:p>
        </p:txBody>
      </p:sp>
      <p:sp>
        <p:nvSpPr>
          <p:cNvPr id="15" name="">
            <a:extLst xmlns:a="http://schemas.openxmlformats.org/drawingml/2006/main">
              <a:ext uri="{FF2B5EF4-FFF2-40B4-BE49-F238E27FC236}">
                <a16:creationId xmlns:a16="http://schemas.microsoft.com/office/drawing/2014/main" id="{B4C877DE-1707-4034-8781-6AEA741E3E0C}"/>
              </a:ext>
            </a:extLst>
          </p:cNvPr>
          <p:cNvSpPr>
            <a:spLocks xmlns:a="http://schemas.openxmlformats.org/drawingml/2006/main" noGrp="1"/>
          </p:cNvSpPr>
          <p:nvPr/>
        </p:nvSpPr>
        <p:spPr>
          <a:xfrm xmlns:a="http://schemas.openxmlformats.org/drawingml/2006/main">
            <a:off x="7572375" y="2876550"/>
            <a:ext cx="3810000" cy="1000125"/>
          </a:xfrm>
          <a:prstGeom xmlns:a="http://schemas.openxmlformats.org/drawingml/2006/main" prst="roundRect">
            <a:avLst>
              <a:gd name="adj" fmla="val 11429"/>
            </a:avLst>
          </a:prstGeom>
          <a:solidFill xmlns:a="http://schemas.openxmlformats.org/drawingml/2006/main">
            <a:srgbClr val="F3F8FC"/>
          </a:solidFill>
          <a:ln xmlns:a="http://schemas.openxmlformats.org/drawingml/2006/main" w="9525">
            <a:solidFill>
              <a:srgbClr val="C8D7E5"/>
            </a:solidFill>
            <a:prstDash val="solid"/>
          </a:ln>
        </p:spPr>
      </p:sp>
      <p:sp>
        <p:nvSpPr>
          <p:cNvPr id="16" name="">
            <a:extLst xmlns:a="http://schemas.openxmlformats.org/drawingml/2006/main">
              <a:ext uri="{FF2B5EF4-FFF2-40B4-BE49-F238E27FC236}">
                <a16:creationId xmlns:a16="http://schemas.microsoft.com/office/drawing/2014/main" id="{65C625C1-1C77-41AB-A173-B10EF0078986}"/>
              </a:ext>
            </a:extLst>
          </p:cNvPr>
          <p:cNvSpPr>
            <a:spLocks xmlns:a="http://schemas.openxmlformats.org/drawingml/2006/main" noGrp="1"/>
          </p:cNvSpPr>
          <p:nvPr/>
        </p:nvSpPr>
        <p:spPr>
          <a:xfrm xmlns:a="http://schemas.openxmlformats.org/drawingml/2006/main">
            <a:off x="7572375" y="2876550"/>
            <a:ext cx="76200" cy="1000125"/>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57A495-9DE1-495A-A428-AA370D547424}"/>
              </a:ext>
            </a:extLst>
          </p:cNvPr>
          <p:cNvSpPr>
            <a:spLocks xmlns:a="http://schemas.openxmlformats.org/drawingml/2006/main" noGrp="1"/>
          </p:cNvSpPr>
          <p:nvPr/>
        </p:nvSpPr>
        <p:spPr>
          <a:xfrm xmlns:a="http://schemas.openxmlformats.org/drawingml/2006/main">
            <a:off x="7762875" y="3048000"/>
            <a:ext cx="419100" cy="4191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EA713C-4E8C-4ECA-9B79-6E3668EE09D6}"/>
              </a:ext>
            </a:extLst>
          </p:cNvPr>
          <p:cNvSpPr>
            <a:spLocks xmlns:a="http://schemas.openxmlformats.org/drawingml/2006/main" noGrp="1"/>
          </p:cNvSpPr>
          <p:nvPr/>
        </p:nvSpPr>
        <p:spPr>
          <a:xfrm xmlns:a="http://schemas.openxmlformats.org/drawingml/2006/main">
            <a:off x="7762875" y="30575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2</a:t>
            </a:r>
          </a:p>
        </p:txBody>
      </p:sp>
      <p:sp>
        <p:nvSpPr>
          <p:cNvPr id="19" name="">
            <a:extLst xmlns:a="http://schemas.openxmlformats.org/drawingml/2006/main">
              <a:ext uri="{FF2B5EF4-FFF2-40B4-BE49-F238E27FC236}">
                <a16:creationId xmlns:a16="http://schemas.microsoft.com/office/drawing/2014/main" id="{2DA4A09B-40AD-418A-B0C4-50A29CBD43C7}"/>
              </a:ext>
            </a:extLst>
          </p:cNvPr>
          <p:cNvSpPr>
            <a:spLocks xmlns:a="http://schemas.openxmlformats.org/drawingml/2006/main" noGrp="1"/>
          </p:cNvSpPr>
          <p:nvPr/>
        </p:nvSpPr>
        <p:spPr>
          <a:xfrm xmlns:a="http://schemas.openxmlformats.org/drawingml/2006/main">
            <a:off x="8315325" y="3038475"/>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Constrain scope</a:t>
            </a:r>
          </a:p>
        </p:txBody>
      </p:sp>
      <p:sp>
        <p:nvSpPr>
          <p:cNvPr id="20" name="">
            <a:extLst xmlns:a="http://schemas.openxmlformats.org/drawingml/2006/main">
              <a:ext uri="{FF2B5EF4-FFF2-40B4-BE49-F238E27FC236}">
                <a16:creationId xmlns:a16="http://schemas.microsoft.com/office/drawing/2014/main" id="{6E091B8D-53D0-459A-94D4-3493A444BB4D}"/>
              </a:ext>
            </a:extLst>
          </p:cNvPr>
          <p:cNvSpPr>
            <a:spLocks xmlns:a="http://schemas.openxmlformats.org/drawingml/2006/main" noGrp="1"/>
          </p:cNvSpPr>
          <p:nvPr/>
        </p:nvSpPr>
        <p:spPr>
          <a:xfrm xmlns:a="http://schemas.openxmlformats.org/drawingml/2006/main">
            <a:off x="7781925" y="3438525"/>
            <a:ext cx="3409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Refuse unexpected target counts or environments.</a:t>
            </a:r>
          </a:p>
        </p:txBody>
      </p:sp>
      <p:sp>
        <p:nvSpPr>
          <p:cNvPr id="21" name="">
            <a:extLst xmlns:a="http://schemas.openxmlformats.org/drawingml/2006/main">
              <a:ext uri="{FF2B5EF4-FFF2-40B4-BE49-F238E27FC236}">
                <a16:creationId xmlns:a16="http://schemas.microsoft.com/office/drawing/2014/main" id="{71F3EE01-086C-440B-AAA6-B80BDF27950C}"/>
              </a:ext>
            </a:extLst>
          </p:cNvPr>
          <p:cNvSpPr>
            <a:spLocks xmlns:a="http://schemas.openxmlformats.org/drawingml/2006/main" noGrp="1"/>
          </p:cNvSpPr>
          <p:nvPr/>
        </p:nvSpPr>
        <p:spPr>
          <a:xfrm xmlns:a="http://schemas.openxmlformats.org/drawingml/2006/main">
            <a:off x="7572375" y="4076700"/>
            <a:ext cx="3810000" cy="1000125"/>
          </a:xfrm>
          <a:prstGeom xmlns:a="http://schemas.openxmlformats.org/drawingml/2006/main" prst="roundRect">
            <a:avLst>
              <a:gd name="adj" fmla="val 11429"/>
            </a:avLst>
          </a:prstGeom>
          <a:solidFill xmlns:a="http://schemas.openxmlformats.org/drawingml/2006/main">
            <a:srgbClr val="F3F8FC"/>
          </a:solidFill>
          <a:ln xmlns:a="http://schemas.openxmlformats.org/drawingml/2006/main" w="9525">
            <a:solidFill>
              <a:srgbClr val="C8D7E5"/>
            </a:solidFill>
            <a:prstDash val="solid"/>
          </a:ln>
        </p:spPr>
      </p:sp>
      <p:sp>
        <p:nvSpPr>
          <p:cNvPr id="22" name="">
            <a:extLst xmlns:a="http://schemas.openxmlformats.org/drawingml/2006/main">
              <a:ext uri="{FF2B5EF4-FFF2-40B4-BE49-F238E27FC236}">
                <a16:creationId xmlns:a16="http://schemas.microsoft.com/office/drawing/2014/main" id="{4A724249-6652-44DD-ADFE-AF3B4B63B725}"/>
              </a:ext>
            </a:extLst>
          </p:cNvPr>
          <p:cNvSpPr>
            <a:spLocks xmlns:a="http://schemas.openxmlformats.org/drawingml/2006/main" noGrp="1"/>
          </p:cNvSpPr>
          <p:nvPr/>
        </p:nvSpPr>
        <p:spPr>
          <a:xfrm xmlns:a="http://schemas.openxmlformats.org/drawingml/2006/main">
            <a:off x="7572375" y="4076700"/>
            <a:ext cx="76200" cy="1000125"/>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98F2B4C-720A-4536-9B3B-1C89869D6C91}"/>
              </a:ext>
            </a:extLst>
          </p:cNvPr>
          <p:cNvSpPr>
            <a:spLocks xmlns:a="http://schemas.openxmlformats.org/drawingml/2006/main" noGrp="1"/>
          </p:cNvSpPr>
          <p:nvPr/>
        </p:nvSpPr>
        <p:spPr>
          <a:xfrm xmlns:a="http://schemas.openxmlformats.org/drawingml/2006/main">
            <a:off x="7762875" y="4248150"/>
            <a:ext cx="419100" cy="41910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DA72F1B-2EFC-4C70-B810-2534F456523A}"/>
              </a:ext>
            </a:extLst>
          </p:cNvPr>
          <p:cNvSpPr>
            <a:spLocks xmlns:a="http://schemas.openxmlformats.org/drawingml/2006/main" noGrp="1"/>
          </p:cNvSpPr>
          <p:nvPr/>
        </p:nvSpPr>
        <p:spPr>
          <a:xfrm xmlns:a="http://schemas.openxmlformats.org/drawingml/2006/main">
            <a:off x="7762875" y="42576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3</a:t>
            </a:r>
          </a:p>
        </p:txBody>
      </p:sp>
      <p:sp>
        <p:nvSpPr>
          <p:cNvPr id="25" name="">
            <a:extLst xmlns:a="http://schemas.openxmlformats.org/drawingml/2006/main">
              <a:ext uri="{FF2B5EF4-FFF2-40B4-BE49-F238E27FC236}">
                <a16:creationId xmlns:a16="http://schemas.microsoft.com/office/drawing/2014/main" id="{D58B5787-C628-4EDA-ADD2-36D5005A17C1}"/>
              </a:ext>
            </a:extLst>
          </p:cNvPr>
          <p:cNvSpPr>
            <a:spLocks xmlns:a="http://schemas.openxmlformats.org/drawingml/2006/main" noGrp="1"/>
          </p:cNvSpPr>
          <p:nvPr/>
        </p:nvSpPr>
        <p:spPr>
          <a:xfrm xmlns:a="http://schemas.openxmlformats.org/drawingml/2006/main">
            <a:off x="8315325" y="4238625"/>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Make failure explicit</a:t>
            </a:r>
          </a:p>
        </p:txBody>
      </p:sp>
      <p:sp>
        <p:nvSpPr>
          <p:cNvPr id="26" name="">
            <a:extLst xmlns:a="http://schemas.openxmlformats.org/drawingml/2006/main">
              <a:ext uri="{FF2B5EF4-FFF2-40B4-BE49-F238E27FC236}">
                <a16:creationId xmlns:a16="http://schemas.microsoft.com/office/drawing/2014/main" id="{8AB18E2E-3350-4FF2-B94C-EE8CEC9724F6}"/>
              </a:ext>
            </a:extLst>
          </p:cNvPr>
          <p:cNvSpPr>
            <a:spLocks xmlns:a="http://schemas.openxmlformats.org/drawingml/2006/main" noGrp="1"/>
          </p:cNvSpPr>
          <p:nvPr/>
        </p:nvSpPr>
        <p:spPr>
          <a:xfrm xmlns:a="http://schemas.openxmlformats.org/drawingml/2006/main">
            <a:off x="7781925" y="4638675"/>
            <a:ext cx="3409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17"/>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Raise a clear exception instead of continuing silently.</a:t>
            </a:r>
          </a:p>
        </p:txBody>
      </p:sp>
      <p:sp>
        <p:nvSpPr>
          <p:cNvPr id="27" name="">
            <a:extLst xmlns:a="http://schemas.openxmlformats.org/drawingml/2006/main">
              <a:ext uri="{FF2B5EF4-FFF2-40B4-BE49-F238E27FC236}">
                <a16:creationId xmlns:a16="http://schemas.microsoft.com/office/drawing/2014/main" id="{8F887858-8161-46AA-802C-F31285BB2B21}"/>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510AAE4-4AB0-4B45-AA8D-617DC494F8EB}"/>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5248520-111C-41A0-B4E2-A08CF7C6F982}"/>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Safety begins in application logic—not at the final deployment step.</a:t>
            </a:r>
          </a:p>
        </p:txBody>
      </p:sp>
    </p:spTree>
    <p:extLst>
      <p:ext uri="{BB962C8B-B14F-4D97-AF65-F5344CB8AC3E}">
        <p14:creationId xmlns:p14="http://schemas.microsoft.com/office/powerpoint/2010/main" val="7634985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84466F0-CE5E-42CC-8B36-24EFA584F4B7}"/>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3DF997-C560-4D34-A8A9-771D6808B57C}"/>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C3537B-1D1E-4B52-A488-276417775C43}"/>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8C5D5C03-E706-47DE-96F7-57E40294D65F}"/>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Git</a:t>
            </a:r>
          </a:p>
        </p:txBody>
      </p:sp>
      <p:sp>
        <p:nvSpPr>
          <p:cNvPr id="5" name="">
            <a:extLst xmlns:a="http://schemas.openxmlformats.org/drawingml/2006/main">
              <a:ext uri="{FF2B5EF4-FFF2-40B4-BE49-F238E27FC236}">
                <a16:creationId xmlns:a16="http://schemas.microsoft.com/office/drawing/2014/main" id="{89754B1A-8FB7-4D8D-8B66-21D9ECB3F817}"/>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Four states of a controlled change</a:t>
            </a:r>
          </a:p>
        </p:txBody>
      </p:sp>
      <p:sp>
        <p:nvSpPr>
          <p:cNvPr id="6" name="">
            <a:extLst xmlns:a="http://schemas.openxmlformats.org/drawingml/2006/main">
              <a:ext uri="{FF2B5EF4-FFF2-40B4-BE49-F238E27FC236}">
                <a16:creationId xmlns:a16="http://schemas.microsoft.com/office/drawing/2014/main" id="{34B00BF2-6C7A-4FD6-8530-E9C4AFE2087B}"/>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150FD47-EE11-467F-84CA-055635A514E8}"/>
              </a:ext>
            </a:extLst>
          </p:cNvPr>
          <p:cNvSpPr>
            <a:spLocks xmlns:a="http://schemas.openxmlformats.org/drawingml/2006/main" noGrp="1"/>
          </p:cNvSpPr>
          <p:nvPr/>
        </p:nvSpPr>
        <p:spPr>
          <a:xfrm xmlns:a="http://schemas.openxmlformats.org/drawingml/2006/main">
            <a:off x="1000125" y="1809750"/>
            <a:ext cx="2247900" cy="1257300"/>
          </a:xfrm>
          <a:prstGeom xmlns:a="http://schemas.openxmlformats.org/drawingml/2006/main" prst="roundRect">
            <a:avLst>
              <a:gd name="adj" fmla="val 9091"/>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D9B6C6E5-81B2-4060-BEA9-F4CC0AC29AD0}"/>
              </a:ext>
            </a:extLst>
          </p:cNvPr>
          <p:cNvSpPr>
            <a:spLocks xmlns:a="http://schemas.openxmlformats.org/drawingml/2006/main" noGrp="1"/>
          </p:cNvSpPr>
          <p:nvPr/>
        </p:nvSpPr>
        <p:spPr>
          <a:xfrm xmlns:a="http://schemas.openxmlformats.org/drawingml/2006/main">
            <a:off x="1895475"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7ab2135da994766">
            <a:extLst>
              <a:ext uri="{96DAC541-7B7A-43D3-8B79-37D633B846F1}">
                <asvg:svgBlip xmlns:asvg="http://schemas.microsoft.com/office/drawing/2016/SVG/main" r:embed="Re19577815b124929"/>
              </a:ext>
            </a:extLst>
          </a:blip>
          <a:stretch xmlns:a="http://schemas.openxmlformats.org/drawingml/2006/main"/>
        </p:blipFill>
        <p:spPr>
          <a:xfrm xmlns:a="http://schemas.openxmlformats.org/drawingml/2006/main">
            <a:off x="2000250"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DB882F0-D905-4A88-A427-B4007414252D}"/>
              </a:ext>
            </a:extLst>
          </p:cNvPr>
          <p:cNvSpPr>
            <a:spLocks xmlns:a="http://schemas.openxmlformats.org/drawingml/2006/main" noGrp="1"/>
          </p:cNvSpPr>
          <p:nvPr/>
        </p:nvSpPr>
        <p:spPr>
          <a:xfrm xmlns:a="http://schemas.openxmlformats.org/drawingml/2006/main">
            <a:off x="1095375" y="2390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Working tree</a:t>
            </a:r>
          </a:p>
        </p:txBody>
      </p:sp>
      <p:sp>
        <p:nvSpPr>
          <p:cNvPr id="11" name="">
            <a:extLst xmlns:a="http://schemas.openxmlformats.org/drawingml/2006/main">
              <a:ext uri="{FF2B5EF4-FFF2-40B4-BE49-F238E27FC236}">
                <a16:creationId xmlns:a16="http://schemas.microsoft.com/office/drawing/2014/main" id="{4568E6E9-8BFC-4D46-A720-BFA9C83C1B50}"/>
              </a:ext>
            </a:extLst>
          </p:cNvPr>
          <p:cNvSpPr>
            <a:spLocks xmlns:a="http://schemas.openxmlformats.org/drawingml/2006/main" noGrp="1"/>
          </p:cNvSpPr>
          <p:nvPr/>
        </p:nvSpPr>
        <p:spPr>
          <a:xfrm xmlns:a="http://schemas.openxmlformats.org/drawingml/2006/main">
            <a:off x="1114425" y="2647950"/>
            <a:ext cx="201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Edit</a:t>
            </a:r>
          </a:p>
        </p:txBody>
      </p:sp>
      <p:sp>
        <p:nvSpPr>
          <p:cNvPr id="12" name="">
            <a:extLst xmlns:a="http://schemas.openxmlformats.org/drawingml/2006/main">
              <a:ext uri="{FF2B5EF4-FFF2-40B4-BE49-F238E27FC236}">
                <a16:creationId xmlns:a16="http://schemas.microsoft.com/office/drawing/2014/main" id="{B58AA787-88B3-4ABC-BFD1-E2EECDAB3C0A}"/>
              </a:ext>
            </a:extLst>
          </p:cNvPr>
          <p:cNvSpPr>
            <a:spLocks xmlns:a="http://schemas.openxmlformats.org/drawingml/2006/main" noGrp="1"/>
          </p:cNvSpPr>
          <p:nvPr/>
        </p:nvSpPr>
        <p:spPr>
          <a:xfrm xmlns:a="http://schemas.openxmlformats.org/drawingml/2006/main">
            <a:off x="3648075" y="1809750"/>
            <a:ext cx="2247900" cy="1257300"/>
          </a:xfrm>
          <a:prstGeom xmlns:a="http://schemas.openxmlformats.org/drawingml/2006/main" prst="roundRect">
            <a:avLst>
              <a:gd name="adj" fmla="val 9091"/>
            </a:avLst>
          </a:prstGeom>
          <a:solidFill xmlns:a="http://schemas.openxmlformats.org/drawingml/2006/main">
            <a:srgbClr val="F3F8FC"/>
          </a:solidFill>
          <a:ln xmlns:a="http://schemas.openxmlformats.org/drawingml/2006/main" w="9525">
            <a:solidFill>
              <a:srgbClr val="0A6FAF"/>
            </a:solidFill>
            <a:prstDash val="solid"/>
          </a:ln>
        </p:spPr>
      </p:sp>
      <p:sp>
        <p:nvSpPr>
          <p:cNvPr id="13" name="">
            <a:extLst xmlns:a="http://schemas.openxmlformats.org/drawingml/2006/main">
              <a:ext uri="{FF2B5EF4-FFF2-40B4-BE49-F238E27FC236}">
                <a16:creationId xmlns:a16="http://schemas.microsoft.com/office/drawing/2014/main" id="{036E2FBB-EA5A-4298-82C0-5316F1F188EE}"/>
              </a:ext>
            </a:extLst>
          </p:cNvPr>
          <p:cNvSpPr>
            <a:spLocks xmlns:a="http://schemas.openxmlformats.org/drawingml/2006/main" noGrp="1"/>
          </p:cNvSpPr>
          <p:nvPr/>
        </p:nvSpPr>
        <p:spPr>
          <a:xfrm xmlns:a="http://schemas.openxmlformats.org/drawingml/2006/main">
            <a:off x="4543425"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968d4833d93448ce">
            <a:extLst>
              <a:ext uri="{96DAC541-7B7A-43D3-8B79-37D633B846F1}">
                <asvg:svgBlip xmlns:asvg="http://schemas.microsoft.com/office/drawing/2016/SVG/main" r:embed="Re57ef43f8ac74b61"/>
              </a:ext>
            </a:extLst>
          </a:blip>
          <a:stretch xmlns:a="http://schemas.openxmlformats.org/drawingml/2006/main"/>
        </p:blipFill>
        <p:spPr>
          <a:xfrm xmlns:a="http://schemas.openxmlformats.org/drawingml/2006/main">
            <a:off x="4648200" y="20097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9BE3830-BC8D-489E-AE38-7244A57ADA9F}"/>
              </a:ext>
            </a:extLst>
          </p:cNvPr>
          <p:cNvSpPr>
            <a:spLocks xmlns:a="http://schemas.openxmlformats.org/drawingml/2006/main" noGrp="1"/>
          </p:cNvSpPr>
          <p:nvPr/>
        </p:nvSpPr>
        <p:spPr>
          <a:xfrm xmlns:a="http://schemas.openxmlformats.org/drawingml/2006/main">
            <a:off x="3743325" y="2390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Index</a:t>
            </a:r>
          </a:p>
        </p:txBody>
      </p:sp>
      <p:sp>
        <p:nvSpPr>
          <p:cNvPr id="16" name="">
            <a:extLst xmlns:a="http://schemas.openxmlformats.org/drawingml/2006/main">
              <a:ext uri="{FF2B5EF4-FFF2-40B4-BE49-F238E27FC236}">
                <a16:creationId xmlns:a16="http://schemas.microsoft.com/office/drawing/2014/main" id="{A153191D-5EB1-4550-A078-881523011938}"/>
              </a:ext>
            </a:extLst>
          </p:cNvPr>
          <p:cNvSpPr>
            <a:spLocks xmlns:a="http://schemas.openxmlformats.org/drawingml/2006/main" noGrp="1"/>
          </p:cNvSpPr>
          <p:nvPr/>
        </p:nvSpPr>
        <p:spPr>
          <a:xfrm xmlns:a="http://schemas.openxmlformats.org/drawingml/2006/main">
            <a:off x="3762375" y="2647950"/>
            <a:ext cx="201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Stage</a:t>
            </a:r>
          </a:p>
        </p:txBody>
      </p:sp>
      <p:sp>
        <p:nvSpPr>
          <p:cNvPr id="17" name="">
            <a:extLst xmlns:a="http://schemas.openxmlformats.org/drawingml/2006/main">
              <a:ext uri="{FF2B5EF4-FFF2-40B4-BE49-F238E27FC236}">
                <a16:creationId xmlns:a16="http://schemas.microsoft.com/office/drawing/2014/main" id="{31A0EBB0-680E-4BA9-9569-26B1E5EB4C07}"/>
              </a:ext>
            </a:extLst>
          </p:cNvPr>
          <p:cNvSpPr>
            <a:spLocks xmlns:a="http://schemas.openxmlformats.org/drawingml/2006/main" noGrp="1"/>
          </p:cNvSpPr>
          <p:nvPr/>
        </p:nvSpPr>
        <p:spPr>
          <a:xfrm xmlns:a="http://schemas.openxmlformats.org/drawingml/2006/main">
            <a:off x="3286125" y="2352675"/>
            <a:ext cx="3238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D423B48-E94B-47A8-9309-7485A8EF3158}"/>
              </a:ext>
            </a:extLst>
          </p:cNvPr>
          <p:cNvSpPr>
            <a:spLocks xmlns:a="http://schemas.openxmlformats.org/drawingml/2006/main" noGrp="1"/>
          </p:cNvSpPr>
          <p:nvPr/>
        </p:nvSpPr>
        <p:spPr>
          <a:xfrm xmlns:a="http://schemas.openxmlformats.org/drawingml/2006/main">
            <a:off x="6296025" y="1809750"/>
            <a:ext cx="2247900" cy="1257300"/>
          </a:xfrm>
          <a:prstGeom xmlns:a="http://schemas.openxmlformats.org/drawingml/2006/main" prst="roundRect">
            <a:avLst>
              <a:gd name="adj" fmla="val 9091"/>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24F56785-AF00-43AD-AC21-08520D7263E4}"/>
              </a:ext>
            </a:extLst>
          </p:cNvPr>
          <p:cNvSpPr>
            <a:spLocks xmlns:a="http://schemas.openxmlformats.org/drawingml/2006/main" noGrp="1"/>
          </p:cNvSpPr>
          <p:nvPr/>
        </p:nvSpPr>
        <p:spPr>
          <a:xfrm xmlns:a="http://schemas.openxmlformats.org/drawingml/2006/main">
            <a:off x="7191375" y="190500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b62db76788f46c0">
            <a:extLst>
              <a:ext uri="{96DAC541-7B7A-43D3-8B79-37D633B846F1}">
                <asvg:svgBlip xmlns:asvg="http://schemas.microsoft.com/office/drawing/2016/SVG/main" r:embed="Rc38f790d2fc44099"/>
              </a:ext>
            </a:extLst>
          </a:blip>
          <a:stretch xmlns:a="http://schemas.openxmlformats.org/drawingml/2006/main"/>
        </p:blipFill>
        <p:spPr>
          <a:xfrm xmlns:a="http://schemas.openxmlformats.org/drawingml/2006/main">
            <a:off x="7296150" y="20097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1004F12-7A23-466F-8919-B44EB5240FBF}"/>
              </a:ext>
            </a:extLst>
          </p:cNvPr>
          <p:cNvSpPr>
            <a:spLocks xmlns:a="http://schemas.openxmlformats.org/drawingml/2006/main" noGrp="1"/>
          </p:cNvSpPr>
          <p:nvPr/>
        </p:nvSpPr>
        <p:spPr>
          <a:xfrm xmlns:a="http://schemas.openxmlformats.org/drawingml/2006/main">
            <a:off x="6391275" y="2390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Commit</a:t>
            </a:r>
          </a:p>
        </p:txBody>
      </p:sp>
      <p:sp>
        <p:nvSpPr>
          <p:cNvPr id="22" name="">
            <a:extLst xmlns:a="http://schemas.openxmlformats.org/drawingml/2006/main">
              <a:ext uri="{FF2B5EF4-FFF2-40B4-BE49-F238E27FC236}">
                <a16:creationId xmlns:a16="http://schemas.microsoft.com/office/drawing/2014/main" id="{BEDABEAE-AD66-4429-995E-F246203D1C3C}"/>
              </a:ext>
            </a:extLst>
          </p:cNvPr>
          <p:cNvSpPr>
            <a:spLocks xmlns:a="http://schemas.openxmlformats.org/drawingml/2006/main" noGrp="1"/>
          </p:cNvSpPr>
          <p:nvPr/>
        </p:nvSpPr>
        <p:spPr>
          <a:xfrm xmlns:a="http://schemas.openxmlformats.org/drawingml/2006/main">
            <a:off x="6410325" y="2647950"/>
            <a:ext cx="201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Record</a:t>
            </a:r>
          </a:p>
        </p:txBody>
      </p:sp>
      <p:sp>
        <p:nvSpPr>
          <p:cNvPr id="23" name="">
            <a:extLst xmlns:a="http://schemas.openxmlformats.org/drawingml/2006/main">
              <a:ext uri="{FF2B5EF4-FFF2-40B4-BE49-F238E27FC236}">
                <a16:creationId xmlns:a16="http://schemas.microsoft.com/office/drawing/2014/main" id="{DCFAE2AA-1153-4036-A3D3-1C34CEDD12DF}"/>
              </a:ext>
            </a:extLst>
          </p:cNvPr>
          <p:cNvSpPr>
            <a:spLocks xmlns:a="http://schemas.openxmlformats.org/drawingml/2006/main" noGrp="1"/>
          </p:cNvSpPr>
          <p:nvPr/>
        </p:nvSpPr>
        <p:spPr>
          <a:xfrm xmlns:a="http://schemas.openxmlformats.org/drawingml/2006/main">
            <a:off x="5934075" y="2352675"/>
            <a:ext cx="3238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26B85FD-EAF2-4929-A03F-BB9658155A19}"/>
              </a:ext>
            </a:extLst>
          </p:cNvPr>
          <p:cNvSpPr>
            <a:spLocks xmlns:a="http://schemas.openxmlformats.org/drawingml/2006/main" noGrp="1"/>
          </p:cNvSpPr>
          <p:nvPr/>
        </p:nvSpPr>
        <p:spPr>
          <a:xfrm xmlns:a="http://schemas.openxmlformats.org/drawingml/2006/main">
            <a:off x="8943975" y="1809750"/>
            <a:ext cx="2247900" cy="1257300"/>
          </a:xfrm>
          <a:prstGeom xmlns:a="http://schemas.openxmlformats.org/drawingml/2006/main" prst="roundRect">
            <a:avLst>
              <a:gd name="adj" fmla="val 9091"/>
            </a:avLst>
          </a:prstGeom>
          <a:solidFill xmlns:a="http://schemas.openxmlformats.org/drawingml/2006/main">
            <a:srgbClr val="F3F8FC"/>
          </a:solidFill>
          <a:ln xmlns:a="http://schemas.openxmlformats.org/drawingml/2006/main" w="9525">
            <a:solidFill>
              <a:srgbClr val="1E9B65"/>
            </a:solidFill>
            <a:prstDash val="solid"/>
          </a:ln>
        </p:spPr>
      </p:sp>
      <p:sp>
        <p:nvSpPr>
          <p:cNvPr id="25" name="">
            <a:extLst xmlns:a="http://schemas.openxmlformats.org/drawingml/2006/main">
              <a:ext uri="{FF2B5EF4-FFF2-40B4-BE49-F238E27FC236}">
                <a16:creationId xmlns:a16="http://schemas.microsoft.com/office/drawing/2014/main" id="{52BDAC71-522E-4C3A-945E-54D6655B2813}"/>
              </a:ext>
            </a:extLst>
          </p:cNvPr>
          <p:cNvSpPr>
            <a:spLocks xmlns:a="http://schemas.openxmlformats.org/drawingml/2006/main" noGrp="1"/>
          </p:cNvSpPr>
          <p:nvPr/>
        </p:nvSpPr>
        <p:spPr>
          <a:xfrm xmlns:a="http://schemas.openxmlformats.org/drawingml/2006/main">
            <a:off x="9839325"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9519b1a8df81436e">
            <a:extLst>
              <a:ext uri="{96DAC541-7B7A-43D3-8B79-37D633B846F1}">
                <asvg:svgBlip xmlns:asvg="http://schemas.microsoft.com/office/drawing/2016/SVG/main" r:embed="R8ce359e4e8a249e7"/>
              </a:ext>
            </a:extLst>
          </a:blip>
          <a:stretch xmlns:a="http://schemas.openxmlformats.org/drawingml/2006/main"/>
        </p:blipFill>
        <p:spPr>
          <a:xfrm xmlns:a="http://schemas.openxmlformats.org/drawingml/2006/main">
            <a:off x="9944100" y="20097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40E3DBDA-E378-4414-9FFE-E44D052A4106}"/>
              </a:ext>
            </a:extLst>
          </p:cNvPr>
          <p:cNvSpPr>
            <a:spLocks xmlns:a="http://schemas.openxmlformats.org/drawingml/2006/main" noGrp="1"/>
          </p:cNvSpPr>
          <p:nvPr/>
        </p:nvSpPr>
        <p:spPr>
          <a:xfrm xmlns:a="http://schemas.openxmlformats.org/drawingml/2006/main">
            <a:off x="9039225" y="2390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Remote</a:t>
            </a:r>
          </a:p>
        </p:txBody>
      </p:sp>
      <p:sp>
        <p:nvSpPr>
          <p:cNvPr id="28" name="">
            <a:extLst xmlns:a="http://schemas.openxmlformats.org/drawingml/2006/main">
              <a:ext uri="{FF2B5EF4-FFF2-40B4-BE49-F238E27FC236}">
                <a16:creationId xmlns:a16="http://schemas.microsoft.com/office/drawing/2014/main" id="{C20D8507-17C3-4638-9246-879AE271A8D2}"/>
              </a:ext>
            </a:extLst>
          </p:cNvPr>
          <p:cNvSpPr>
            <a:spLocks xmlns:a="http://schemas.openxmlformats.org/drawingml/2006/main" noGrp="1"/>
          </p:cNvSpPr>
          <p:nvPr/>
        </p:nvSpPr>
        <p:spPr>
          <a:xfrm xmlns:a="http://schemas.openxmlformats.org/drawingml/2006/main">
            <a:off x="9058275" y="2647950"/>
            <a:ext cx="201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Share</a:t>
            </a:r>
          </a:p>
        </p:txBody>
      </p:sp>
      <p:sp>
        <p:nvSpPr>
          <p:cNvPr id="29" name="">
            <a:extLst xmlns:a="http://schemas.openxmlformats.org/drawingml/2006/main">
              <a:ext uri="{FF2B5EF4-FFF2-40B4-BE49-F238E27FC236}">
                <a16:creationId xmlns:a16="http://schemas.microsoft.com/office/drawing/2014/main" id="{F3A80B68-334E-40D8-9416-18E12A4D60E6}"/>
              </a:ext>
            </a:extLst>
          </p:cNvPr>
          <p:cNvSpPr>
            <a:spLocks xmlns:a="http://schemas.openxmlformats.org/drawingml/2006/main" noGrp="1"/>
          </p:cNvSpPr>
          <p:nvPr/>
        </p:nvSpPr>
        <p:spPr>
          <a:xfrm xmlns:a="http://schemas.openxmlformats.org/drawingml/2006/main">
            <a:off x="8582025" y="2352675"/>
            <a:ext cx="3238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3E35F30-B9B8-4F9A-AD53-5776F706D079}"/>
              </a:ext>
            </a:extLst>
          </p:cNvPr>
          <p:cNvSpPr>
            <a:spLocks xmlns:a="http://schemas.openxmlformats.org/drawingml/2006/main" noGrp="1"/>
          </p:cNvSpPr>
          <p:nvPr/>
        </p:nvSpPr>
        <p:spPr>
          <a:xfrm xmlns:a="http://schemas.openxmlformats.org/drawingml/2006/main">
            <a:off x="1428750" y="3714750"/>
            <a:ext cx="933450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31" name="">
            <a:extLst xmlns:a="http://schemas.openxmlformats.org/drawingml/2006/main">
              <a:ext uri="{FF2B5EF4-FFF2-40B4-BE49-F238E27FC236}">
                <a16:creationId xmlns:a16="http://schemas.microsoft.com/office/drawing/2014/main" id="{E09F665B-5C2C-4012-ADC1-CEAFBD7747C5}"/>
              </a:ext>
            </a:extLst>
          </p:cNvPr>
          <p:cNvSpPr>
            <a:spLocks xmlns:a="http://schemas.openxmlformats.org/drawingml/2006/main" noGrp="1"/>
          </p:cNvSpPr>
          <p:nvPr/>
        </p:nvSpPr>
        <p:spPr>
          <a:xfrm xmlns:a="http://schemas.openxmlformats.org/drawingml/2006/main">
            <a:off x="1714500" y="38862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Feature branch</a:t>
            </a:r>
          </a:p>
        </p:txBody>
      </p:sp>
      <p:sp>
        <p:nvSpPr>
          <p:cNvPr id="32" name="">
            <a:extLst xmlns:a="http://schemas.openxmlformats.org/drawingml/2006/main">
              <a:ext uri="{FF2B5EF4-FFF2-40B4-BE49-F238E27FC236}">
                <a16:creationId xmlns:a16="http://schemas.microsoft.com/office/drawing/2014/main" id="{4ADCB0F2-6C21-456C-8F91-F44DAEF23F61}"/>
              </a:ext>
            </a:extLst>
          </p:cNvPr>
          <p:cNvSpPr>
            <a:spLocks xmlns:a="http://schemas.openxmlformats.org/drawingml/2006/main" noGrp="1"/>
          </p:cNvSpPr>
          <p:nvPr/>
        </p:nvSpPr>
        <p:spPr>
          <a:xfrm xmlns:a="http://schemas.openxmlformats.org/drawingml/2006/main">
            <a:off x="3714750" y="3905250"/>
            <a:ext cx="1428750" cy="26670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52B70C1-134B-4406-876B-8882BA43536B}"/>
              </a:ext>
            </a:extLst>
          </p:cNvPr>
          <p:cNvSpPr>
            <a:spLocks xmlns:a="http://schemas.openxmlformats.org/drawingml/2006/main" noGrp="1"/>
          </p:cNvSpPr>
          <p:nvPr/>
        </p:nvSpPr>
        <p:spPr>
          <a:xfrm xmlns:a="http://schemas.openxmlformats.org/drawingml/2006/main">
            <a:off x="5286375" y="38862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27"/>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Review + automated checks</a:t>
            </a:r>
          </a:p>
        </p:txBody>
      </p:sp>
      <p:sp>
        <p:nvSpPr>
          <p:cNvPr id="34" name="">
            <a:extLst xmlns:a="http://schemas.openxmlformats.org/drawingml/2006/main">
              <a:ext uri="{FF2B5EF4-FFF2-40B4-BE49-F238E27FC236}">
                <a16:creationId xmlns:a16="http://schemas.microsoft.com/office/drawing/2014/main" id="{32F97C41-4C03-463E-BC42-357899EDE0A2}"/>
              </a:ext>
            </a:extLst>
          </p:cNvPr>
          <p:cNvSpPr>
            <a:spLocks xmlns:a="http://schemas.openxmlformats.org/drawingml/2006/main" noGrp="1"/>
          </p:cNvSpPr>
          <p:nvPr/>
        </p:nvSpPr>
        <p:spPr>
          <a:xfrm xmlns:a="http://schemas.openxmlformats.org/drawingml/2006/main">
            <a:off x="7905750" y="3905250"/>
            <a:ext cx="1047750" cy="266700"/>
          </a:xfrm>
          <a:prstGeom xmlns:a="http://schemas.openxmlformats.org/drawingml/2006/main" prst="rightArrow">
            <a:avLst/>
          </a:prstGeom>
          <a:solidFill xmlns:a="http://schemas.openxmlformats.org/drawingml/2006/main">
            <a:srgbClr val="1E9B65"/>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C48CB4D-3990-4E6D-BD0E-072DE1E4F2C3}"/>
              </a:ext>
            </a:extLst>
          </p:cNvPr>
          <p:cNvSpPr>
            <a:spLocks xmlns:a="http://schemas.openxmlformats.org/drawingml/2006/main" noGrp="1"/>
          </p:cNvSpPr>
          <p:nvPr/>
        </p:nvSpPr>
        <p:spPr>
          <a:xfrm xmlns:a="http://schemas.openxmlformats.org/drawingml/2006/main">
            <a:off x="9048750" y="388620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17"/>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Protected main</a:t>
            </a:r>
          </a:p>
        </p:txBody>
      </p:sp>
      <p:sp>
        <p:nvSpPr>
          <p:cNvPr id="36" name="">
            <a:extLst xmlns:a="http://schemas.openxmlformats.org/drawingml/2006/main">
              <a:ext uri="{FF2B5EF4-FFF2-40B4-BE49-F238E27FC236}">
                <a16:creationId xmlns:a16="http://schemas.microsoft.com/office/drawing/2014/main" id="{756C2965-05C6-4A18-B9C4-8B01E1015341}"/>
              </a:ext>
            </a:extLst>
          </p:cNvPr>
          <p:cNvSpPr>
            <a:spLocks xmlns:a="http://schemas.openxmlformats.org/drawingml/2006/main" noGrp="1"/>
          </p:cNvSpPr>
          <p:nvPr/>
        </p:nvSpPr>
        <p:spPr>
          <a:xfrm xmlns:a="http://schemas.openxmlformats.org/drawingml/2006/main">
            <a:off x="2143125" y="4381500"/>
            <a:ext cx="790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The commit identifies exactly what was reviewed, tested, and later released.</a:t>
            </a:r>
          </a:p>
        </p:txBody>
      </p:sp>
      <p:sp>
        <p:nvSpPr>
          <p:cNvPr id="37" name="">
            <a:extLst xmlns:a="http://schemas.openxmlformats.org/drawingml/2006/main">
              <a:ext uri="{FF2B5EF4-FFF2-40B4-BE49-F238E27FC236}">
                <a16:creationId xmlns:a16="http://schemas.microsoft.com/office/drawing/2014/main" id="{AF84FADA-0498-48F1-9CFF-A7D0EAA6842A}"/>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16CDC41-BA0E-43FD-85F4-B6CCBA3C7E99}"/>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110205C-A3B3-44D8-9C10-ADB59A9BAC78}"/>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Git stores more than files: it records decisions and enables repeatability.</a:t>
            </a:r>
          </a:p>
        </p:txBody>
      </p:sp>
    </p:spTree>
    <p:extLst>
      <p:ext uri="{BB962C8B-B14F-4D97-AF65-F5344CB8AC3E}">
        <p14:creationId xmlns:p14="http://schemas.microsoft.com/office/powerpoint/2010/main" val="17016551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5D49DC7-F835-4854-81B6-315C70A6FBC4}"/>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DE3D65-2359-4078-9FAB-08860CCA3632}"/>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0EE045-2347-4E29-A42B-945555501709}"/>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561E327F-B030-4543-9402-37D018F78750}"/>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Interfaces</a:t>
            </a:r>
          </a:p>
        </p:txBody>
      </p:sp>
      <p:sp>
        <p:nvSpPr>
          <p:cNvPr id="5" name="">
            <a:extLst xmlns:a="http://schemas.openxmlformats.org/drawingml/2006/main">
              <a:ext uri="{FF2B5EF4-FFF2-40B4-BE49-F238E27FC236}">
                <a16:creationId xmlns:a16="http://schemas.microsoft.com/office/drawing/2014/main" id="{97176784-6091-40B5-92A3-BBE667817367}"/>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Choose the interface by required control—not habit</a:t>
            </a:r>
          </a:p>
        </p:txBody>
      </p:sp>
      <p:sp>
        <p:nvSpPr>
          <p:cNvPr id="6" name="">
            <a:extLst xmlns:a="http://schemas.openxmlformats.org/drawingml/2006/main">
              <a:ext uri="{FF2B5EF4-FFF2-40B4-BE49-F238E27FC236}">
                <a16:creationId xmlns:a16="http://schemas.microsoft.com/office/drawing/2014/main" id="{908A4659-4F3D-43FE-AF5D-18A98C3CA1A3}"/>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8D4595-6EEA-437C-AC61-3C5051A9A109}"/>
              </a:ext>
            </a:extLst>
          </p:cNvPr>
          <p:cNvSpPr>
            <a:spLocks xmlns:a="http://schemas.openxmlformats.org/drawingml/2006/main" noGrp="1"/>
          </p:cNvSpPr>
          <p:nvPr/>
        </p:nvSpPr>
        <p:spPr>
          <a:xfrm xmlns:a="http://schemas.openxmlformats.org/drawingml/2006/main">
            <a:off x="762000" y="16192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46579"/>
                </a:solidFill>
                <a:latin typeface="Helvetica Neue"/>
                <a:ea typeface="Helvetica Neue"/>
                <a:cs typeface="Helvetica Neue"/>
              </a:defRPr>
            </a:pPr>
            <a:r>
              <a:rPr sz="1050" b="1">
                <a:solidFill>
                  <a:srgbClr val="546579"/>
                </a:solidFill>
                <a:latin typeface="Helvetica Neue"/>
                <a:ea typeface="Helvetica Neue"/>
                <a:cs typeface="Helvetica Neue"/>
              </a:rPr>
              <a:t>INTERFACE</a:t>
            </a:r>
          </a:p>
        </p:txBody>
      </p:sp>
      <p:sp>
        <p:nvSpPr>
          <p:cNvPr id="8" name="">
            <a:extLst xmlns:a="http://schemas.openxmlformats.org/drawingml/2006/main">
              <a:ext uri="{FF2B5EF4-FFF2-40B4-BE49-F238E27FC236}">
                <a16:creationId xmlns:a16="http://schemas.microsoft.com/office/drawing/2014/main" id="{171B3103-52A4-42BA-BD27-5BF6C6F40C8A}"/>
              </a:ext>
            </a:extLst>
          </p:cNvPr>
          <p:cNvSpPr>
            <a:spLocks xmlns:a="http://schemas.openxmlformats.org/drawingml/2006/main" noGrp="1"/>
          </p:cNvSpPr>
          <p:nvPr/>
        </p:nvSpPr>
        <p:spPr>
          <a:xfrm xmlns:a="http://schemas.openxmlformats.org/drawingml/2006/main">
            <a:off x="3429000" y="16192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46579"/>
                </a:solidFill>
                <a:latin typeface="Helvetica Neue"/>
                <a:ea typeface="Helvetica Neue"/>
                <a:cs typeface="Helvetica Neue"/>
              </a:defRPr>
            </a:pPr>
            <a:r>
              <a:rPr sz="1050" b="1">
                <a:solidFill>
                  <a:srgbClr val="546579"/>
                </a:solidFill>
                <a:latin typeface="Helvetica Neue"/>
                <a:ea typeface="Helvetica Neue"/>
                <a:cs typeface="Helvetica Neue"/>
              </a:rPr>
              <a:t>BEST FIT</a:t>
            </a:r>
          </a:p>
        </p:txBody>
      </p:sp>
      <p:sp>
        <p:nvSpPr>
          <p:cNvPr id="9" name="">
            <a:extLst xmlns:a="http://schemas.openxmlformats.org/drawingml/2006/main">
              <a:ext uri="{FF2B5EF4-FFF2-40B4-BE49-F238E27FC236}">
                <a16:creationId xmlns:a16="http://schemas.microsoft.com/office/drawing/2014/main" id="{08E4EE26-D815-401E-908F-600EA4C856BC}"/>
              </a:ext>
            </a:extLst>
          </p:cNvPr>
          <p:cNvSpPr>
            <a:spLocks xmlns:a="http://schemas.openxmlformats.org/drawingml/2006/main" noGrp="1"/>
          </p:cNvSpPr>
          <p:nvPr/>
        </p:nvSpPr>
        <p:spPr>
          <a:xfrm xmlns:a="http://schemas.openxmlformats.org/drawingml/2006/main">
            <a:off x="6858000" y="1619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46579"/>
                </a:solidFill>
                <a:latin typeface="Helvetica Neue"/>
                <a:ea typeface="Helvetica Neue"/>
                <a:cs typeface="Helvetica Neue"/>
              </a:defRPr>
            </a:pPr>
            <a:r>
              <a:rPr sz="1050" b="1">
                <a:solidFill>
                  <a:srgbClr val="546579"/>
                </a:solidFill>
                <a:latin typeface="Helvetica Neue"/>
                <a:ea typeface="Helvetica Neue"/>
                <a:cs typeface="Helvetica Neue"/>
              </a:rPr>
              <a:t>ENGINEERING CONCERN</a:t>
            </a:r>
          </a:p>
        </p:txBody>
      </p:sp>
      <p:sp>
        <p:nvSpPr>
          <p:cNvPr id="10" name="">
            <a:extLst xmlns:a="http://schemas.openxmlformats.org/drawingml/2006/main">
              <a:ext uri="{FF2B5EF4-FFF2-40B4-BE49-F238E27FC236}">
                <a16:creationId xmlns:a16="http://schemas.microsoft.com/office/drawing/2014/main" id="{AD311925-73CA-4024-8110-8C04CAB59BF1}"/>
              </a:ext>
            </a:extLst>
          </p:cNvPr>
          <p:cNvSpPr>
            <a:spLocks xmlns:a="http://schemas.openxmlformats.org/drawingml/2006/main" noGrp="1"/>
          </p:cNvSpPr>
          <p:nvPr/>
        </p:nvSpPr>
        <p:spPr>
          <a:xfrm xmlns:a="http://schemas.openxmlformats.org/drawingml/2006/main">
            <a:off x="666750" y="1952625"/>
            <a:ext cx="10858500" cy="685800"/>
          </a:xfrm>
          <a:prstGeom xmlns:a="http://schemas.openxmlformats.org/drawingml/2006/main" prst="roundRect">
            <a:avLst>
              <a:gd name="adj" fmla="val 11111"/>
            </a:avLst>
          </a:prstGeom>
          <a:solidFill xmlns:a="http://schemas.openxmlformats.org/drawingml/2006/main">
            <a:srgbClr val="F3F8FC"/>
          </a:solidFill>
          <a:ln xmlns:a="http://schemas.openxmlformats.org/drawingml/2006/main" w="9525">
            <a:solidFill>
              <a:srgbClr val="C8D7E5"/>
            </a:solidFill>
            <a:prstDash val="solid"/>
          </a:ln>
        </p:spPr>
      </p:sp>
      <p:sp>
        <p:nvSpPr>
          <p:cNvPr id="11" name="">
            <a:extLst xmlns:a="http://schemas.openxmlformats.org/drawingml/2006/main">
              <a:ext uri="{FF2B5EF4-FFF2-40B4-BE49-F238E27FC236}">
                <a16:creationId xmlns:a16="http://schemas.microsoft.com/office/drawing/2014/main" id="{DD12D592-0C8A-4C51-8B35-4EB69D5CDE5A}"/>
              </a:ext>
            </a:extLst>
          </p:cNvPr>
          <p:cNvSpPr>
            <a:spLocks xmlns:a="http://schemas.openxmlformats.org/drawingml/2006/main" noGrp="1"/>
          </p:cNvSpPr>
          <p:nvPr/>
        </p:nvSpPr>
        <p:spPr>
          <a:xfrm xmlns:a="http://schemas.openxmlformats.org/drawingml/2006/main">
            <a:off x="666750" y="1952625"/>
            <a:ext cx="85725" cy="6858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36E95F0-213E-477D-98D0-09E0207BEA5D}"/>
              </a:ext>
            </a:extLst>
          </p:cNvPr>
          <p:cNvSpPr>
            <a:spLocks xmlns:a="http://schemas.openxmlformats.org/drawingml/2006/main" noGrp="1"/>
          </p:cNvSpPr>
          <p:nvPr/>
        </p:nvSpPr>
        <p:spPr>
          <a:xfrm xmlns:a="http://schemas.openxmlformats.org/drawingml/2006/main">
            <a:off x="895350" y="204787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82B59"/>
                </a:solidFill>
                <a:latin typeface="Helvetica Neue"/>
                <a:ea typeface="Helvetica Neue"/>
                <a:cs typeface="Helvetica Neue"/>
              </a:defRPr>
            </a:pPr>
            <a:r>
              <a:rPr sz="1425" b="1">
                <a:solidFill>
                  <a:srgbClr val="082B59"/>
                </a:solidFill>
                <a:latin typeface="Helvetica Neue"/>
                <a:ea typeface="Helvetica Neue"/>
                <a:cs typeface="Helvetica Neue"/>
              </a:rPr>
              <a:t>SSH / CLI</a:t>
            </a:r>
          </a:p>
        </p:txBody>
      </p:sp>
      <p:sp>
        <p:nvSpPr>
          <p:cNvPr id="13" name="">
            <a:extLst xmlns:a="http://schemas.openxmlformats.org/drawingml/2006/main">
              <a:ext uri="{FF2B5EF4-FFF2-40B4-BE49-F238E27FC236}">
                <a16:creationId xmlns:a16="http://schemas.microsoft.com/office/drawing/2014/main" id="{A7F95E59-E604-45EA-874B-E12F6B34D1C2}"/>
              </a:ext>
            </a:extLst>
          </p:cNvPr>
          <p:cNvSpPr>
            <a:spLocks xmlns:a="http://schemas.openxmlformats.org/drawingml/2006/main" noGrp="1"/>
          </p:cNvSpPr>
          <p:nvPr/>
        </p:nvSpPr>
        <p:spPr>
          <a:xfrm xmlns:a="http://schemas.openxmlformats.org/drawingml/2006/main">
            <a:off x="3429000" y="204787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Broad coverage</a:t>
            </a:r>
          </a:p>
        </p:txBody>
      </p:sp>
      <p:sp>
        <p:nvSpPr>
          <p:cNvPr id="14" name="">
            <a:extLst xmlns:a="http://schemas.openxmlformats.org/drawingml/2006/main">
              <a:ext uri="{FF2B5EF4-FFF2-40B4-BE49-F238E27FC236}">
                <a16:creationId xmlns:a16="http://schemas.microsoft.com/office/drawing/2014/main" id="{A7F28EB9-475E-49B2-8484-261233346EFB}"/>
              </a:ext>
            </a:extLst>
          </p:cNvPr>
          <p:cNvSpPr>
            <a:spLocks xmlns:a="http://schemas.openxmlformats.org/drawingml/2006/main" noGrp="1"/>
          </p:cNvSpPr>
          <p:nvPr/>
        </p:nvSpPr>
        <p:spPr>
          <a:xfrm xmlns:a="http://schemas.openxmlformats.org/drawingml/2006/main">
            <a:off x="6858000" y="2047875"/>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Parsing and command context</a:t>
            </a:r>
          </a:p>
        </p:txBody>
      </p:sp>
      <p:sp>
        <p:nvSpPr>
          <p:cNvPr id="15" name="">
            <a:extLst xmlns:a="http://schemas.openxmlformats.org/drawingml/2006/main">
              <a:ext uri="{FF2B5EF4-FFF2-40B4-BE49-F238E27FC236}">
                <a16:creationId xmlns:a16="http://schemas.microsoft.com/office/drawing/2014/main" id="{8EFDEF3D-420F-420A-83C9-55CADE6687E0}"/>
              </a:ext>
            </a:extLst>
          </p:cNvPr>
          <p:cNvSpPr>
            <a:spLocks xmlns:a="http://schemas.openxmlformats.org/drawingml/2006/main" noGrp="1"/>
          </p:cNvSpPr>
          <p:nvPr/>
        </p:nvSpPr>
        <p:spPr>
          <a:xfrm xmlns:a="http://schemas.openxmlformats.org/drawingml/2006/main">
            <a:off x="666750" y="2847975"/>
            <a:ext cx="10858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D7E5"/>
            </a:solidFill>
            <a:prstDash val="solid"/>
          </a:ln>
        </p:spPr>
      </p:sp>
      <p:sp>
        <p:nvSpPr>
          <p:cNvPr id="16" name="">
            <a:extLst xmlns:a="http://schemas.openxmlformats.org/drawingml/2006/main">
              <a:ext uri="{FF2B5EF4-FFF2-40B4-BE49-F238E27FC236}">
                <a16:creationId xmlns:a16="http://schemas.microsoft.com/office/drawing/2014/main" id="{94771BBA-95A5-45A6-9A85-99CC02EF7D19}"/>
              </a:ext>
            </a:extLst>
          </p:cNvPr>
          <p:cNvSpPr>
            <a:spLocks xmlns:a="http://schemas.openxmlformats.org/drawingml/2006/main" noGrp="1"/>
          </p:cNvSpPr>
          <p:nvPr/>
        </p:nvSpPr>
        <p:spPr>
          <a:xfrm xmlns:a="http://schemas.openxmlformats.org/drawingml/2006/main">
            <a:off x="666750" y="2847975"/>
            <a:ext cx="85725" cy="68580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DC2B19E-6F47-496D-88C7-4277BACEC9FE}"/>
              </a:ext>
            </a:extLst>
          </p:cNvPr>
          <p:cNvSpPr>
            <a:spLocks xmlns:a="http://schemas.openxmlformats.org/drawingml/2006/main" noGrp="1"/>
          </p:cNvSpPr>
          <p:nvPr/>
        </p:nvSpPr>
        <p:spPr>
          <a:xfrm xmlns:a="http://schemas.openxmlformats.org/drawingml/2006/main">
            <a:off x="895350" y="294322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82B59"/>
                </a:solidFill>
                <a:latin typeface="Helvetica Neue"/>
                <a:ea typeface="Helvetica Neue"/>
                <a:cs typeface="Helvetica Neue"/>
              </a:defRPr>
            </a:pPr>
            <a:r>
              <a:rPr sz="1425" b="1">
                <a:solidFill>
                  <a:srgbClr val="082B59"/>
                </a:solidFill>
                <a:latin typeface="Helvetica Neue"/>
                <a:ea typeface="Helvetica Neue"/>
                <a:cs typeface="Helvetica Neue"/>
              </a:rPr>
              <a:t>REST API</a:t>
            </a:r>
          </a:p>
        </p:txBody>
      </p:sp>
      <p:sp>
        <p:nvSpPr>
          <p:cNvPr id="18" name="">
            <a:extLst xmlns:a="http://schemas.openxmlformats.org/drawingml/2006/main">
              <a:ext uri="{FF2B5EF4-FFF2-40B4-BE49-F238E27FC236}">
                <a16:creationId xmlns:a16="http://schemas.microsoft.com/office/drawing/2014/main" id="{33F694C7-C49E-4C8C-A012-AB77628FAED7}"/>
              </a:ext>
            </a:extLst>
          </p:cNvPr>
          <p:cNvSpPr>
            <a:spLocks xmlns:a="http://schemas.openxmlformats.org/drawingml/2006/main" noGrp="1"/>
          </p:cNvSpPr>
          <p:nvPr/>
        </p:nvSpPr>
        <p:spPr>
          <a:xfrm xmlns:a="http://schemas.openxmlformats.org/drawingml/2006/main">
            <a:off x="3429000" y="294322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Service integration</a:t>
            </a:r>
          </a:p>
        </p:txBody>
      </p:sp>
      <p:sp>
        <p:nvSpPr>
          <p:cNvPr id="19" name="">
            <a:extLst xmlns:a="http://schemas.openxmlformats.org/drawingml/2006/main">
              <a:ext uri="{FF2B5EF4-FFF2-40B4-BE49-F238E27FC236}">
                <a16:creationId xmlns:a16="http://schemas.microsoft.com/office/drawing/2014/main" id="{E46E41FC-68B4-4917-841E-D66B737B2D01}"/>
              </a:ext>
            </a:extLst>
          </p:cNvPr>
          <p:cNvSpPr>
            <a:spLocks xmlns:a="http://schemas.openxmlformats.org/drawingml/2006/main" noGrp="1"/>
          </p:cNvSpPr>
          <p:nvPr/>
        </p:nvSpPr>
        <p:spPr>
          <a:xfrm xmlns:a="http://schemas.openxmlformats.org/drawingml/2006/main">
            <a:off x="6858000" y="2943225"/>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Schema, status codes, pagination</a:t>
            </a:r>
          </a:p>
        </p:txBody>
      </p:sp>
      <p:sp>
        <p:nvSpPr>
          <p:cNvPr id="20" name="">
            <a:extLst xmlns:a="http://schemas.openxmlformats.org/drawingml/2006/main">
              <a:ext uri="{FF2B5EF4-FFF2-40B4-BE49-F238E27FC236}">
                <a16:creationId xmlns:a16="http://schemas.microsoft.com/office/drawing/2014/main" id="{EB06B2AA-D636-4E42-89B8-0F60E93D4FD1}"/>
              </a:ext>
            </a:extLst>
          </p:cNvPr>
          <p:cNvSpPr>
            <a:spLocks xmlns:a="http://schemas.openxmlformats.org/drawingml/2006/main" noGrp="1"/>
          </p:cNvSpPr>
          <p:nvPr/>
        </p:nvSpPr>
        <p:spPr>
          <a:xfrm xmlns:a="http://schemas.openxmlformats.org/drawingml/2006/main">
            <a:off x="666750" y="3743325"/>
            <a:ext cx="10858500" cy="685800"/>
          </a:xfrm>
          <a:prstGeom xmlns:a="http://schemas.openxmlformats.org/drawingml/2006/main" prst="roundRect">
            <a:avLst>
              <a:gd name="adj" fmla="val 11111"/>
            </a:avLst>
          </a:prstGeom>
          <a:solidFill xmlns:a="http://schemas.openxmlformats.org/drawingml/2006/main">
            <a:srgbClr val="F3F8FC"/>
          </a:solidFill>
          <a:ln xmlns:a="http://schemas.openxmlformats.org/drawingml/2006/main" w="9525">
            <a:solidFill>
              <a:srgbClr val="C8D7E5"/>
            </a:solidFill>
            <a:prstDash val="solid"/>
          </a:ln>
        </p:spPr>
      </p:sp>
      <p:sp>
        <p:nvSpPr>
          <p:cNvPr id="21" name="">
            <a:extLst xmlns:a="http://schemas.openxmlformats.org/drawingml/2006/main">
              <a:ext uri="{FF2B5EF4-FFF2-40B4-BE49-F238E27FC236}">
                <a16:creationId xmlns:a16="http://schemas.microsoft.com/office/drawing/2014/main" id="{6AC81415-2C91-4784-9DBF-79AACB88C7F5}"/>
              </a:ext>
            </a:extLst>
          </p:cNvPr>
          <p:cNvSpPr>
            <a:spLocks xmlns:a="http://schemas.openxmlformats.org/drawingml/2006/main" noGrp="1"/>
          </p:cNvSpPr>
          <p:nvPr/>
        </p:nvSpPr>
        <p:spPr>
          <a:xfrm xmlns:a="http://schemas.openxmlformats.org/drawingml/2006/main">
            <a:off x="666750" y="3743325"/>
            <a:ext cx="85725" cy="68580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EB415E7-340F-493D-8850-8FEEDD7BBD48}"/>
              </a:ext>
            </a:extLst>
          </p:cNvPr>
          <p:cNvSpPr>
            <a:spLocks xmlns:a="http://schemas.openxmlformats.org/drawingml/2006/main" noGrp="1"/>
          </p:cNvSpPr>
          <p:nvPr/>
        </p:nvSpPr>
        <p:spPr>
          <a:xfrm xmlns:a="http://schemas.openxmlformats.org/drawingml/2006/main">
            <a:off x="895350" y="383857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82B59"/>
                </a:solidFill>
                <a:latin typeface="Helvetica Neue"/>
                <a:ea typeface="Helvetica Neue"/>
                <a:cs typeface="Helvetica Neue"/>
              </a:defRPr>
            </a:pPr>
            <a:r>
              <a:rPr sz="1425" b="1">
                <a:solidFill>
                  <a:srgbClr val="082B59"/>
                </a:solidFill>
                <a:latin typeface="Helvetica Neue"/>
                <a:ea typeface="Helvetica Neue"/>
                <a:cs typeface="Helvetica Neue"/>
              </a:rPr>
              <a:t>NETCONF + YANG</a:t>
            </a:r>
          </a:p>
        </p:txBody>
      </p:sp>
      <p:sp>
        <p:nvSpPr>
          <p:cNvPr id="23" name="">
            <a:extLst xmlns:a="http://schemas.openxmlformats.org/drawingml/2006/main">
              <a:ext uri="{FF2B5EF4-FFF2-40B4-BE49-F238E27FC236}">
                <a16:creationId xmlns:a16="http://schemas.microsoft.com/office/drawing/2014/main" id="{6AC0194C-D531-4357-834C-B8E9E0FFF57C}"/>
              </a:ext>
            </a:extLst>
          </p:cNvPr>
          <p:cNvSpPr>
            <a:spLocks xmlns:a="http://schemas.openxmlformats.org/drawingml/2006/main" noGrp="1"/>
          </p:cNvSpPr>
          <p:nvPr/>
        </p:nvSpPr>
        <p:spPr>
          <a:xfrm xmlns:a="http://schemas.openxmlformats.org/drawingml/2006/main">
            <a:off x="3429000" y="383857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Model-driven configuration</a:t>
            </a:r>
          </a:p>
        </p:txBody>
      </p:sp>
      <p:sp>
        <p:nvSpPr>
          <p:cNvPr id="24" name="">
            <a:extLst xmlns:a="http://schemas.openxmlformats.org/drawingml/2006/main">
              <a:ext uri="{FF2B5EF4-FFF2-40B4-BE49-F238E27FC236}">
                <a16:creationId xmlns:a16="http://schemas.microsoft.com/office/drawing/2014/main" id="{A2A9C895-10D7-4730-AB0A-C5A738E36E29}"/>
              </a:ext>
            </a:extLst>
          </p:cNvPr>
          <p:cNvSpPr>
            <a:spLocks xmlns:a="http://schemas.openxmlformats.org/drawingml/2006/main" noGrp="1"/>
          </p:cNvSpPr>
          <p:nvPr/>
        </p:nvSpPr>
        <p:spPr>
          <a:xfrm xmlns:a="http://schemas.openxmlformats.org/drawingml/2006/main">
            <a:off x="6858000" y="3838575"/>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Capabilities, datastore, transaction</a:t>
            </a:r>
          </a:p>
        </p:txBody>
      </p:sp>
      <p:sp>
        <p:nvSpPr>
          <p:cNvPr id="25" name="">
            <a:extLst xmlns:a="http://schemas.openxmlformats.org/drawingml/2006/main">
              <a:ext uri="{FF2B5EF4-FFF2-40B4-BE49-F238E27FC236}">
                <a16:creationId xmlns:a16="http://schemas.microsoft.com/office/drawing/2014/main" id="{C9495B98-9B19-428E-BCBF-B498AFFC1C5F}"/>
              </a:ext>
            </a:extLst>
          </p:cNvPr>
          <p:cNvSpPr>
            <a:spLocks xmlns:a="http://schemas.openxmlformats.org/drawingml/2006/main" noGrp="1"/>
          </p:cNvSpPr>
          <p:nvPr/>
        </p:nvSpPr>
        <p:spPr>
          <a:xfrm xmlns:a="http://schemas.openxmlformats.org/drawingml/2006/main">
            <a:off x="666750" y="4638675"/>
            <a:ext cx="10858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D7E5"/>
            </a:solidFill>
            <a:prstDash val="solid"/>
          </a:ln>
        </p:spPr>
      </p:sp>
      <p:sp>
        <p:nvSpPr>
          <p:cNvPr id="26" name="">
            <a:extLst xmlns:a="http://schemas.openxmlformats.org/drawingml/2006/main">
              <a:ext uri="{FF2B5EF4-FFF2-40B4-BE49-F238E27FC236}">
                <a16:creationId xmlns:a16="http://schemas.microsoft.com/office/drawing/2014/main" id="{092E3A21-3278-462C-B1E4-A1F7DC56EF93}"/>
              </a:ext>
            </a:extLst>
          </p:cNvPr>
          <p:cNvSpPr>
            <a:spLocks xmlns:a="http://schemas.openxmlformats.org/drawingml/2006/main" noGrp="1"/>
          </p:cNvSpPr>
          <p:nvPr/>
        </p:nvSpPr>
        <p:spPr>
          <a:xfrm xmlns:a="http://schemas.openxmlformats.org/drawingml/2006/main">
            <a:off x="666750" y="4638675"/>
            <a:ext cx="85725" cy="685800"/>
          </a:xfrm>
          <a:prstGeom xmlns:a="http://schemas.openxmlformats.org/drawingml/2006/main" prst="rect">
            <a:avLst/>
          </a:prstGeom>
          <a:solidFill xmlns:a="http://schemas.openxmlformats.org/drawingml/2006/main">
            <a:srgbClr val="6657B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8FD60A9-E5F6-43D0-8CE2-DBD4D1B355D1}"/>
              </a:ext>
            </a:extLst>
          </p:cNvPr>
          <p:cNvSpPr>
            <a:spLocks xmlns:a="http://schemas.openxmlformats.org/drawingml/2006/main" noGrp="1"/>
          </p:cNvSpPr>
          <p:nvPr/>
        </p:nvSpPr>
        <p:spPr>
          <a:xfrm xmlns:a="http://schemas.openxmlformats.org/drawingml/2006/main">
            <a:off x="895350" y="473392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82B59"/>
                </a:solidFill>
                <a:latin typeface="Helvetica Neue"/>
                <a:ea typeface="Helvetica Neue"/>
                <a:cs typeface="Helvetica Neue"/>
              </a:defRPr>
            </a:pPr>
            <a:r>
              <a:rPr sz="1425" b="1">
                <a:solidFill>
                  <a:srgbClr val="082B59"/>
                </a:solidFill>
                <a:latin typeface="Helvetica Neue"/>
                <a:ea typeface="Helvetica Neue"/>
                <a:cs typeface="Helvetica Neue"/>
              </a:rPr>
              <a:t>Controller API</a:t>
            </a:r>
          </a:p>
        </p:txBody>
      </p:sp>
      <p:sp>
        <p:nvSpPr>
          <p:cNvPr id="28" name="">
            <a:extLst xmlns:a="http://schemas.openxmlformats.org/drawingml/2006/main">
              <a:ext uri="{FF2B5EF4-FFF2-40B4-BE49-F238E27FC236}">
                <a16:creationId xmlns:a16="http://schemas.microsoft.com/office/drawing/2014/main" id="{16768071-5F90-4FD0-91F3-668BA7264804}"/>
              </a:ext>
            </a:extLst>
          </p:cNvPr>
          <p:cNvSpPr>
            <a:spLocks xmlns:a="http://schemas.openxmlformats.org/drawingml/2006/main" noGrp="1"/>
          </p:cNvSpPr>
          <p:nvPr/>
        </p:nvSpPr>
        <p:spPr>
          <a:xfrm xmlns:a="http://schemas.openxmlformats.org/drawingml/2006/main">
            <a:off x="3429000" y="473392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Intent and domain abstraction</a:t>
            </a:r>
          </a:p>
        </p:txBody>
      </p:sp>
      <p:sp>
        <p:nvSpPr>
          <p:cNvPr id="29" name="">
            <a:extLst xmlns:a="http://schemas.openxmlformats.org/drawingml/2006/main">
              <a:ext uri="{FF2B5EF4-FFF2-40B4-BE49-F238E27FC236}">
                <a16:creationId xmlns:a16="http://schemas.microsoft.com/office/drawing/2014/main" id="{748DA712-4C09-4630-AB35-7FAF485DB5C7}"/>
              </a:ext>
            </a:extLst>
          </p:cNvPr>
          <p:cNvSpPr>
            <a:spLocks xmlns:a="http://schemas.openxmlformats.org/drawingml/2006/main" noGrp="1"/>
          </p:cNvSpPr>
          <p:nvPr/>
        </p:nvSpPr>
        <p:spPr>
          <a:xfrm xmlns:a="http://schemas.openxmlformats.org/drawingml/2006/main">
            <a:off x="6858000" y="4733925"/>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Platform workflow and asynchronous state</a:t>
            </a:r>
          </a:p>
        </p:txBody>
      </p:sp>
      <p:sp>
        <p:nvSpPr>
          <p:cNvPr id="30" name="">
            <a:extLst xmlns:a="http://schemas.openxmlformats.org/drawingml/2006/main">
              <a:ext uri="{FF2B5EF4-FFF2-40B4-BE49-F238E27FC236}">
                <a16:creationId xmlns:a16="http://schemas.microsoft.com/office/drawing/2014/main" id="{F2FA65E3-6B9C-4375-BF59-9ED2C1D0E745}"/>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996AD1F-3872-4031-B0DB-BFAE505208F0}"/>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76DE6B9-0799-41CD-994B-8A236ADE0B7D}"/>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Every interface still requires identity, timeout, retry, and outcome handling.</a:t>
            </a:r>
          </a:p>
        </p:txBody>
      </p:sp>
    </p:spTree>
    <p:extLst>
      <p:ext uri="{BB962C8B-B14F-4D97-AF65-F5344CB8AC3E}">
        <p14:creationId xmlns:p14="http://schemas.microsoft.com/office/powerpoint/2010/main" val="8357703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83446941-C007-4864-A256-07A07DC0E4F8}"/>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5504B3-FD5A-4221-B12D-0CDECCA33D08}"/>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FCB374-4298-43CC-87DC-BF31D08DFA53}"/>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D3A5A0B9-0B0E-4E34-BC16-949FA258FA9A}"/>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SSH Automation</a:t>
            </a:r>
          </a:p>
        </p:txBody>
      </p:sp>
      <p:sp>
        <p:nvSpPr>
          <p:cNvPr id="5" name="">
            <a:extLst xmlns:a="http://schemas.openxmlformats.org/drawingml/2006/main">
              <a:ext uri="{FF2B5EF4-FFF2-40B4-BE49-F238E27FC236}">
                <a16:creationId xmlns:a16="http://schemas.microsoft.com/office/drawing/2014/main" id="{718CFCB0-DB47-4CC0-83F5-98CF30B5DE21}"/>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Treat command execution as an uncertain transaction</a:t>
            </a:r>
          </a:p>
        </p:txBody>
      </p:sp>
      <p:sp>
        <p:nvSpPr>
          <p:cNvPr id="6" name="">
            <a:extLst xmlns:a="http://schemas.openxmlformats.org/drawingml/2006/main">
              <a:ext uri="{FF2B5EF4-FFF2-40B4-BE49-F238E27FC236}">
                <a16:creationId xmlns:a16="http://schemas.microsoft.com/office/drawing/2014/main" id="{58B3AC20-50D5-47B7-9711-7223CFE782FE}"/>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163DE7-E29E-4AED-BBB4-CA9DF9406F93}"/>
              </a:ext>
            </a:extLst>
          </p:cNvPr>
          <p:cNvSpPr>
            <a:spLocks xmlns:a="http://schemas.openxmlformats.org/drawingml/2006/main" noGrp="1"/>
          </p:cNvSpPr>
          <p:nvPr/>
        </p:nvSpPr>
        <p:spPr>
          <a:xfrm xmlns:a="http://schemas.openxmlformats.org/drawingml/2006/main">
            <a:off x="571500" y="1809750"/>
            <a:ext cx="202692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B42B5121-1F4B-4B7A-ABDA-BCC2A0519A79}"/>
              </a:ext>
            </a:extLst>
          </p:cNvPr>
          <p:cNvSpPr>
            <a:spLocks xmlns:a="http://schemas.openxmlformats.org/drawingml/2006/main" noGrp="1"/>
          </p:cNvSpPr>
          <p:nvPr/>
        </p:nvSpPr>
        <p:spPr>
          <a:xfrm xmlns:a="http://schemas.openxmlformats.org/drawingml/2006/main">
            <a:off x="1356360"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867bd3acfac34928">
            <a:extLst>
              <a:ext uri="{96DAC541-7B7A-43D3-8B79-37D633B846F1}">
                <asvg:svgBlip xmlns:asvg="http://schemas.microsoft.com/office/drawing/2016/SVG/main" r:embed="R2dd1f19e315c4f1a"/>
              </a:ext>
            </a:extLst>
          </a:blip>
          <a:stretch xmlns:a="http://schemas.openxmlformats.org/drawingml/2006/main"/>
        </p:blipFill>
        <p:spPr>
          <a:xfrm xmlns:a="http://schemas.openxmlformats.org/drawingml/2006/main">
            <a:off x="1461135"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30C62CD-E695-4F26-AC2C-9F96266015B7}"/>
              </a:ext>
            </a:extLst>
          </p:cNvPr>
          <p:cNvSpPr>
            <a:spLocks xmlns:a="http://schemas.openxmlformats.org/drawingml/2006/main" noGrp="1"/>
          </p:cNvSpPr>
          <p:nvPr/>
        </p:nvSpPr>
        <p:spPr>
          <a:xfrm xmlns:a="http://schemas.openxmlformats.org/drawingml/2006/main">
            <a:off x="66675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Identify target</a:t>
            </a:r>
          </a:p>
        </p:txBody>
      </p:sp>
      <p:sp>
        <p:nvSpPr>
          <p:cNvPr id="11" name="">
            <a:extLst xmlns:a="http://schemas.openxmlformats.org/drawingml/2006/main">
              <a:ext uri="{FF2B5EF4-FFF2-40B4-BE49-F238E27FC236}">
                <a16:creationId xmlns:a16="http://schemas.microsoft.com/office/drawing/2014/main" id="{EDBA74ED-15CC-4E58-A7FA-6A7676DD7C66}"/>
              </a:ext>
            </a:extLst>
          </p:cNvPr>
          <p:cNvSpPr>
            <a:spLocks xmlns:a="http://schemas.openxmlformats.org/drawingml/2006/main" noGrp="1"/>
          </p:cNvSpPr>
          <p:nvPr/>
        </p:nvSpPr>
        <p:spPr>
          <a:xfrm xmlns:a="http://schemas.openxmlformats.org/drawingml/2006/main">
            <a:off x="685800" y="2647950"/>
            <a:ext cx="179832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Host key</a:t>
            </a:r>
          </a:p>
        </p:txBody>
      </p:sp>
      <p:sp>
        <p:nvSpPr>
          <p:cNvPr id="12" name="">
            <a:extLst xmlns:a="http://schemas.openxmlformats.org/drawingml/2006/main">
              <a:ext uri="{FF2B5EF4-FFF2-40B4-BE49-F238E27FC236}">
                <a16:creationId xmlns:a16="http://schemas.microsoft.com/office/drawing/2014/main" id="{18CE80E0-7A76-43E4-9B1A-3A97837CDBC5}"/>
              </a:ext>
            </a:extLst>
          </p:cNvPr>
          <p:cNvSpPr>
            <a:spLocks xmlns:a="http://schemas.openxmlformats.org/drawingml/2006/main" noGrp="1"/>
          </p:cNvSpPr>
          <p:nvPr/>
        </p:nvSpPr>
        <p:spPr>
          <a:xfrm xmlns:a="http://schemas.openxmlformats.org/drawingml/2006/main">
            <a:off x="2827020" y="1809750"/>
            <a:ext cx="202692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0A6FAF"/>
            </a:solidFill>
            <a:prstDash val="solid"/>
          </a:ln>
        </p:spPr>
      </p:sp>
      <p:sp>
        <p:nvSpPr>
          <p:cNvPr id="13" name="">
            <a:extLst xmlns:a="http://schemas.openxmlformats.org/drawingml/2006/main">
              <a:ext uri="{FF2B5EF4-FFF2-40B4-BE49-F238E27FC236}">
                <a16:creationId xmlns:a16="http://schemas.microsoft.com/office/drawing/2014/main" id="{3D6312E1-140A-402F-BD08-6946669191EC}"/>
              </a:ext>
            </a:extLst>
          </p:cNvPr>
          <p:cNvSpPr>
            <a:spLocks xmlns:a="http://schemas.openxmlformats.org/drawingml/2006/main" noGrp="1"/>
          </p:cNvSpPr>
          <p:nvPr/>
        </p:nvSpPr>
        <p:spPr>
          <a:xfrm xmlns:a="http://schemas.openxmlformats.org/drawingml/2006/main">
            <a:off x="3611880"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be85b3e292f4659">
            <a:extLst>
              <a:ext uri="{96DAC541-7B7A-43D3-8B79-37D633B846F1}">
                <asvg:svgBlip xmlns:asvg="http://schemas.microsoft.com/office/drawing/2016/SVG/main" r:embed="R90dd0a8bd5c3480b"/>
              </a:ext>
            </a:extLst>
          </a:blip>
          <a:stretch xmlns:a="http://schemas.openxmlformats.org/drawingml/2006/main"/>
        </p:blipFill>
        <p:spPr>
          <a:xfrm xmlns:a="http://schemas.openxmlformats.org/drawingml/2006/main">
            <a:off x="3716655" y="20097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23478C2-FEA7-4326-A3C7-A8D58D15FA4A}"/>
              </a:ext>
            </a:extLst>
          </p:cNvPr>
          <p:cNvSpPr>
            <a:spLocks xmlns:a="http://schemas.openxmlformats.org/drawingml/2006/main" noGrp="1"/>
          </p:cNvSpPr>
          <p:nvPr/>
        </p:nvSpPr>
        <p:spPr>
          <a:xfrm xmlns:a="http://schemas.openxmlformats.org/drawingml/2006/main">
            <a:off x="292227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Authenticate</a:t>
            </a:r>
          </a:p>
        </p:txBody>
      </p:sp>
      <p:sp>
        <p:nvSpPr>
          <p:cNvPr id="16" name="">
            <a:extLst xmlns:a="http://schemas.openxmlformats.org/drawingml/2006/main">
              <a:ext uri="{FF2B5EF4-FFF2-40B4-BE49-F238E27FC236}">
                <a16:creationId xmlns:a16="http://schemas.microsoft.com/office/drawing/2014/main" id="{AEF84405-71C6-4E36-AA7C-3D6ACE48EC76}"/>
              </a:ext>
            </a:extLst>
          </p:cNvPr>
          <p:cNvSpPr>
            <a:spLocks xmlns:a="http://schemas.openxmlformats.org/drawingml/2006/main" noGrp="1"/>
          </p:cNvSpPr>
          <p:nvPr/>
        </p:nvSpPr>
        <p:spPr>
          <a:xfrm xmlns:a="http://schemas.openxmlformats.org/drawingml/2006/main">
            <a:off x="2941320" y="2647950"/>
            <a:ext cx="179832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Protected secret</a:t>
            </a:r>
          </a:p>
        </p:txBody>
      </p:sp>
      <p:sp>
        <p:nvSpPr>
          <p:cNvPr id="17" name="">
            <a:extLst xmlns:a="http://schemas.openxmlformats.org/drawingml/2006/main">
              <a:ext uri="{FF2B5EF4-FFF2-40B4-BE49-F238E27FC236}">
                <a16:creationId xmlns:a16="http://schemas.microsoft.com/office/drawing/2014/main" id="{030E2BFB-9D6E-4EEF-A1C9-D645656B9BD5}"/>
              </a:ext>
            </a:extLst>
          </p:cNvPr>
          <p:cNvSpPr>
            <a:spLocks xmlns:a="http://schemas.openxmlformats.org/drawingml/2006/main" noGrp="1"/>
          </p:cNvSpPr>
          <p:nvPr/>
        </p:nvSpPr>
        <p:spPr>
          <a:xfrm xmlns:a="http://schemas.openxmlformats.org/drawingml/2006/main">
            <a:off x="2636520" y="231933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9B2E12D-B679-4A9B-B6FD-2BB5F02B6923}"/>
              </a:ext>
            </a:extLst>
          </p:cNvPr>
          <p:cNvSpPr>
            <a:spLocks xmlns:a="http://schemas.openxmlformats.org/drawingml/2006/main" noGrp="1"/>
          </p:cNvSpPr>
          <p:nvPr/>
        </p:nvSpPr>
        <p:spPr>
          <a:xfrm xmlns:a="http://schemas.openxmlformats.org/drawingml/2006/main">
            <a:off x="5082540" y="1809750"/>
            <a:ext cx="202692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09B97C09-5DB8-4B11-92D9-E27CA986E2A6}"/>
              </a:ext>
            </a:extLst>
          </p:cNvPr>
          <p:cNvSpPr>
            <a:spLocks xmlns:a="http://schemas.openxmlformats.org/drawingml/2006/main" noGrp="1"/>
          </p:cNvSpPr>
          <p:nvPr/>
        </p:nvSpPr>
        <p:spPr>
          <a:xfrm xmlns:a="http://schemas.openxmlformats.org/drawingml/2006/main">
            <a:off x="5867400" y="190500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fd113da560254b14">
            <a:extLst>
              <a:ext uri="{96DAC541-7B7A-43D3-8B79-37D633B846F1}">
                <asvg:svgBlip xmlns:asvg="http://schemas.microsoft.com/office/drawing/2016/SVG/main" r:embed="R77b162ece8c9406a"/>
              </a:ext>
            </a:extLst>
          </a:blip>
          <a:stretch xmlns:a="http://schemas.openxmlformats.org/drawingml/2006/main"/>
        </p:blipFill>
        <p:spPr>
          <a:xfrm xmlns:a="http://schemas.openxmlformats.org/drawingml/2006/main">
            <a:off x="5972175" y="20097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5EF2E75-B55C-4473-A363-F3C87138DA63}"/>
              </a:ext>
            </a:extLst>
          </p:cNvPr>
          <p:cNvSpPr>
            <a:spLocks xmlns:a="http://schemas.openxmlformats.org/drawingml/2006/main" noGrp="1"/>
          </p:cNvSpPr>
          <p:nvPr/>
        </p:nvSpPr>
        <p:spPr>
          <a:xfrm xmlns:a="http://schemas.openxmlformats.org/drawingml/2006/main">
            <a:off x="517779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Execute</a:t>
            </a:r>
          </a:p>
        </p:txBody>
      </p:sp>
      <p:sp>
        <p:nvSpPr>
          <p:cNvPr id="22" name="">
            <a:extLst xmlns:a="http://schemas.openxmlformats.org/drawingml/2006/main">
              <a:ext uri="{FF2B5EF4-FFF2-40B4-BE49-F238E27FC236}">
                <a16:creationId xmlns:a16="http://schemas.microsoft.com/office/drawing/2014/main" id="{B9B0A3D7-497D-41F7-AD95-004BCF3EBF67}"/>
              </a:ext>
            </a:extLst>
          </p:cNvPr>
          <p:cNvSpPr>
            <a:spLocks xmlns:a="http://schemas.openxmlformats.org/drawingml/2006/main" noGrp="1"/>
          </p:cNvSpPr>
          <p:nvPr/>
        </p:nvSpPr>
        <p:spPr>
          <a:xfrm xmlns:a="http://schemas.openxmlformats.org/drawingml/2006/main">
            <a:off x="5196840" y="2647950"/>
            <a:ext cx="179832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Timeout</a:t>
            </a:r>
          </a:p>
        </p:txBody>
      </p:sp>
      <p:sp>
        <p:nvSpPr>
          <p:cNvPr id="23" name="">
            <a:extLst xmlns:a="http://schemas.openxmlformats.org/drawingml/2006/main">
              <a:ext uri="{FF2B5EF4-FFF2-40B4-BE49-F238E27FC236}">
                <a16:creationId xmlns:a16="http://schemas.microsoft.com/office/drawing/2014/main" id="{45F5A683-26EA-4072-A78D-FF4479398910}"/>
              </a:ext>
            </a:extLst>
          </p:cNvPr>
          <p:cNvSpPr>
            <a:spLocks xmlns:a="http://schemas.openxmlformats.org/drawingml/2006/main" noGrp="1"/>
          </p:cNvSpPr>
          <p:nvPr/>
        </p:nvSpPr>
        <p:spPr>
          <a:xfrm xmlns:a="http://schemas.openxmlformats.org/drawingml/2006/main">
            <a:off x="4892040" y="231933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FA3164F-62C4-455F-A3E1-3377AFAB31E4}"/>
              </a:ext>
            </a:extLst>
          </p:cNvPr>
          <p:cNvSpPr>
            <a:spLocks xmlns:a="http://schemas.openxmlformats.org/drawingml/2006/main" noGrp="1"/>
          </p:cNvSpPr>
          <p:nvPr/>
        </p:nvSpPr>
        <p:spPr>
          <a:xfrm xmlns:a="http://schemas.openxmlformats.org/drawingml/2006/main">
            <a:off x="7338060" y="1809750"/>
            <a:ext cx="202692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969ED77E-E5A7-44A4-86A3-1799874B1DEE}"/>
              </a:ext>
            </a:extLst>
          </p:cNvPr>
          <p:cNvSpPr>
            <a:spLocks xmlns:a="http://schemas.openxmlformats.org/drawingml/2006/main" noGrp="1"/>
          </p:cNvSpPr>
          <p:nvPr/>
        </p:nvSpPr>
        <p:spPr>
          <a:xfrm xmlns:a="http://schemas.openxmlformats.org/drawingml/2006/main">
            <a:off x="8122920" y="190500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09421fe55a374c65">
            <a:extLst>
              <a:ext uri="{96DAC541-7B7A-43D3-8B79-37D633B846F1}">
                <asvg:svgBlip xmlns:asvg="http://schemas.microsoft.com/office/drawing/2016/SVG/main" r:embed="R8a0f2e670b274947"/>
              </a:ext>
            </a:extLst>
          </a:blip>
          <a:stretch xmlns:a="http://schemas.openxmlformats.org/drawingml/2006/main"/>
        </p:blipFill>
        <p:spPr>
          <a:xfrm xmlns:a="http://schemas.openxmlformats.org/drawingml/2006/main">
            <a:off x="8227695" y="20097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DEF19EB2-5E3B-4DAD-B3F8-9BE92B40EE14}"/>
              </a:ext>
            </a:extLst>
          </p:cNvPr>
          <p:cNvSpPr>
            <a:spLocks xmlns:a="http://schemas.openxmlformats.org/drawingml/2006/main" noGrp="1"/>
          </p:cNvSpPr>
          <p:nvPr/>
        </p:nvSpPr>
        <p:spPr>
          <a:xfrm xmlns:a="http://schemas.openxmlformats.org/drawingml/2006/main">
            <a:off x="743331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Parse</a:t>
            </a:r>
          </a:p>
        </p:txBody>
      </p:sp>
      <p:sp>
        <p:nvSpPr>
          <p:cNvPr id="28" name="">
            <a:extLst xmlns:a="http://schemas.openxmlformats.org/drawingml/2006/main">
              <a:ext uri="{FF2B5EF4-FFF2-40B4-BE49-F238E27FC236}">
                <a16:creationId xmlns:a16="http://schemas.microsoft.com/office/drawing/2014/main" id="{A4109570-6D43-4FFC-8CFC-9A2FBBF6C7EB}"/>
              </a:ext>
            </a:extLst>
          </p:cNvPr>
          <p:cNvSpPr>
            <a:spLocks xmlns:a="http://schemas.openxmlformats.org/drawingml/2006/main" noGrp="1"/>
          </p:cNvSpPr>
          <p:nvPr/>
        </p:nvSpPr>
        <p:spPr>
          <a:xfrm xmlns:a="http://schemas.openxmlformats.org/drawingml/2006/main">
            <a:off x="7452360" y="2647950"/>
            <a:ext cx="179832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Structured result</a:t>
            </a:r>
          </a:p>
        </p:txBody>
      </p:sp>
      <p:sp>
        <p:nvSpPr>
          <p:cNvPr id="29" name="">
            <a:extLst xmlns:a="http://schemas.openxmlformats.org/drawingml/2006/main">
              <a:ext uri="{FF2B5EF4-FFF2-40B4-BE49-F238E27FC236}">
                <a16:creationId xmlns:a16="http://schemas.microsoft.com/office/drawing/2014/main" id="{B3E28C5F-17FF-484D-9F87-3FF6CE488721}"/>
              </a:ext>
            </a:extLst>
          </p:cNvPr>
          <p:cNvSpPr>
            <a:spLocks xmlns:a="http://schemas.openxmlformats.org/drawingml/2006/main" noGrp="1"/>
          </p:cNvSpPr>
          <p:nvPr/>
        </p:nvSpPr>
        <p:spPr>
          <a:xfrm xmlns:a="http://schemas.openxmlformats.org/drawingml/2006/main">
            <a:off x="7147560" y="231933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370F2BD-535F-4D37-A41B-D21E0D4294E3}"/>
              </a:ext>
            </a:extLst>
          </p:cNvPr>
          <p:cNvSpPr>
            <a:spLocks xmlns:a="http://schemas.openxmlformats.org/drawingml/2006/main" noGrp="1"/>
          </p:cNvSpPr>
          <p:nvPr/>
        </p:nvSpPr>
        <p:spPr>
          <a:xfrm xmlns:a="http://schemas.openxmlformats.org/drawingml/2006/main">
            <a:off x="9593580" y="1809750"/>
            <a:ext cx="202692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C315F2CC-C7CA-4889-A64C-861E06F0E8BD}"/>
              </a:ext>
            </a:extLst>
          </p:cNvPr>
          <p:cNvSpPr>
            <a:spLocks xmlns:a="http://schemas.openxmlformats.org/drawingml/2006/main" noGrp="1"/>
          </p:cNvSpPr>
          <p:nvPr/>
        </p:nvSpPr>
        <p:spPr>
          <a:xfrm xmlns:a="http://schemas.openxmlformats.org/drawingml/2006/main">
            <a:off x="10378440"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79a34fddd8b0468f">
            <a:extLst>
              <a:ext uri="{96DAC541-7B7A-43D3-8B79-37D633B846F1}">
                <asvg:svgBlip xmlns:asvg="http://schemas.microsoft.com/office/drawing/2016/SVG/main" r:embed="R80a61471e420470c"/>
              </a:ext>
            </a:extLst>
          </a:blip>
          <a:stretch xmlns:a="http://schemas.openxmlformats.org/drawingml/2006/main"/>
        </p:blipFill>
        <p:spPr>
          <a:xfrm xmlns:a="http://schemas.openxmlformats.org/drawingml/2006/main">
            <a:off x="10483215" y="200977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A12BD151-4441-4954-BC42-2D3C7B78F371}"/>
              </a:ext>
            </a:extLst>
          </p:cNvPr>
          <p:cNvSpPr>
            <a:spLocks xmlns:a="http://schemas.openxmlformats.org/drawingml/2006/main" noGrp="1"/>
          </p:cNvSpPr>
          <p:nvPr/>
        </p:nvSpPr>
        <p:spPr>
          <a:xfrm xmlns:a="http://schemas.openxmlformats.org/drawingml/2006/main">
            <a:off x="968883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Verify</a:t>
            </a:r>
          </a:p>
        </p:txBody>
      </p:sp>
      <p:sp>
        <p:nvSpPr>
          <p:cNvPr id="34" name="">
            <a:extLst xmlns:a="http://schemas.openxmlformats.org/drawingml/2006/main">
              <a:ext uri="{FF2B5EF4-FFF2-40B4-BE49-F238E27FC236}">
                <a16:creationId xmlns:a16="http://schemas.microsoft.com/office/drawing/2014/main" id="{6293A345-F502-4366-A753-32E3716BF86A}"/>
              </a:ext>
            </a:extLst>
          </p:cNvPr>
          <p:cNvSpPr>
            <a:spLocks xmlns:a="http://schemas.openxmlformats.org/drawingml/2006/main" noGrp="1"/>
          </p:cNvSpPr>
          <p:nvPr/>
        </p:nvSpPr>
        <p:spPr>
          <a:xfrm xmlns:a="http://schemas.openxmlformats.org/drawingml/2006/main">
            <a:off x="9707880" y="2647950"/>
            <a:ext cx="179832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Actual state</a:t>
            </a:r>
          </a:p>
        </p:txBody>
      </p:sp>
      <p:sp>
        <p:nvSpPr>
          <p:cNvPr id="35" name="">
            <a:extLst xmlns:a="http://schemas.openxmlformats.org/drawingml/2006/main">
              <a:ext uri="{FF2B5EF4-FFF2-40B4-BE49-F238E27FC236}">
                <a16:creationId xmlns:a16="http://schemas.microsoft.com/office/drawing/2014/main" id="{D557CFD1-01CC-47BB-8F04-93BF62A28AA0}"/>
              </a:ext>
            </a:extLst>
          </p:cNvPr>
          <p:cNvSpPr>
            <a:spLocks xmlns:a="http://schemas.openxmlformats.org/drawingml/2006/main" noGrp="1"/>
          </p:cNvSpPr>
          <p:nvPr/>
        </p:nvSpPr>
        <p:spPr>
          <a:xfrm xmlns:a="http://schemas.openxmlformats.org/drawingml/2006/main">
            <a:off x="9403080" y="231933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237911D-7AEC-48BF-8FC3-DF79CE0E2BBA}"/>
              </a:ext>
            </a:extLst>
          </p:cNvPr>
          <p:cNvSpPr>
            <a:spLocks xmlns:a="http://schemas.openxmlformats.org/drawingml/2006/main" noGrp="1"/>
          </p:cNvSpPr>
          <p:nvPr/>
        </p:nvSpPr>
        <p:spPr>
          <a:xfrm xmlns:a="http://schemas.openxmlformats.org/drawingml/2006/main">
            <a:off x="1047750" y="3714750"/>
            <a:ext cx="3048000" cy="1352550"/>
          </a:xfrm>
          <a:prstGeom xmlns:a="http://schemas.openxmlformats.org/drawingml/2006/main" prst="roundRect">
            <a:avLst>
              <a:gd name="adj" fmla="val 8451"/>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2A28EEB6-6B1A-45A5-A42D-42F56F190074}"/>
              </a:ext>
            </a:extLst>
          </p:cNvPr>
          <p:cNvSpPr>
            <a:spLocks xmlns:a="http://schemas.openxmlformats.org/drawingml/2006/main" noGrp="1"/>
          </p:cNvSpPr>
          <p:nvPr/>
        </p:nvSpPr>
        <p:spPr>
          <a:xfrm xmlns:a="http://schemas.openxmlformats.org/drawingml/2006/main">
            <a:off x="1047750" y="3714750"/>
            <a:ext cx="76200" cy="13525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08C3869-098D-4B5C-93C8-6B9871E9BD01}"/>
              </a:ext>
            </a:extLst>
          </p:cNvPr>
          <p:cNvSpPr>
            <a:spLocks xmlns:a="http://schemas.openxmlformats.org/drawingml/2006/main" noGrp="1"/>
          </p:cNvSpPr>
          <p:nvPr/>
        </p:nvSpPr>
        <p:spPr>
          <a:xfrm xmlns:a="http://schemas.openxmlformats.org/drawingml/2006/main">
            <a:off x="1257300" y="388620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Known failure</a:t>
            </a:r>
          </a:p>
        </p:txBody>
      </p:sp>
      <p:sp>
        <p:nvSpPr>
          <p:cNvPr id="39" name="">
            <a:extLst xmlns:a="http://schemas.openxmlformats.org/drawingml/2006/main">
              <a:ext uri="{FF2B5EF4-FFF2-40B4-BE49-F238E27FC236}">
                <a16:creationId xmlns:a16="http://schemas.microsoft.com/office/drawing/2014/main" id="{320C11AA-8331-4ADC-ACBD-0B1FDB73B842}"/>
              </a:ext>
            </a:extLst>
          </p:cNvPr>
          <p:cNvSpPr>
            <a:spLocks xmlns:a="http://schemas.openxmlformats.org/drawingml/2006/main" noGrp="1"/>
          </p:cNvSpPr>
          <p:nvPr/>
        </p:nvSpPr>
        <p:spPr>
          <a:xfrm xmlns:a="http://schemas.openxmlformats.org/drawingml/2006/main">
            <a:off x="1257300" y="4276725"/>
            <a:ext cx="2647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The command was rejected. Correct the request and retry.</a:t>
            </a:r>
          </a:p>
        </p:txBody>
      </p:sp>
      <p:sp>
        <p:nvSpPr>
          <p:cNvPr id="40" name="">
            <a:extLst xmlns:a="http://schemas.openxmlformats.org/drawingml/2006/main">
              <a:ext uri="{FF2B5EF4-FFF2-40B4-BE49-F238E27FC236}">
                <a16:creationId xmlns:a16="http://schemas.microsoft.com/office/drawing/2014/main" id="{4D4C830A-C497-45E5-990C-2035C3A738FB}"/>
              </a:ext>
            </a:extLst>
          </p:cNvPr>
          <p:cNvSpPr>
            <a:spLocks xmlns:a="http://schemas.openxmlformats.org/drawingml/2006/main" noGrp="1"/>
          </p:cNvSpPr>
          <p:nvPr/>
        </p:nvSpPr>
        <p:spPr>
          <a:xfrm xmlns:a="http://schemas.openxmlformats.org/drawingml/2006/main">
            <a:off x="4572000" y="3714750"/>
            <a:ext cx="3048000" cy="1352550"/>
          </a:xfrm>
          <a:prstGeom xmlns:a="http://schemas.openxmlformats.org/drawingml/2006/main" prst="roundRect">
            <a:avLst>
              <a:gd name="adj" fmla="val 8451"/>
            </a:avLst>
          </a:prstGeom>
          <a:solidFill xmlns:a="http://schemas.openxmlformats.org/drawingml/2006/main">
            <a:srgbClr val="F3F8FC"/>
          </a:solidFill>
          <a:ln xmlns:a="http://schemas.openxmlformats.org/drawingml/2006/main" w="9525">
            <a:solidFill>
              <a:srgbClr val="C8D7E5"/>
            </a:solidFill>
            <a:prstDash val="solid"/>
          </a:ln>
        </p:spPr>
      </p:sp>
      <p:sp>
        <p:nvSpPr>
          <p:cNvPr id="41" name="">
            <a:extLst xmlns:a="http://schemas.openxmlformats.org/drawingml/2006/main">
              <a:ext uri="{FF2B5EF4-FFF2-40B4-BE49-F238E27FC236}">
                <a16:creationId xmlns:a16="http://schemas.microsoft.com/office/drawing/2014/main" id="{BE89C77A-EEFE-4CCF-A828-6C778D791ED9}"/>
              </a:ext>
            </a:extLst>
          </p:cNvPr>
          <p:cNvSpPr>
            <a:spLocks xmlns:a="http://schemas.openxmlformats.org/drawingml/2006/main" noGrp="1"/>
          </p:cNvSpPr>
          <p:nvPr/>
        </p:nvSpPr>
        <p:spPr>
          <a:xfrm xmlns:a="http://schemas.openxmlformats.org/drawingml/2006/main">
            <a:off x="4572000" y="3714750"/>
            <a:ext cx="76200" cy="135255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20A86B6-B4D3-4394-A797-DAA1828D5896}"/>
              </a:ext>
            </a:extLst>
          </p:cNvPr>
          <p:cNvSpPr>
            <a:spLocks xmlns:a="http://schemas.openxmlformats.org/drawingml/2006/main" noGrp="1"/>
          </p:cNvSpPr>
          <p:nvPr/>
        </p:nvSpPr>
        <p:spPr>
          <a:xfrm xmlns:a="http://schemas.openxmlformats.org/drawingml/2006/main">
            <a:off x="4781550" y="388620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Unknown outcome</a:t>
            </a:r>
          </a:p>
        </p:txBody>
      </p:sp>
      <p:sp>
        <p:nvSpPr>
          <p:cNvPr id="43" name="">
            <a:extLst xmlns:a="http://schemas.openxmlformats.org/drawingml/2006/main">
              <a:ext uri="{FF2B5EF4-FFF2-40B4-BE49-F238E27FC236}">
                <a16:creationId xmlns:a16="http://schemas.microsoft.com/office/drawing/2014/main" id="{D58BA1AA-2BA6-41ED-AE46-7D222FFEFF91}"/>
              </a:ext>
            </a:extLst>
          </p:cNvPr>
          <p:cNvSpPr>
            <a:spLocks xmlns:a="http://schemas.openxmlformats.org/drawingml/2006/main" noGrp="1"/>
          </p:cNvSpPr>
          <p:nvPr/>
        </p:nvSpPr>
        <p:spPr>
          <a:xfrm xmlns:a="http://schemas.openxmlformats.org/drawingml/2006/main">
            <a:off x="4781550" y="4276725"/>
            <a:ext cx="2647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The connection failed after send. Rediscover state first.</a:t>
            </a:r>
          </a:p>
        </p:txBody>
      </p:sp>
      <p:sp>
        <p:nvSpPr>
          <p:cNvPr id="44" name="">
            <a:extLst xmlns:a="http://schemas.openxmlformats.org/drawingml/2006/main">
              <a:ext uri="{FF2B5EF4-FFF2-40B4-BE49-F238E27FC236}">
                <a16:creationId xmlns:a16="http://schemas.microsoft.com/office/drawing/2014/main" id="{D75E2715-A5A4-4D0F-94F6-8009E3BEF050}"/>
              </a:ext>
            </a:extLst>
          </p:cNvPr>
          <p:cNvSpPr>
            <a:spLocks xmlns:a="http://schemas.openxmlformats.org/drawingml/2006/main" noGrp="1"/>
          </p:cNvSpPr>
          <p:nvPr/>
        </p:nvSpPr>
        <p:spPr>
          <a:xfrm xmlns:a="http://schemas.openxmlformats.org/drawingml/2006/main">
            <a:off x="8096250" y="3714750"/>
            <a:ext cx="3048000" cy="1352550"/>
          </a:xfrm>
          <a:prstGeom xmlns:a="http://schemas.openxmlformats.org/drawingml/2006/main" prst="roundRect">
            <a:avLst>
              <a:gd name="adj" fmla="val 8451"/>
            </a:avLst>
          </a:prstGeom>
          <a:solidFill xmlns:a="http://schemas.openxmlformats.org/drawingml/2006/main">
            <a:srgbClr val="F3F8FC"/>
          </a:solidFill>
          <a:ln xmlns:a="http://schemas.openxmlformats.org/drawingml/2006/main" w="9525">
            <a:solidFill>
              <a:srgbClr val="C8D7E5"/>
            </a:solidFill>
            <a:prstDash val="solid"/>
          </a:ln>
        </p:spPr>
      </p:sp>
      <p:sp>
        <p:nvSpPr>
          <p:cNvPr id="45" name="">
            <a:extLst xmlns:a="http://schemas.openxmlformats.org/drawingml/2006/main">
              <a:ext uri="{FF2B5EF4-FFF2-40B4-BE49-F238E27FC236}">
                <a16:creationId xmlns:a16="http://schemas.microsoft.com/office/drawing/2014/main" id="{20DC7BEA-9A98-4820-B555-15A07A48DC75}"/>
              </a:ext>
            </a:extLst>
          </p:cNvPr>
          <p:cNvSpPr>
            <a:spLocks xmlns:a="http://schemas.openxmlformats.org/drawingml/2006/main" noGrp="1"/>
          </p:cNvSpPr>
          <p:nvPr/>
        </p:nvSpPr>
        <p:spPr>
          <a:xfrm xmlns:a="http://schemas.openxmlformats.org/drawingml/2006/main">
            <a:off x="8096250" y="3714750"/>
            <a:ext cx="76200" cy="13525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6BA29B8-A385-4382-B299-894F8A582EDD}"/>
              </a:ext>
            </a:extLst>
          </p:cNvPr>
          <p:cNvSpPr>
            <a:spLocks xmlns:a="http://schemas.openxmlformats.org/drawingml/2006/main" noGrp="1"/>
          </p:cNvSpPr>
          <p:nvPr/>
        </p:nvSpPr>
        <p:spPr>
          <a:xfrm xmlns:a="http://schemas.openxmlformats.org/drawingml/2006/main">
            <a:off x="8305800" y="388620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Verified outcome</a:t>
            </a:r>
          </a:p>
        </p:txBody>
      </p:sp>
      <p:sp>
        <p:nvSpPr>
          <p:cNvPr id="47" name="">
            <a:extLst xmlns:a="http://schemas.openxmlformats.org/drawingml/2006/main">
              <a:ext uri="{FF2B5EF4-FFF2-40B4-BE49-F238E27FC236}">
                <a16:creationId xmlns:a16="http://schemas.microsoft.com/office/drawing/2014/main" id="{D23EC15F-0904-44C0-8EE8-C3B3F5B99A57}"/>
              </a:ext>
            </a:extLst>
          </p:cNvPr>
          <p:cNvSpPr>
            <a:spLocks xmlns:a="http://schemas.openxmlformats.org/drawingml/2006/main" noGrp="1"/>
          </p:cNvSpPr>
          <p:nvPr/>
        </p:nvSpPr>
        <p:spPr>
          <a:xfrm xmlns:a="http://schemas.openxmlformats.org/drawingml/2006/main">
            <a:off x="8305800" y="4276725"/>
            <a:ext cx="2647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Observed state matches intended state.</a:t>
            </a:r>
          </a:p>
        </p:txBody>
      </p:sp>
      <p:sp>
        <p:nvSpPr>
          <p:cNvPr id="48" name="">
            <a:extLst xmlns:a="http://schemas.openxmlformats.org/drawingml/2006/main">
              <a:ext uri="{FF2B5EF4-FFF2-40B4-BE49-F238E27FC236}">
                <a16:creationId xmlns:a16="http://schemas.microsoft.com/office/drawing/2014/main" id="{C798BE24-B057-416A-803D-C18D61695AC7}"/>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56580E8-76BE-4F7B-BA6B-8E507A491EB4}"/>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0B820251-9487-41FB-8F08-A039652E2D52}"/>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Never repeat a write blindly when the outcome is unknown.</a:t>
            </a:r>
          </a:p>
        </p:txBody>
      </p:sp>
    </p:spTree>
    <p:extLst>
      <p:ext uri="{BB962C8B-B14F-4D97-AF65-F5344CB8AC3E}">
        <p14:creationId xmlns:p14="http://schemas.microsoft.com/office/powerpoint/2010/main" val="4045782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7437D28-266B-47D4-92A0-F38D2AF56D94}"/>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E62F43-7F47-45A9-9451-D41D0752E987}"/>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A818C7-3101-4077-B9A8-BD94276CA8B3}"/>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7D9625BA-FAD5-4592-A3D7-815276369798}"/>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REST APIs</a:t>
            </a:r>
          </a:p>
        </p:txBody>
      </p:sp>
      <p:sp>
        <p:nvSpPr>
          <p:cNvPr id="5" name="">
            <a:extLst xmlns:a="http://schemas.openxmlformats.org/drawingml/2006/main">
              <a:ext uri="{FF2B5EF4-FFF2-40B4-BE49-F238E27FC236}">
                <a16:creationId xmlns:a16="http://schemas.microsoft.com/office/drawing/2014/main" id="{2B052718-405A-4315-9709-4AC495A80A94}"/>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The response is part of the control flow</a:t>
            </a:r>
          </a:p>
        </p:txBody>
      </p:sp>
      <p:sp>
        <p:nvSpPr>
          <p:cNvPr id="6" name="">
            <a:extLst xmlns:a="http://schemas.openxmlformats.org/drawingml/2006/main">
              <a:ext uri="{FF2B5EF4-FFF2-40B4-BE49-F238E27FC236}">
                <a16:creationId xmlns:a16="http://schemas.microsoft.com/office/drawing/2014/main" id="{DDED96F4-1AC4-482A-8161-B79912434481}"/>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7186CF-6017-4633-9C3B-644438366AC4}"/>
              </a:ext>
            </a:extLst>
          </p:cNvPr>
          <p:cNvSpPr>
            <a:spLocks xmlns:a="http://schemas.openxmlformats.org/drawingml/2006/main" noGrp="1"/>
          </p:cNvSpPr>
          <p:nvPr/>
        </p:nvSpPr>
        <p:spPr>
          <a:xfrm xmlns:a="http://schemas.openxmlformats.org/drawingml/2006/main">
            <a:off x="666750" y="1714500"/>
            <a:ext cx="4762500" cy="3143250"/>
          </a:xfrm>
          <a:prstGeom xmlns:a="http://schemas.openxmlformats.org/drawingml/2006/main" prst="roundRect">
            <a:avLst>
              <a:gd name="adj" fmla="val 3636"/>
            </a:avLst>
          </a:prstGeom>
          <a:solidFill xmlns:a="http://schemas.openxmlformats.org/drawingml/2006/main">
            <a:srgbClr val="0C203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656FA5-F034-4E2B-BCBC-00A2E3668B50}"/>
              </a:ext>
            </a:extLst>
          </p:cNvPr>
          <p:cNvSpPr>
            <a:spLocks xmlns:a="http://schemas.openxmlformats.org/drawingml/2006/main" noGrp="1"/>
          </p:cNvSpPr>
          <p:nvPr/>
        </p:nvSpPr>
        <p:spPr>
          <a:xfrm xmlns:a="http://schemas.openxmlformats.org/drawingml/2006/main">
            <a:off x="971550" y="1981200"/>
            <a:ext cx="41719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EAF7FF"/>
                </a:solidFill>
                <a:latin typeface="Helvetica Neue"/>
                <a:ea typeface="Helvetica Neue"/>
                <a:cs typeface="Helvetica Neue"/>
              </a:defRPr>
            </a:pPr>
            <a:r>
              <a:rPr sz="1725" b="0">
                <a:solidFill>
                  <a:srgbClr val="EAF7FF"/>
                </a:solidFill>
                <a:latin typeface="Helvetica Neue"/>
                <a:ea typeface="Helvetica Neue"/>
                <a:cs typeface="Helvetica Neue"/>
              </a:rPr>
              <a:t>response = session.get(</a:t>
            </a:r>
          </a:p>
          <a:p xmlns:a="http://schemas.openxmlformats.org/drawingml/2006/main">
            <a:pPr algn="l">
              <a:defRPr sz="1725" b="0">
                <a:solidFill>
                  <a:srgbClr val="EAF7FF"/>
                </a:solidFill>
                <a:latin typeface="Helvetica Neue"/>
                <a:ea typeface="Helvetica Neue"/>
                <a:cs typeface="Helvetica Neue"/>
              </a:defRPr>
            </a:pPr>
            <a:r>
              <a:rPr sz="1725" b="0">
                <a:solidFill>
                  <a:srgbClr val="EAF7FF"/>
                </a:solidFill>
                <a:latin typeface="Helvetica Neue"/>
                <a:ea typeface="Helvetica Neue"/>
                <a:cs typeface="Helvetica Neue"/>
              </a:rPr>
              <a:t>    url,</a:t>
            </a:r>
          </a:p>
          <a:p xmlns:a="http://schemas.openxmlformats.org/drawingml/2006/main">
            <a:pPr algn="l">
              <a:defRPr sz="1725" b="0">
                <a:solidFill>
                  <a:srgbClr val="EAF7FF"/>
                </a:solidFill>
                <a:latin typeface="Helvetica Neue"/>
                <a:ea typeface="Helvetica Neue"/>
                <a:cs typeface="Helvetica Neue"/>
              </a:defRPr>
            </a:pPr>
            <a:r>
              <a:rPr sz="1725" b="0">
                <a:solidFill>
                  <a:srgbClr val="EAF7FF"/>
                </a:solidFill>
                <a:latin typeface="Helvetica Neue"/>
                <a:ea typeface="Helvetica Neue"/>
                <a:cs typeface="Helvetica Neue"/>
              </a:rPr>
              <a:t>    timeout=(3.05, 20),</a:t>
            </a:r>
          </a:p>
          <a:p xmlns:a="http://schemas.openxmlformats.org/drawingml/2006/main">
            <a:pPr algn="l">
              <a:defRPr sz="1725" b="0">
                <a:solidFill>
                  <a:srgbClr val="EAF7FF"/>
                </a:solidFill>
                <a:latin typeface="Helvetica Neue"/>
                <a:ea typeface="Helvetica Neue"/>
                <a:cs typeface="Helvetica Neue"/>
              </a:defRPr>
            </a:pPr>
            <a:r>
              <a:rPr sz="1725" b="0">
                <a:solidFill>
                  <a:srgbClr val="EAF7FF"/>
                </a:solidFill>
                <a:latin typeface="Helvetica Neue"/>
                <a:ea typeface="Helvetica Neue"/>
                <a:cs typeface="Helvetica Neue"/>
              </a:rPr>
              <a:t>    verify=True,</a:t>
            </a:r>
          </a:p>
          <a:p xmlns:a="http://schemas.openxmlformats.org/drawingml/2006/main">
            <a:pPr algn="l">
              <a:defRPr sz="1725" b="0">
                <a:solidFill>
                  <a:srgbClr val="EAF7FF"/>
                </a:solidFill>
                <a:latin typeface="Helvetica Neue"/>
                <a:ea typeface="Helvetica Neue"/>
                <a:cs typeface="Helvetica Neue"/>
              </a:defRPr>
            </a:pPr>
            <a:r>
              <a:rPr sz="1725" b="0">
                <a:solidFill>
                  <a:srgbClr val="EAF7FF"/>
                </a:solidFill>
                <a:latin typeface="Helvetica Neue"/>
                <a:ea typeface="Helvetica Neue"/>
                <a:cs typeface="Helvetica Neue"/>
              </a:rPr>
              <a:t>)</a:t>
            </a:r>
          </a:p>
          <a:p xmlns:a="http://schemas.openxmlformats.org/drawingml/2006/main">
            <a:pPr algn="l">
              <a:defRPr sz="1725" b="0">
                <a:solidFill>
                  <a:srgbClr val="EAF7FF"/>
                </a:solidFill>
                <a:latin typeface="Helvetica Neue"/>
                <a:ea typeface="Helvetica Neue"/>
                <a:cs typeface="Helvetica Neue"/>
              </a:defRPr>
            </a:pPr>
            <a:r>
              <a:rPr sz="1725" b="0">
                <a:solidFill>
                  <a:srgbClr val="EAF7FF"/>
                </a:solidFill>
                <a:latin typeface="Helvetica Neue"/>
                <a:ea typeface="Helvetica Neue"/>
                <a:cs typeface="Helvetica Neue"/>
              </a:rPr>
              <a:t>response.raise_for_status()</a:t>
            </a:r>
          </a:p>
          <a:p xmlns:a="http://schemas.openxmlformats.org/drawingml/2006/main">
            <a:pPr algn="l">
              <a:defRPr sz="1725" b="0">
                <a:solidFill>
                  <a:srgbClr val="EAF7FF"/>
                </a:solidFill>
                <a:latin typeface="Helvetica Neue"/>
                <a:ea typeface="Helvetica Neue"/>
                <a:cs typeface="Helvetica Neue"/>
              </a:defRPr>
            </a:pPr>
            <a:r>
              <a:rPr sz="1725" b="0">
                <a:solidFill>
                  <a:srgbClr val="EAF7FF"/>
                </a:solidFill>
                <a:latin typeface="Helvetica Neue"/>
                <a:ea typeface="Helvetica Neue"/>
                <a:cs typeface="Helvetica Neue"/>
              </a:rPr>
              <a:t>data = response.json()</a:t>
            </a:r>
          </a:p>
        </p:txBody>
      </p:sp>
      <p:sp>
        <p:nvSpPr>
          <p:cNvPr id="9" name="">
            <a:extLst xmlns:a="http://schemas.openxmlformats.org/drawingml/2006/main">
              <a:ext uri="{FF2B5EF4-FFF2-40B4-BE49-F238E27FC236}">
                <a16:creationId xmlns:a16="http://schemas.microsoft.com/office/drawing/2014/main" id="{98ACE2E0-5E3A-4481-B57A-C1733AC2F45C}"/>
              </a:ext>
            </a:extLst>
          </p:cNvPr>
          <p:cNvSpPr>
            <a:spLocks xmlns:a="http://schemas.openxmlformats.org/drawingml/2006/main" noGrp="1"/>
          </p:cNvSpPr>
          <p:nvPr/>
        </p:nvSpPr>
        <p:spPr>
          <a:xfrm xmlns:a="http://schemas.openxmlformats.org/drawingml/2006/main">
            <a:off x="5905500" y="1952625"/>
            <a:ext cx="1228725"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1E9B65"/>
            </a:solidFill>
            <a:prstDash val="solid"/>
          </a:ln>
        </p:spPr>
      </p:sp>
      <p:sp>
        <p:nvSpPr>
          <p:cNvPr id="10" name="">
            <a:extLst xmlns:a="http://schemas.openxmlformats.org/drawingml/2006/main">
              <a:ext uri="{FF2B5EF4-FFF2-40B4-BE49-F238E27FC236}">
                <a16:creationId xmlns:a16="http://schemas.microsoft.com/office/drawing/2014/main" id="{7F94DB2B-814B-49ED-A7C9-45535078B327}"/>
              </a:ext>
            </a:extLst>
          </p:cNvPr>
          <p:cNvSpPr>
            <a:spLocks xmlns:a="http://schemas.openxmlformats.org/drawingml/2006/main" noGrp="1"/>
          </p:cNvSpPr>
          <p:nvPr/>
        </p:nvSpPr>
        <p:spPr>
          <a:xfrm xmlns:a="http://schemas.openxmlformats.org/drawingml/2006/main">
            <a:off x="6291263" y="2047875"/>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932a2b74ce346a5">
            <a:extLst>
              <a:ext uri="{96DAC541-7B7A-43D3-8B79-37D633B846F1}">
                <asvg:svgBlip xmlns:asvg="http://schemas.microsoft.com/office/drawing/2016/SVG/main" r:embed="Raad0d6f9a4854abe"/>
              </a:ext>
            </a:extLst>
          </a:blip>
          <a:stretch xmlns:a="http://schemas.openxmlformats.org/drawingml/2006/main"/>
        </p:blipFill>
        <p:spPr>
          <a:xfrm xmlns:a="http://schemas.openxmlformats.org/drawingml/2006/main">
            <a:off x="6396038" y="2152650"/>
            <a:ext cx="247650" cy="2476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491E172-E527-488E-8425-01877412B306}"/>
              </a:ext>
            </a:extLst>
          </p:cNvPr>
          <p:cNvSpPr>
            <a:spLocks xmlns:a="http://schemas.openxmlformats.org/drawingml/2006/main" noGrp="1"/>
          </p:cNvSpPr>
          <p:nvPr/>
        </p:nvSpPr>
        <p:spPr>
          <a:xfrm xmlns:a="http://schemas.openxmlformats.org/drawingml/2006/main">
            <a:off x="6000750" y="2533650"/>
            <a:ext cx="103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Trust</a:t>
            </a:r>
          </a:p>
        </p:txBody>
      </p:sp>
      <p:sp>
        <p:nvSpPr>
          <p:cNvPr id="13" name="">
            <a:extLst xmlns:a="http://schemas.openxmlformats.org/drawingml/2006/main">
              <a:ext uri="{FF2B5EF4-FFF2-40B4-BE49-F238E27FC236}">
                <a16:creationId xmlns:a16="http://schemas.microsoft.com/office/drawing/2014/main" id="{E5B23533-B712-4772-88E5-B9E002441A94}"/>
              </a:ext>
            </a:extLst>
          </p:cNvPr>
          <p:cNvSpPr>
            <a:spLocks xmlns:a="http://schemas.openxmlformats.org/drawingml/2006/main" noGrp="1"/>
          </p:cNvSpPr>
          <p:nvPr/>
        </p:nvSpPr>
        <p:spPr>
          <a:xfrm xmlns:a="http://schemas.openxmlformats.org/drawingml/2006/main">
            <a:off x="6019800" y="2790825"/>
            <a:ext cx="100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11"/>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Verify certificate</a:t>
            </a:r>
          </a:p>
        </p:txBody>
      </p:sp>
      <p:sp>
        <p:nvSpPr>
          <p:cNvPr id="14" name="">
            <a:extLst xmlns:a="http://schemas.openxmlformats.org/drawingml/2006/main">
              <a:ext uri="{FF2B5EF4-FFF2-40B4-BE49-F238E27FC236}">
                <a16:creationId xmlns:a16="http://schemas.microsoft.com/office/drawing/2014/main" id="{6DE6DCB8-B7C1-4C83-8934-26C8BF42ADF4}"/>
              </a:ext>
            </a:extLst>
          </p:cNvPr>
          <p:cNvSpPr>
            <a:spLocks xmlns:a="http://schemas.openxmlformats.org/drawingml/2006/main" noGrp="1"/>
          </p:cNvSpPr>
          <p:nvPr/>
        </p:nvSpPr>
        <p:spPr>
          <a:xfrm xmlns:a="http://schemas.openxmlformats.org/drawingml/2006/main">
            <a:off x="7305675" y="1952625"/>
            <a:ext cx="1228725"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F28C28"/>
            </a:solidFill>
            <a:prstDash val="solid"/>
          </a:ln>
        </p:spPr>
      </p:sp>
      <p:sp>
        <p:nvSpPr>
          <p:cNvPr id="15" name="">
            <a:extLst xmlns:a="http://schemas.openxmlformats.org/drawingml/2006/main">
              <a:ext uri="{FF2B5EF4-FFF2-40B4-BE49-F238E27FC236}">
                <a16:creationId xmlns:a16="http://schemas.microsoft.com/office/drawing/2014/main" id="{8FA1589F-12AB-4844-A3BF-D060DFC9210C}"/>
              </a:ext>
            </a:extLst>
          </p:cNvPr>
          <p:cNvSpPr>
            <a:spLocks xmlns:a="http://schemas.openxmlformats.org/drawingml/2006/main" noGrp="1"/>
          </p:cNvSpPr>
          <p:nvPr/>
        </p:nvSpPr>
        <p:spPr>
          <a:xfrm xmlns:a="http://schemas.openxmlformats.org/drawingml/2006/main">
            <a:off x="7691438" y="2047875"/>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e07d2d08697941fd">
            <a:extLst>
              <a:ext uri="{96DAC541-7B7A-43D3-8B79-37D633B846F1}">
                <asvg:svgBlip xmlns:asvg="http://schemas.microsoft.com/office/drawing/2016/SVG/main" r:embed="Raa467961ae0e47de"/>
              </a:ext>
            </a:extLst>
          </a:blip>
          <a:stretch xmlns:a="http://schemas.openxmlformats.org/drawingml/2006/main"/>
        </p:blipFill>
        <p:spPr>
          <a:xfrm xmlns:a="http://schemas.openxmlformats.org/drawingml/2006/main">
            <a:off x="7796213" y="2152650"/>
            <a:ext cx="247650" cy="2476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9321C39-D556-4905-A8BD-118C34A4B4E5}"/>
              </a:ext>
            </a:extLst>
          </p:cNvPr>
          <p:cNvSpPr>
            <a:spLocks xmlns:a="http://schemas.openxmlformats.org/drawingml/2006/main" noGrp="1"/>
          </p:cNvSpPr>
          <p:nvPr/>
        </p:nvSpPr>
        <p:spPr>
          <a:xfrm xmlns:a="http://schemas.openxmlformats.org/drawingml/2006/main">
            <a:off x="7400925" y="2533650"/>
            <a:ext cx="103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Identity</a:t>
            </a:r>
          </a:p>
        </p:txBody>
      </p:sp>
      <p:sp>
        <p:nvSpPr>
          <p:cNvPr id="18" name="">
            <a:extLst xmlns:a="http://schemas.openxmlformats.org/drawingml/2006/main">
              <a:ext uri="{FF2B5EF4-FFF2-40B4-BE49-F238E27FC236}">
                <a16:creationId xmlns:a16="http://schemas.microsoft.com/office/drawing/2014/main" id="{DF436B4B-81C6-4169-85EB-FD2D5B851F7E}"/>
              </a:ext>
            </a:extLst>
          </p:cNvPr>
          <p:cNvSpPr>
            <a:spLocks xmlns:a="http://schemas.openxmlformats.org/drawingml/2006/main" noGrp="1"/>
          </p:cNvSpPr>
          <p:nvPr/>
        </p:nvSpPr>
        <p:spPr>
          <a:xfrm xmlns:a="http://schemas.openxmlformats.org/drawingml/2006/main">
            <a:off x="7419975" y="2790825"/>
            <a:ext cx="100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5"/>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Refresh or stop</a:t>
            </a:r>
          </a:p>
        </p:txBody>
      </p:sp>
      <p:sp>
        <p:nvSpPr>
          <p:cNvPr id="19" name="">
            <a:extLst xmlns:a="http://schemas.openxmlformats.org/drawingml/2006/main">
              <a:ext uri="{FF2B5EF4-FFF2-40B4-BE49-F238E27FC236}">
                <a16:creationId xmlns:a16="http://schemas.microsoft.com/office/drawing/2014/main" id="{32B0CA11-CE97-4489-8937-0FB21E6491B0}"/>
              </a:ext>
            </a:extLst>
          </p:cNvPr>
          <p:cNvSpPr>
            <a:spLocks xmlns:a="http://schemas.openxmlformats.org/drawingml/2006/main" noGrp="1"/>
          </p:cNvSpPr>
          <p:nvPr/>
        </p:nvSpPr>
        <p:spPr>
          <a:xfrm xmlns:a="http://schemas.openxmlformats.org/drawingml/2006/main">
            <a:off x="7172325" y="2466975"/>
            <a:ext cx="952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4E92784-659A-435D-B4F5-D19DAEC13E5A}"/>
              </a:ext>
            </a:extLst>
          </p:cNvPr>
          <p:cNvSpPr>
            <a:spLocks xmlns:a="http://schemas.openxmlformats.org/drawingml/2006/main" noGrp="1"/>
          </p:cNvSpPr>
          <p:nvPr/>
        </p:nvSpPr>
        <p:spPr>
          <a:xfrm xmlns:a="http://schemas.openxmlformats.org/drawingml/2006/main">
            <a:off x="8705850" y="1952625"/>
            <a:ext cx="1228725"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6657B8"/>
            </a:solidFill>
            <a:prstDash val="solid"/>
          </a:ln>
        </p:spPr>
      </p:sp>
      <p:sp>
        <p:nvSpPr>
          <p:cNvPr id="21" name="">
            <a:extLst xmlns:a="http://schemas.openxmlformats.org/drawingml/2006/main">
              <a:ext uri="{FF2B5EF4-FFF2-40B4-BE49-F238E27FC236}">
                <a16:creationId xmlns:a16="http://schemas.microsoft.com/office/drawing/2014/main" id="{6A313E23-A353-41BC-8902-2B7111D4AA10}"/>
              </a:ext>
            </a:extLst>
          </p:cNvPr>
          <p:cNvSpPr>
            <a:spLocks xmlns:a="http://schemas.openxmlformats.org/drawingml/2006/main" noGrp="1"/>
          </p:cNvSpPr>
          <p:nvPr/>
        </p:nvSpPr>
        <p:spPr>
          <a:xfrm xmlns:a="http://schemas.openxmlformats.org/drawingml/2006/main">
            <a:off x="9091613" y="2047875"/>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776d829ab0d44dd">
            <a:extLst>
              <a:ext uri="{96DAC541-7B7A-43D3-8B79-37D633B846F1}">
                <asvg:svgBlip xmlns:asvg="http://schemas.microsoft.com/office/drawing/2016/SVG/main" r:embed="R5c6aa3e5864d45f9"/>
              </a:ext>
            </a:extLst>
          </a:blip>
          <a:stretch xmlns:a="http://schemas.openxmlformats.org/drawingml/2006/main"/>
        </p:blipFill>
        <p:spPr>
          <a:xfrm xmlns:a="http://schemas.openxmlformats.org/drawingml/2006/main">
            <a:off x="9196388" y="2152650"/>
            <a:ext cx="247650" cy="2476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E94C423D-6FD8-4980-83F4-E055AED801DE}"/>
              </a:ext>
            </a:extLst>
          </p:cNvPr>
          <p:cNvSpPr>
            <a:spLocks xmlns:a="http://schemas.openxmlformats.org/drawingml/2006/main" noGrp="1"/>
          </p:cNvSpPr>
          <p:nvPr/>
        </p:nvSpPr>
        <p:spPr>
          <a:xfrm xmlns:a="http://schemas.openxmlformats.org/drawingml/2006/main">
            <a:off x="8801100" y="2533650"/>
            <a:ext cx="103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Rate limit</a:t>
            </a:r>
          </a:p>
        </p:txBody>
      </p:sp>
      <p:sp>
        <p:nvSpPr>
          <p:cNvPr id="24" name="">
            <a:extLst xmlns:a="http://schemas.openxmlformats.org/drawingml/2006/main">
              <a:ext uri="{FF2B5EF4-FFF2-40B4-BE49-F238E27FC236}">
                <a16:creationId xmlns:a16="http://schemas.microsoft.com/office/drawing/2014/main" id="{31E89DFD-DF40-4964-820E-E2D41AF931E4}"/>
              </a:ext>
            </a:extLst>
          </p:cNvPr>
          <p:cNvSpPr>
            <a:spLocks xmlns:a="http://schemas.openxmlformats.org/drawingml/2006/main" noGrp="1"/>
          </p:cNvSpPr>
          <p:nvPr/>
        </p:nvSpPr>
        <p:spPr>
          <a:xfrm xmlns:a="http://schemas.openxmlformats.org/drawingml/2006/main">
            <a:off x="8820150" y="2790825"/>
            <a:ext cx="100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Backoff</a:t>
            </a:r>
          </a:p>
        </p:txBody>
      </p:sp>
      <p:sp>
        <p:nvSpPr>
          <p:cNvPr id="25" name="">
            <a:extLst xmlns:a="http://schemas.openxmlformats.org/drawingml/2006/main">
              <a:ext uri="{FF2B5EF4-FFF2-40B4-BE49-F238E27FC236}">
                <a16:creationId xmlns:a16="http://schemas.microsoft.com/office/drawing/2014/main" id="{947FEBD8-AED9-4894-AA48-0273E9290D7E}"/>
              </a:ext>
            </a:extLst>
          </p:cNvPr>
          <p:cNvSpPr>
            <a:spLocks xmlns:a="http://schemas.openxmlformats.org/drawingml/2006/main" noGrp="1"/>
          </p:cNvSpPr>
          <p:nvPr/>
        </p:nvSpPr>
        <p:spPr>
          <a:xfrm xmlns:a="http://schemas.openxmlformats.org/drawingml/2006/main">
            <a:off x="8572500" y="2466975"/>
            <a:ext cx="952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D164182-344F-472D-844E-8E60EB2B7023}"/>
              </a:ext>
            </a:extLst>
          </p:cNvPr>
          <p:cNvSpPr>
            <a:spLocks xmlns:a="http://schemas.openxmlformats.org/drawingml/2006/main" noGrp="1"/>
          </p:cNvSpPr>
          <p:nvPr/>
        </p:nvSpPr>
        <p:spPr>
          <a:xfrm xmlns:a="http://schemas.openxmlformats.org/drawingml/2006/main">
            <a:off x="10106025" y="1952625"/>
            <a:ext cx="1228725"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D64545"/>
            </a:solidFill>
            <a:prstDash val="solid"/>
          </a:ln>
        </p:spPr>
      </p:sp>
      <p:sp>
        <p:nvSpPr>
          <p:cNvPr id="27" name="">
            <a:extLst xmlns:a="http://schemas.openxmlformats.org/drawingml/2006/main">
              <a:ext uri="{FF2B5EF4-FFF2-40B4-BE49-F238E27FC236}">
                <a16:creationId xmlns:a16="http://schemas.microsoft.com/office/drawing/2014/main" id="{B1ED55AD-B017-4EB2-A136-E43117E69054}"/>
              </a:ext>
            </a:extLst>
          </p:cNvPr>
          <p:cNvSpPr>
            <a:spLocks xmlns:a="http://schemas.openxmlformats.org/drawingml/2006/main" noGrp="1"/>
          </p:cNvSpPr>
          <p:nvPr/>
        </p:nvSpPr>
        <p:spPr>
          <a:xfrm xmlns:a="http://schemas.openxmlformats.org/drawingml/2006/main">
            <a:off x="10491788" y="2047875"/>
            <a:ext cx="457200" cy="457200"/>
          </a:xfrm>
          <a:prstGeom xmlns:a="http://schemas.openxmlformats.org/drawingml/2006/main" prst="ellipse">
            <a:avLst/>
          </a:prstGeom>
          <a:solidFill xmlns:a="http://schemas.openxmlformats.org/drawingml/2006/main">
            <a:srgbClr val="D64545"/>
          </a:solidFill>
          <a:ln xmlns:a="http://schemas.openxmlformats.org/drawingml/2006/main" w="0">
            <a:no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15bbcc21d2ce4fb3">
            <a:extLst>
              <a:ext uri="{96DAC541-7B7A-43D3-8B79-37D633B846F1}">
                <asvg:svgBlip xmlns:asvg="http://schemas.microsoft.com/office/drawing/2016/SVG/main" r:embed="Re1b606572e8a4340"/>
              </a:ext>
            </a:extLst>
          </a:blip>
          <a:stretch xmlns:a="http://schemas.openxmlformats.org/drawingml/2006/main"/>
        </p:blipFill>
        <p:spPr>
          <a:xfrm xmlns:a="http://schemas.openxmlformats.org/drawingml/2006/main">
            <a:off x="10596563" y="2152650"/>
            <a:ext cx="247650" cy="2476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A1F19702-CA4C-4462-ABEC-2ED293027364}"/>
              </a:ext>
            </a:extLst>
          </p:cNvPr>
          <p:cNvSpPr>
            <a:spLocks xmlns:a="http://schemas.openxmlformats.org/drawingml/2006/main" noGrp="1"/>
          </p:cNvSpPr>
          <p:nvPr/>
        </p:nvSpPr>
        <p:spPr>
          <a:xfrm xmlns:a="http://schemas.openxmlformats.org/drawingml/2006/main">
            <a:off x="10201275" y="2533650"/>
            <a:ext cx="103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Service</a:t>
            </a:r>
          </a:p>
        </p:txBody>
      </p:sp>
      <p:sp>
        <p:nvSpPr>
          <p:cNvPr id="30" name="">
            <a:extLst xmlns:a="http://schemas.openxmlformats.org/drawingml/2006/main">
              <a:ext uri="{FF2B5EF4-FFF2-40B4-BE49-F238E27FC236}">
                <a16:creationId xmlns:a16="http://schemas.microsoft.com/office/drawing/2014/main" id="{BA117F76-D33D-4D6A-8ECD-D67536914E79}"/>
              </a:ext>
            </a:extLst>
          </p:cNvPr>
          <p:cNvSpPr>
            <a:spLocks xmlns:a="http://schemas.openxmlformats.org/drawingml/2006/main" noGrp="1"/>
          </p:cNvSpPr>
          <p:nvPr/>
        </p:nvSpPr>
        <p:spPr>
          <a:xfrm xmlns:a="http://schemas.openxmlformats.org/drawingml/2006/main">
            <a:off x="10220325" y="2790825"/>
            <a:ext cx="100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Retry carefully</a:t>
            </a:r>
          </a:p>
        </p:txBody>
      </p:sp>
      <p:sp>
        <p:nvSpPr>
          <p:cNvPr id="31" name="">
            <a:extLst xmlns:a="http://schemas.openxmlformats.org/drawingml/2006/main">
              <a:ext uri="{FF2B5EF4-FFF2-40B4-BE49-F238E27FC236}">
                <a16:creationId xmlns:a16="http://schemas.microsoft.com/office/drawing/2014/main" id="{176788A0-4814-46E0-996C-6C63B87FFD40}"/>
              </a:ext>
            </a:extLst>
          </p:cNvPr>
          <p:cNvSpPr>
            <a:spLocks xmlns:a="http://schemas.openxmlformats.org/drawingml/2006/main" noGrp="1"/>
          </p:cNvSpPr>
          <p:nvPr/>
        </p:nvSpPr>
        <p:spPr>
          <a:xfrm xmlns:a="http://schemas.openxmlformats.org/drawingml/2006/main">
            <a:off x="9972675" y="2466975"/>
            <a:ext cx="952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8B1145B-0454-447A-92D2-5DDD0BDC429B}"/>
              </a:ext>
            </a:extLst>
          </p:cNvPr>
          <p:cNvSpPr>
            <a:spLocks xmlns:a="http://schemas.openxmlformats.org/drawingml/2006/main" noGrp="1"/>
          </p:cNvSpPr>
          <p:nvPr/>
        </p:nvSpPr>
        <p:spPr>
          <a:xfrm xmlns:a="http://schemas.openxmlformats.org/drawingml/2006/main">
            <a:off x="6286500" y="3676650"/>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Also handle pagination, asynchronous jobs, and schema drift.</a:t>
            </a:r>
          </a:p>
        </p:txBody>
      </p:sp>
      <p:sp>
        <p:nvSpPr>
          <p:cNvPr id="33" name="">
            <a:extLst xmlns:a="http://schemas.openxmlformats.org/drawingml/2006/main">
              <a:ext uri="{FF2B5EF4-FFF2-40B4-BE49-F238E27FC236}">
                <a16:creationId xmlns:a16="http://schemas.microsoft.com/office/drawing/2014/main" id="{AD755D06-1CEF-43C2-BE29-B96DB1B3C7AB}"/>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53CB0E3-F469-4228-8193-C6035E5EF6B2}"/>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A9EF9F6-226A-490C-86AF-E44508F2549C}"/>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 200 response proves transport success—not operational correctness.</a:t>
            </a:r>
          </a:p>
        </p:txBody>
      </p:sp>
    </p:spTree>
    <p:extLst>
      <p:ext uri="{BB962C8B-B14F-4D97-AF65-F5344CB8AC3E}">
        <p14:creationId xmlns:p14="http://schemas.microsoft.com/office/powerpoint/2010/main" val="5695948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7CFFA0E-35D5-4002-9AAD-E7EF6A6EA1FB}"/>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B3C91E-F00D-4BAB-81A5-EDFE3B69E10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8C692B-5832-425D-B469-D0C626E3C6D9}"/>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F712D647-C4E1-4DA6-85FF-E95B6FECD272}"/>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Model-Driven APIs</a:t>
            </a:r>
          </a:p>
        </p:txBody>
      </p:sp>
      <p:sp>
        <p:nvSpPr>
          <p:cNvPr id="5" name="">
            <a:extLst xmlns:a="http://schemas.openxmlformats.org/drawingml/2006/main">
              <a:ext uri="{FF2B5EF4-FFF2-40B4-BE49-F238E27FC236}">
                <a16:creationId xmlns:a16="http://schemas.microsoft.com/office/drawing/2014/main" id="{683120B3-B461-4DA0-91AE-B3BE771BFCDE}"/>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NETCONF and YANG make structure and capability explicit</a:t>
            </a:r>
          </a:p>
        </p:txBody>
      </p:sp>
      <p:sp>
        <p:nvSpPr>
          <p:cNvPr id="6" name="">
            <a:extLst xmlns:a="http://schemas.openxmlformats.org/drawingml/2006/main">
              <a:ext uri="{FF2B5EF4-FFF2-40B4-BE49-F238E27FC236}">
                <a16:creationId xmlns:a16="http://schemas.microsoft.com/office/drawing/2014/main" id="{F222B2B2-54A0-45A3-A231-51C6D1FBBF56}"/>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AC1B712-118E-4E2F-BB9C-F4EDB48B46A4}"/>
              </a:ext>
            </a:extLst>
          </p:cNvPr>
          <p:cNvSpPr>
            <a:spLocks xmlns:a="http://schemas.openxmlformats.org/drawingml/2006/main" noGrp="1"/>
          </p:cNvSpPr>
          <p:nvPr/>
        </p:nvSpPr>
        <p:spPr>
          <a:xfrm xmlns:a="http://schemas.openxmlformats.org/drawingml/2006/main">
            <a:off x="571500" y="1762125"/>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19E80707-8464-402C-8035-4AE842B1ECB1}"/>
              </a:ext>
            </a:extLst>
          </p:cNvPr>
          <p:cNvSpPr>
            <a:spLocks xmlns:a="http://schemas.openxmlformats.org/drawingml/2006/main" noGrp="1"/>
          </p:cNvSpPr>
          <p:nvPr/>
        </p:nvSpPr>
        <p:spPr>
          <a:xfrm xmlns:a="http://schemas.openxmlformats.org/drawingml/2006/main">
            <a:off x="1356360" y="1857375"/>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02ea70428a534d47">
            <a:extLst>
              <a:ext uri="{96DAC541-7B7A-43D3-8B79-37D633B846F1}">
                <asvg:svgBlip xmlns:asvg="http://schemas.microsoft.com/office/drawing/2016/SVG/main" r:embed="Rc89225ea6d3b4e35"/>
              </a:ext>
            </a:extLst>
          </a:blip>
          <a:stretch xmlns:a="http://schemas.openxmlformats.org/drawingml/2006/main"/>
        </p:blipFill>
        <p:spPr>
          <a:xfrm xmlns:a="http://schemas.openxmlformats.org/drawingml/2006/main">
            <a:off x="1461135" y="1962150"/>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A85E580-A56D-48F0-A765-1B86519E5E02}"/>
              </a:ext>
            </a:extLst>
          </p:cNvPr>
          <p:cNvSpPr>
            <a:spLocks xmlns:a="http://schemas.openxmlformats.org/drawingml/2006/main" noGrp="1"/>
          </p:cNvSpPr>
          <p:nvPr/>
        </p:nvSpPr>
        <p:spPr>
          <a:xfrm xmlns:a="http://schemas.openxmlformats.org/drawingml/2006/main">
            <a:off x="66675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YANG model</a:t>
            </a:r>
          </a:p>
        </p:txBody>
      </p:sp>
      <p:sp>
        <p:nvSpPr>
          <p:cNvPr id="11" name="">
            <a:extLst xmlns:a="http://schemas.openxmlformats.org/drawingml/2006/main">
              <a:ext uri="{FF2B5EF4-FFF2-40B4-BE49-F238E27FC236}">
                <a16:creationId xmlns:a16="http://schemas.microsoft.com/office/drawing/2014/main" id="{437A79D8-E49D-401E-907C-1DB8FF804D75}"/>
              </a:ext>
            </a:extLst>
          </p:cNvPr>
          <p:cNvSpPr>
            <a:spLocks xmlns:a="http://schemas.openxmlformats.org/drawingml/2006/main" noGrp="1"/>
          </p:cNvSpPr>
          <p:nvPr/>
        </p:nvSpPr>
        <p:spPr>
          <a:xfrm xmlns:a="http://schemas.openxmlformats.org/drawingml/2006/main">
            <a:off x="685800" y="2600325"/>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Schema + constraints</a:t>
            </a:r>
          </a:p>
        </p:txBody>
      </p:sp>
      <p:sp>
        <p:nvSpPr>
          <p:cNvPr id="12" name="">
            <a:extLst xmlns:a="http://schemas.openxmlformats.org/drawingml/2006/main">
              <a:ext uri="{FF2B5EF4-FFF2-40B4-BE49-F238E27FC236}">
                <a16:creationId xmlns:a16="http://schemas.microsoft.com/office/drawing/2014/main" id="{E8406D8D-C147-48BF-A7F9-0706917466B2}"/>
              </a:ext>
            </a:extLst>
          </p:cNvPr>
          <p:cNvSpPr>
            <a:spLocks xmlns:a="http://schemas.openxmlformats.org/drawingml/2006/main" noGrp="1"/>
          </p:cNvSpPr>
          <p:nvPr/>
        </p:nvSpPr>
        <p:spPr>
          <a:xfrm xmlns:a="http://schemas.openxmlformats.org/drawingml/2006/main">
            <a:off x="2827020" y="1762125"/>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0A6FAF"/>
            </a:solidFill>
            <a:prstDash val="solid"/>
          </a:ln>
        </p:spPr>
      </p:sp>
      <p:sp>
        <p:nvSpPr>
          <p:cNvPr id="13" name="">
            <a:extLst xmlns:a="http://schemas.openxmlformats.org/drawingml/2006/main">
              <a:ext uri="{FF2B5EF4-FFF2-40B4-BE49-F238E27FC236}">
                <a16:creationId xmlns:a16="http://schemas.microsoft.com/office/drawing/2014/main" id="{6A8BFBE2-2FBA-4670-B581-9B3246F53236}"/>
              </a:ext>
            </a:extLst>
          </p:cNvPr>
          <p:cNvSpPr>
            <a:spLocks xmlns:a="http://schemas.openxmlformats.org/drawingml/2006/main" noGrp="1"/>
          </p:cNvSpPr>
          <p:nvPr/>
        </p:nvSpPr>
        <p:spPr>
          <a:xfrm xmlns:a="http://schemas.openxmlformats.org/drawingml/2006/main">
            <a:off x="3611880" y="1857375"/>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bdde95ee0111458d">
            <a:extLst>
              <a:ext uri="{96DAC541-7B7A-43D3-8B79-37D633B846F1}">
                <asvg:svgBlip xmlns:asvg="http://schemas.microsoft.com/office/drawing/2016/SVG/main" r:embed="R07fda443bb184637"/>
              </a:ext>
            </a:extLst>
          </a:blip>
          <a:stretch xmlns:a="http://schemas.openxmlformats.org/drawingml/2006/main"/>
        </p:blipFill>
        <p:spPr>
          <a:xfrm xmlns:a="http://schemas.openxmlformats.org/drawingml/2006/main">
            <a:off x="3716655" y="1962150"/>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1820182-90D7-4265-979E-AC102750B081}"/>
              </a:ext>
            </a:extLst>
          </p:cNvPr>
          <p:cNvSpPr>
            <a:spLocks xmlns:a="http://schemas.openxmlformats.org/drawingml/2006/main" noGrp="1"/>
          </p:cNvSpPr>
          <p:nvPr/>
        </p:nvSpPr>
        <p:spPr>
          <a:xfrm xmlns:a="http://schemas.openxmlformats.org/drawingml/2006/main">
            <a:off x="292227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Capabilities</a:t>
            </a:r>
          </a:p>
        </p:txBody>
      </p:sp>
      <p:sp>
        <p:nvSpPr>
          <p:cNvPr id="16" name="">
            <a:extLst xmlns:a="http://schemas.openxmlformats.org/drawingml/2006/main">
              <a:ext uri="{FF2B5EF4-FFF2-40B4-BE49-F238E27FC236}">
                <a16:creationId xmlns:a16="http://schemas.microsoft.com/office/drawing/2014/main" id="{120C0A32-8B10-4CC2-9881-3C3F43F8171C}"/>
              </a:ext>
            </a:extLst>
          </p:cNvPr>
          <p:cNvSpPr>
            <a:spLocks xmlns:a="http://schemas.openxmlformats.org/drawingml/2006/main" noGrp="1"/>
          </p:cNvSpPr>
          <p:nvPr/>
        </p:nvSpPr>
        <p:spPr>
          <a:xfrm xmlns:a="http://schemas.openxmlformats.org/drawingml/2006/main">
            <a:off x="2941320" y="2600325"/>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Discover support</a:t>
            </a:r>
          </a:p>
        </p:txBody>
      </p:sp>
      <p:sp>
        <p:nvSpPr>
          <p:cNvPr id="17" name="">
            <a:extLst xmlns:a="http://schemas.openxmlformats.org/drawingml/2006/main">
              <a:ext uri="{FF2B5EF4-FFF2-40B4-BE49-F238E27FC236}">
                <a16:creationId xmlns:a16="http://schemas.microsoft.com/office/drawing/2014/main" id="{FD0298D6-3F6C-407F-9397-01714B095F34}"/>
              </a:ext>
            </a:extLst>
          </p:cNvPr>
          <p:cNvSpPr>
            <a:spLocks xmlns:a="http://schemas.openxmlformats.org/drawingml/2006/main" noGrp="1"/>
          </p:cNvSpPr>
          <p:nvPr/>
        </p:nvSpPr>
        <p:spPr>
          <a:xfrm xmlns:a="http://schemas.openxmlformats.org/drawingml/2006/main">
            <a:off x="2636520" y="232410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71D8183-E3D2-4956-B580-73133E228309}"/>
              </a:ext>
            </a:extLst>
          </p:cNvPr>
          <p:cNvSpPr>
            <a:spLocks xmlns:a="http://schemas.openxmlformats.org/drawingml/2006/main" noGrp="1"/>
          </p:cNvSpPr>
          <p:nvPr/>
        </p:nvSpPr>
        <p:spPr>
          <a:xfrm xmlns:a="http://schemas.openxmlformats.org/drawingml/2006/main">
            <a:off x="5082540" y="1762125"/>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7156CABC-7B4A-4CC4-A363-7BE510DAEB15}"/>
              </a:ext>
            </a:extLst>
          </p:cNvPr>
          <p:cNvSpPr>
            <a:spLocks xmlns:a="http://schemas.openxmlformats.org/drawingml/2006/main" noGrp="1"/>
          </p:cNvSpPr>
          <p:nvPr/>
        </p:nvSpPr>
        <p:spPr>
          <a:xfrm xmlns:a="http://schemas.openxmlformats.org/drawingml/2006/main">
            <a:off x="5867400" y="1857375"/>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2f32225ac8b40cc">
            <a:extLst>
              <a:ext uri="{96DAC541-7B7A-43D3-8B79-37D633B846F1}">
                <asvg:svgBlip xmlns:asvg="http://schemas.microsoft.com/office/drawing/2016/SVG/main" r:embed="R7c4ae714694b4b7d"/>
              </a:ext>
            </a:extLst>
          </a:blip>
          <a:stretch xmlns:a="http://schemas.openxmlformats.org/drawingml/2006/main"/>
        </p:blipFill>
        <p:spPr>
          <a:xfrm xmlns:a="http://schemas.openxmlformats.org/drawingml/2006/main">
            <a:off x="5972175" y="1962150"/>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7BF469E-1847-45EF-8451-B3F0DFE0B18B}"/>
              </a:ext>
            </a:extLst>
          </p:cNvPr>
          <p:cNvSpPr>
            <a:spLocks xmlns:a="http://schemas.openxmlformats.org/drawingml/2006/main" noGrp="1"/>
          </p:cNvSpPr>
          <p:nvPr/>
        </p:nvSpPr>
        <p:spPr>
          <a:xfrm xmlns:a="http://schemas.openxmlformats.org/drawingml/2006/main">
            <a:off x="517779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RPC</a:t>
            </a:r>
          </a:p>
        </p:txBody>
      </p:sp>
      <p:sp>
        <p:nvSpPr>
          <p:cNvPr id="22" name="">
            <a:extLst xmlns:a="http://schemas.openxmlformats.org/drawingml/2006/main">
              <a:ext uri="{FF2B5EF4-FFF2-40B4-BE49-F238E27FC236}">
                <a16:creationId xmlns:a16="http://schemas.microsoft.com/office/drawing/2014/main" id="{5C09FB5A-0C6B-4B02-995C-9410E3F8F877}"/>
              </a:ext>
            </a:extLst>
          </p:cNvPr>
          <p:cNvSpPr>
            <a:spLocks xmlns:a="http://schemas.openxmlformats.org/drawingml/2006/main" noGrp="1"/>
          </p:cNvSpPr>
          <p:nvPr/>
        </p:nvSpPr>
        <p:spPr>
          <a:xfrm xmlns:a="http://schemas.openxmlformats.org/drawingml/2006/main">
            <a:off x="5196840" y="2600325"/>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Edit / get</a:t>
            </a:r>
          </a:p>
        </p:txBody>
      </p:sp>
      <p:sp>
        <p:nvSpPr>
          <p:cNvPr id="23" name="">
            <a:extLst xmlns:a="http://schemas.openxmlformats.org/drawingml/2006/main">
              <a:ext uri="{FF2B5EF4-FFF2-40B4-BE49-F238E27FC236}">
                <a16:creationId xmlns:a16="http://schemas.microsoft.com/office/drawing/2014/main" id="{0874BB23-7D64-4351-A976-99AAF9C261E1}"/>
              </a:ext>
            </a:extLst>
          </p:cNvPr>
          <p:cNvSpPr>
            <a:spLocks xmlns:a="http://schemas.openxmlformats.org/drawingml/2006/main" noGrp="1"/>
          </p:cNvSpPr>
          <p:nvPr/>
        </p:nvSpPr>
        <p:spPr>
          <a:xfrm xmlns:a="http://schemas.openxmlformats.org/drawingml/2006/main">
            <a:off x="4892040" y="232410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FCD497-DEB6-428D-AACD-D46318646547}"/>
              </a:ext>
            </a:extLst>
          </p:cNvPr>
          <p:cNvSpPr>
            <a:spLocks xmlns:a="http://schemas.openxmlformats.org/drawingml/2006/main" noGrp="1"/>
          </p:cNvSpPr>
          <p:nvPr/>
        </p:nvSpPr>
        <p:spPr>
          <a:xfrm xmlns:a="http://schemas.openxmlformats.org/drawingml/2006/main">
            <a:off x="7338060" y="1762125"/>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82D9B21F-640D-4752-9274-15D5B5A7BF42}"/>
              </a:ext>
            </a:extLst>
          </p:cNvPr>
          <p:cNvSpPr>
            <a:spLocks xmlns:a="http://schemas.openxmlformats.org/drawingml/2006/main" noGrp="1"/>
          </p:cNvSpPr>
          <p:nvPr/>
        </p:nvSpPr>
        <p:spPr>
          <a:xfrm xmlns:a="http://schemas.openxmlformats.org/drawingml/2006/main">
            <a:off x="8122920" y="1857375"/>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788ad23507024b1d">
            <a:extLst>
              <a:ext uri="{96DAC541-7B7A-43D3-8B79-37D633B846F1}">
                <asvg:svgBlip xmlns:asvg="http://schemas.microsoft.com/office/drawing/2016/SVG/main" r:embed="R8e376bee049a4639"/>
              </a:ext>
            </a:extLst>
          </a:blip>
          <a:stretch xmlns:a="http://schemas.openxmlformats.org/drawingml/2006/main"/>
        </p:blipFill>
        <p:spPr>
          <a:xfrm xmlns:a="http://schemas.openxmlformats.org/drawingml/2006/main">
            <a:off x="8227695" y="1962150"/>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A19E67D-8426-41EE-94BA-E133D6A1A964}"/>
              </a:ext>
            </a:extLst>
          </p:cNvPr>
          <p:cNvSpPr>
            <a:spLocks xmlns:a="http://schemas.openxmlformats.org/drawingml/2006/main" noGrp="1"/>
          </p:cNvSpPr>
          <p:nvPr/>
        </p:nvSpPr>
        <p:spPr>
          <a:xfrm xmlns:a="http://schemas.openxmlformats.org/drawingml/2006/main">
            <a:off x="743331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Datastore</a:t>
            </a:r>
          </a:p>
        </p:txBody>
      </p:sp>
      <p:sp>
        <p:nvSpPr>
          <p:cNvPr id="28" name="">
            <a:extLst xmlns:a="http://schemas.openxmlformats.org/drawingml/2006/main">
              <a:ext uri="{FF2B5EF4-FFF2-40B4-BE49-F238E27FC236}">
                <a16:creationId xmlns:a16="http://schemas.microsoft.com/office/drawing/2014/main" id="{DCD0020F-F62D-4085-81D3-37342F3D920E}"/>
              </a:ext>
            </a:extLst>
          </p:cNvPr>
          <p:cNvSpPr>
            <a:spLocks xmlns:a="http://schemas.openxmlformats.org/drawingml/2006/main" noGrp="1"/>
          </p:cNvSpPr>
          <p:nvPr/>
        </p:nvSpPr>
        <p:spPr>
          <a:xfrm xmlns:a="http://schemas.openxmlformats.org/drawingml/2006/main">
            <a:off x="7452360" y="2600325"/>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Candidate / running</a:t>
            </a:r>
          </a:p>
        </p:txBody>
      </p:sp>
      <p:sp>
        <p:nvSpPr>
          <p:cNvPr id="29" name="">
            <a:extLst xmlns:a="http://schemas.openxmlformats.org/drawingml/2006/main">
              <a:ext uri="{FF2B5EF4-FFF2-40B4-BE49-F238E27FC236}">
                <a16:creationId xmlns:a16="http://schemas.microsoft.com/office/drawing/2014/main" id="{BF2E378B-601A-469A-BD47-9484D2A1E62C}"/>
              </a:ext>
            </a:extLst>
          </p:cNvPr>
          <p:cNvSpPr>
            <a:spLocks xmlns:a="http://schemas.openxmlformats.org/drawingml/2006/main" noGrp="1"/>
          </p:cNvSpPr>
          <p:nvPr/>
        </p:nvSpPr>
        <p:spPr>
          <a:xfrm xmlns:a="http://schemas.openxmlformats.org/drawingml/2006/main">
            <a:off x="7147560" y="232410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2B536F8-968E-4816-B573-C87F01A0881A}"/>
              </a:ext>
            </a:extLst>
          </p:cNvPr>
          <p:cNvSpPr>
            <a:spLocks xmlns:a="http://schemas.openxmlformats.org/drawingml/2006/main" noGrp="1"/>
          </p:cNvSpPr>
          <p:nvPr/>
        </p:nvSpPr>
        <p:spPr>
          <a:xfrm xmlns:a="http://schemas.openxmlformats.org/drawingml/2006/main">
            <a:off x="9593580" y="1762125"/>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E02B864B-8CF2-482E-AEDB-79BEA7A61E80}"/>
              </a:ext>
            </a:extLst>
          </p:cNvPr>
          <p:cNvSpPr>
            <a:spLocks xmlns:a="http://schemas.openxmlformats.org/drawingml/2006/main" noGrp="1"/>
          </p:cNvSpPr>
          <p:nvPr/>
        </p:nvSpPr>
        <p:spPr>
          <a:xfrm xmlns:a="http://schemas.openxmlformats.org/drawingml/2006/main">
            <a:off x="10378440" y="1857375"/>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f1b94f1573f7403a">
            <a:extLst>
              <a:ext uri="{96DAC541-7B7A-43D3-8B79-37D633B846F1}">
                <asvg:svgBlip xmlns:asvg="http://schemas.microsoft.com/office/drawing/2016/SVG/main" r:embed="R4af29c1363c04ac1"/>
              </a:ext>
            </a:extLst>
          </a:blip>
          <a:stretch xmlns:a="http://schemas.openxmlformats.org/drawingml/2006/main"/>
        </p:blipFill>
        <p:spPr>
          <a:xfrm xmlns:a="http://schemas.openxmlformats.org/drawingml/2006/main">
            <a:off x="10483215" y="1962150"/>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E36AA923-648D-404C-9C6B-80B80E0F2403}"/>
              </a:ext>
            </a:extLst>
          </p:cNvPr>
          <p:cNvSpPr>
            <a:spLocks xmlns:a="http://schemas.openxmlformats.org/drawingml/2006/main" noGrp="1"/>
          </p:cNvSpPr>
          <p:nvPr/>
        </p:nvSpPr>
        <p:spPr>
          <a:xfrm xmlns:a="http://schemas.openxmlformats.org/drawingml/2006/main">
            <a:off x="968883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Validate + commit</a:t>
            </a:r>
          </a:p>
        </p:txBody>
      </p:sp>
      <p:sp>
        <p:nvSpPr>
          <p:cNvPr id="34" name="">
            <a:extLst xmlns:a="http://schemas.openxmlformats.org/drawingml/2006/main">
              <a:ext uri="{FF2B5EF4-FFF2-40B4-BE49-F238E27FC236}">
                <a16:creationId xmlns:a16="http://schemas.microsoft.com/office/drawing/2014/main" id="{FFFEA691-29DD-46D2-B7DA-9E2AA05A0188}"/>
              </a:ext>
            </a:extLst>
          </p:cNvPr>
          <p:cNvSpPr>
            <a:spLocks xmlns:a="http://schemas.openxmlformats.org/drawingml/2006/main" noGrp="1"/>
          </p:cNvSpPr>
          <p:nvPr/>
        </p:nvSpPr>
        <p:spPr>
          <a:xfrm xmlns:a="http://schemas.openxmlformats.org/drawingml/2006/main">
            <a:off x="9707880" y="2600325"/>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Transactional control</a:t>
            </a:r>
          </a:p>
        </p:txBody>
      </p:sp>
      <p:sp>
        <p:nvSpPr>
          <p:cNvPr id="35" name="">
            <a:extLst xmlns:a="http://schemas.openxmlformats.org/drawingml/2006/main">
              <a:ext uri="{FF2B5EF4-FFF2-40B4-BE49-F238E27FC236}">
                <a16:creationId xmlns:a16="http://schemas.microsoft.com/office/drawing/2014/main" id="{F0995DBD-B56F-45E6-825B-49C4BBCAAFA7}"/>
              </a:ext>
            </a:extLst>
          </p:cNvPr>
          <p:cNvSpPr>
            <a:spLocks xmlns:a="http://schemas.openxmlformats.org/drawingml/2006/main" noGrp="1"/>
          </p:cNvSpPr>
          <p:nvPr/>
        </p:nvSpPr>
        <p:spPr>
          <a:xfrm xmlns:a="http://schemas.openxmlformats.org/drawingml/2006/main">
            <a:off x="9403080" y="232410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0B3CBB9-9378-4835-AFBF-2084AF985CFD}"/>
              </a:ext>
            </a:extLst>
          </p:cNvPr>
          <p:cNvSpPr>
            <a:spLocks xmlns:a="http://schemas.openxmlformats.org/drawingml/2006/main" noGrp="1"/>
          </p:cNvSpPr>
          <p:nvPr/>
        </p:nvSpPr>
        <p:spPr>
          <a:xfrm xmlns:a="http://schemas.openxmlformats.org/drawingml/2006/main">
            <a:off x="1143000" y="371475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DCF3BA00-EB7A-4CEF-A947-BCFA25D5EF79}"/>
              </a:ext>
            </a:extLst>
          </p:cNvPr>
          <p:cNvSpPr>
            <a:spLocks xmlns:a="http://schemas.openxmlformats.org/drawingml/2006/main" noGrp="1"/>
          </p:cNvSpPr>
          <p:nvPr/>
        </p:nvSpPr>
        <p:spPr>
          <a:xfrm xmlns:a="http://schemas.openxmlformats.org/drawingml/2006/main">
            <a:off x="1143000" y="3714750"/>
            <a:ext cx="76200" cy="12382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EC59300-CBDF-46D9-B56B-FFB94D557975}"/>
              </a:ext>
            </a:extLst>
          </p:cNvPr>
          <p:cNvSpPr>
            <a:spLocks xmlns:a="http://schemas.openxmlformats.org/drawingml/2006/main" noGrp="1"/>
          </p:cNvSpPr>
          <p:nvPr/>
        </p:nvSpPr>
        <p:spPr>
          <a:xfrm xmlns:a="http://schemas.openxmlformats.org/drawingml/2006/main">
            <a:off x="1352550" y="38862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Schema-aware</a:t>
            </a:r>
          </a:p>
        </p:txBody>
      </p:sp>
      <p:sp>
        <p:nvSpPr>
          <p:cNvPr id="39" name="">
            <a:extLst xmlns:a="http://schemas.openxmlformats.org/drawingml/2006/main">
              <a:ext uri="{FF2B5EF4-FFF2-40B4-BE49-F238E27FC236}">
                <a16:creationId xmlns:a16="http://schemas.microsoft.com/office/drawing/2014/main" id="{C1B310FC-4158-4DF4-8D6B-9B921A7851E4}"/>
              </a:ext>
            </a:extLst>
          </p:cNvPr>
          <p:cNvSpPr>
            <a:spLocks xmlns:a="http://schemas.openxmlformats.org/drawingml/2006/main" noGrp="1"/>
          </p:cNvSpPr>
          <p:nvPr/>
        </p:nvSpPr>
        <p:spPr>
          <a:xfrm xmlns:a="http://schemas.openxmlformats.org/drawingml/2006/main">
            <a:off x="1352550" y="427672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Validate names, types, ranges, and structure before deployment.</a:t>
            </a:r>
          </a:p>
        </p:txBody>
      </p:sp>
      <p:sp>
        <p:nvSpPr>
          <p:cNvPr id="40" name="">
            <a:extLst xmlns:a="http://schemas.openxmlformats.org/drawingml/2006/main">
              <a:ext uri="{FF2B5EF4-FFF2-40B4-BE49-F238E27FC236}">
                <a16:creationId xmlns:a16="http://schemas.microsoft.com/office/drawing/2014/main" id="{535ADE76-2F7A-41C8-AB9C-9F3387883192}"/>
              </a:ext>
            </a:extLst>
          </p:cNvPr>
          <p:cNvSpPr>
            <a:spLocks xmlns:a="http://schemas.openxmlformats.org/drawingml/2006/main" noGrp="1"/>
          </p:cNvSpPr>
          <p:nvPr/>
        </p:nvSpPr>
        <p:spPr>
          <a:xfrm xmlns:a="http://schemas.openxmlformats.org/drawingml/2006/main">
            <a:off x="4667250" y="371475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41" name="">
            <a:extLst xmlns:a="http://schemas.openxmlformats.org/drawingml/2006/main">
              <a:ext uri="{FF2B5EF4-FFF2-40B4-BE49-F238E27FC236}">
                <a16:creationId xmlns:a16="http://schemas.microsoft.com/office/drawing/2014/main" id="{7C3D4655-E888-43B4-BAEA-D0E39A77182A}"/>
              </a:ext>
            </a:extLst>
          </p:cNvPr>
          <p:cNvSpPr>
            <a:spLocks xmlns:a="http://schemas.openxmlformats.org/drawingml/2006/main" noGrp="1"/>
          </p:cNvSpPr>
          <p:nvPr/>
        </p:nvSpPr>
        <p:spPr>
          <a:xfrm xmlns:a="http://schemas.openxmlformats.org/drawingml/2006/main">
            <a:off x="4667250" y="3714750"/>
            <a:ext cx="76200" cy="12382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FA1FEBC-37EE-4E6F-80D9-2552A7E4BCEF}"/>
              </a:ext>
            </a:extLst>
          </p:cNvPr>
          <p:cNvSpPr>
            <a:spLocks xmlns:a="http://schemas.openxmlformats.org/drawingml/2006/main" noGrp="1"/>
          </p:cNvSpPr>
          <p:nvPr/>
        </p:nvSpPr>
        <p:spPr>
          <a:xfrm xmlns:a="http://schemas.openxmlformats.org/drawingml/2006/main">
            <a:off x="4876800" y="38862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Capability-aware</a:t>
            </a:r>
          </a:p>
        </p:txBody>
      </p:sp>
      <p:sp>
        <p:nvSpPr>
          <p:cNvPr id="43" name="">
            <a:extLst xmlns:a="http://schemas.openxmlformats.org/drawingml/2006/main">
              <a:ext uri="{FF2B5EF4-FFF2-40B4-BE49-F238E27FC236}">
                <a16:creationId xmlns:a16="http://schemas.microsoft.com/office/drawing/2014/main" id="{D43ED708-5944-40A0-BD6A-BB1312682FD3}"/>
              </a:ext>
            </a:extLst>
          </p:cNvPr>
          <p:cNvSpPr>
            <a:spLocks xmlns:a="http://schemas.openxmlformats.org/drawingml/2006/main" noGrp="1"/>
          </p:cNvSpPr>
          <p:nvPr/>
        </p:nvSpPr>
        <p:spPr>
          <a:xfrm xmlns:a="http://schemas.openxmlformats.org/drawingml/2006/main">
            <a:off x="4876800" y="427672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Adapt to what the target advertises instead of assuming support.</a:t>
            </a:r>
          </a:p>
        </p:txBody>
      </p:sp>
      <p:sp>
        <p:nvSpPr>
          <p:cNvPr id="44" name="">
            <a:extLst xmlns:a="http://schemas.openxmlformats.org/drawingml/2006/main">
              <a:ext uri="{FF2B5EF4-FFF2-40B4-BE49-F238E27FC236}">
                <a16:creationId xmlns:a16="http://schemas.microsoft.com/office/drawing/2014/main" id="{35DF1C93-8B33-4BD9-930D-1A04C59DF5A8}"/>
              </a:ext>
            </a:extLst>
          </p:cNvPr>
          <p:cNvSpPr>
            <a:spLocks xmlns:a="http://schemas.openxmlformats.org/drawingml/2006/main" noGrp="1"/>
          </p:cNvSpPr>
          <p:nvPr/>
        </p:nvSpPr>
        <p:spPr>
          <a:xfrm xmlns:a="http://schemas.openxmlformats.org/drawingml/2006/main">
            <a:off x="8191500" y="371475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45" name="">
            <a:extLst xmlns:a="http://schemas.openxmlformats.org/drawingml/2006/main">
              <a:ext uri="{FF2B5EF4-FFF2-40B4-BE49-F238E27FC236}">
                <a16:creationId xmlns:a16="http://schemas.microsoft.com/office/drawing/2014/main" id="{D5A3AC2B-03B4-4B8B-A1E2-87AAB0D35DF7}"/>
              </a:ext>
            </a:extLst>
          </p:cNvPr>
          <p:cNvSpPr>
            <a:spLocks xmlns:a="http://schemas.openxmlformats.org/drawingml/2006/main" noGrp="1"/>
          </p:cNvSpPr>
          <p:nvPr/>
        </p:nvSpPr>
        <p:spPr>
          <a:xfrm xmlns:a="http://schemas.openxmlformats.org/drawingml/2006/main">
            <a:off x="8191500" y="3714750"/>
            <a:ext cx="76200" cy="12382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40021F3E-10AC-4456-A3E0-99FE8BB495BF}"/>
              </a:ext>
            </a:extLst>
          </p:cNvPr>
          <p:cNvSpPr>
            <a:spLocks xmlns:a="http://schemas.openxmlformats.org/drawingml/2006/main" noGrp="1"/>
          </p:cNvSpPr>
          <p:nvPr/>
        </p:nvSpPr>
        <p:spPr>
          <a:xfrm xmlns:a="http://schemas.openxmlformats.org/drawingml/2006/main">
            <a:off x="8401050" y="38862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Transaction-aware</a:t>
            </a:r>
          </a:p>
        </p:txBody>
      </p:sp>
      <p:sp>
        <p:nvSpPr>
          <p:cNvPr id="47" name="">
            <a:extLst xmlns:a="http://schemas.openxmlformats.org/drawingml/2006/main">
              <a:ext uri="{FF2B5EF4-FFF2-40B4-BE49-F238E27FC236}">
                <a16:creationId xmlns:a16="http://schemas.microsoft.com/office/drawing/2014/main" id="{BCA209C1-36A6-4B70-9630-EC2D0DCAAA62}"/>
              </a:ext>
            </a:extLst>
          </p:cNvPr>
          <p:cNvSpPr>
            <a:spLocks xmlns:a="http://schemas.openxmlformats.org/drawingml/2006/main" noGrp="1"/>
          </p:cNvSpPr>
          <p:nvPr/>
        </p:nvSpPr>
        <p:spPr>
          <a:xfrm xmlns:a="http://schemas.openxmlformats.org/drawingml/2006/main">
            <a:off x="8401050" y="427672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57"/>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Use validate, commit, lock, or confirmed commit where supported.</a:t>
            </a:r>
          </a:p>
        </p:txBody>
      </p:sp>
      <p:sp>
        <p:nvSpPr>
          <p:cNvPr id="48" name="">
            <a:extLst xmlns:a="http://schemas.openxmlformats.org/drawingml/2006/main">
              <a:ext uri="{FF2B5EF4-FFF2-40B4-BE49-F238E27FC236}">
                <a16:creationId xmlns:a16="http://schemas.microsoft.com/office/drawing/2014/main" id="{321B7DC2-690C-4122-81A6-7DD913EA0338}"/>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B2B1CC2-1597-49A2-B289-B2D9ED832890}"/>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9BDBAD99-FDB2-40ED-8A59-5836872BDBF8}"/>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Models improve control only when the client honors their constraints and semantics.</a:t>
            </a:r>
          </a:p>
        </p:txBody>
      </p:sp>
    </p:spTree>
    <p:extLst>
      <p:ext uri="{BB962C8B-B14F-4D97-AF65-F5344CB8AC3E}">
        <p14:creationId xmlns:p14="http://schemas.microsoft.com/office/powerpoint/2010/main" val="3433902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8549304-856E-4442-9C5F-C6EC86E0FEC2}"/>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D08970-6E2F-4182-96ED-65446AB143B8}"/>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9BD5DE-A527-4101-8219-4D16B59BF49E}"/>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7A0ADB32-B928-4167-8F16-9EF0DEA00CFD}"/>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Ansible</a:t>
            </a:r>
          </a:p>
        </p:txBody>
      </p:sp>
      <p:sp>
        <p:nvSpPr>
          <p:cNvPr id="5" name="">
            <a:extLst xmlns:a="http://schemas.openxmlformats.org/drawingml/2006/main">
              <a:ext uri="{FF2B5EF4-FFF2-40B4-BE49-F238E27FC236}">
                <a16:creationId xmlns:a16="http://schemas.microsoft.com/office/drawing/2014/main" id="{2F795ADA-8052-4D54-93A9-359B7CCD4C8F}"/>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Orchestration coordinates work; modules own device semantics</a:t>
            </a:r>
          </a:p>
        </p:txBody>
      </p:sp>
      <p:sp>
        <p:nvSpPr>
          <p:cNvPr id="6" name="">
            <a:extLst xmlns:a="http://schemas.openxmlformats.org/drawingml/2006/main">
              <a:ext uri="{FF2B5EF4-FFF2-40B4-BE49-F238E27FC236}">
                <a16:creationId xmlns:a16="http://schemas.microsoft.com/office/drawing/2014/main" id="{D11C12D6-FEF7-4AD1-A5DA-A7F35F113710}"/>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CD9F572-FB32-4B50-9670-E835EC9953B0}"/>
              </a:ext>
            </a:extLst>
          </p:cNvPr>
          <p:cNvSpPr>
            <a:spLocks xmlns:a="http://schemas.openxmlformats.org/drawingml/2006/main" noGrp="1"/>
          </p:cNvSpPr>
          <p:nvPr/>
        </p:nvSpPr>
        <p:spPr>
          <a:xfrm xmlns:a="http://schemas.openxmlformats.org/drawingml/2006/main">
            <a:off x="571500" y="1695450"/>
            <a:ext cx="4095750" cy="3619500"/>
          </a:xfrm>
          <a:prstGeom xmlns:a="http://schemas.openxmlformats.org/drawingml/2006/main" prst="roundRect">
            <a:avLst>
              <a:gd name="adj" fmla="val 3158"/>
            </a:avLst>
          </a:prstGeom>
          <a:solidFill xmlns:a="http://schemas.openxmlformats.org/drawingml/2006/main">
            <a:srgbClr val="0C203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32CA50-C30B-4303-AB5C-A91DCF7ECAE8}"/>
              </a:ext>
            </a:extLst>
          </p:cNvPr>
          <p:cNvSpPr>
            <a:spLocks xmlns:a="http://schemas.openxmlformats.org/drawingml/2006/main" noGrp="1"/>
          </p:cNvSpPr>
          <p:nvPr/>
        </p:nvSpPr>
        <p:spPr>
          <a:xfrm xmlns:a="http://schemas.openxmlformats.org/drawingml/2006/main">
            <a:off x="809625" y="1885950"/>
            <a:ext cx="3619500" cy="3219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name: Verify interface state</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hosts: edge</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gather_facts: false</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tasks:</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 name: Collect facts</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platform_facts:</a:t>
            </a:r>
          </a:p>
          <a:p xmlns:a="http://schemas.openxmlformats.org/drawingml/2006/main">
            <a:r>
              <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 name: Assert expected state</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ansible.builtin.assert:</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that:</a:t>
            </a:r>
          </a:p>
          <a:p xmlns:a="http://schemas.openxmlformats.org/drawingml/2006/main">
            <a:pPr algn="l">
              <a:defRPr sz="1350" b="0">
                <a:solidFill>
                  <a:srgbClr val="EAF7FF"/>
                </a:solidFill>
                <a:latin typeface="Helvetica Neue"/>
                <a:ea typeface="Helvetica Neue"/>
                <a:cs typeface="Helvetica Neue"/>
              </a:defRPr>
            </a:pPr>
            <a:r>
              <a:rPr sz="1350" b="0">
                <a:solidFill>
                  <a:srgbClr val="EAF7FF"/>
                </a:solidFill>
                <a:latin typeface="Helvetica Neue"/>
                <a:ea typeface="Helvetica Neue"/>
                <a:cs typeface="Helvetica Neue"/>
              </a:rPr>
              <a:t>          - interface_state == 'up'</a:t>
            </a:r>
          </a:p>
        </p:txBody>
      </p:sp>
      <p:sp>
        <p:nvSpPr>
          <p:cNvPr id="9" name="">
            <a:extLst xmlns:a="http://schemas.openxmlformats.org/drawingml/2006/main">
              <a:ext uri="{FF2B5EF4-FFF2-40B4-BE49-F238E27FC236}">
                <a16:creationId xmlns:a16="http://schemas.microsoft.com/office/drawing/2014/main" id="{75552355-BB8D-46BA-BCD0-739E066B3B24}"/>
              </a:ext>
            </a:extLst>
          </p:cNvPr>
          <p:cNvSpPr>
            <a:spLocks xmlns:a="http://schemas.openxmlformats.org/drawingml/2006/main" noGrp="1"/>
          </p:cNvSpPr>
          <p:nvPr/>
        </p:nvSpPr>
        <p:spPr>
          <a:xfrm xmlns:a="http://schemas.openxmlformats.org/drawingml/2006/main">
            <a:off x="5143500" y="1952625"/>
            <a:ext cx="1428750" cy="1257300"/>
          </a:xfrm>
          <a:prstGeom xmlns:a="http://schemas.openxmlformats.org/drawingml/2006/main" prst="roundRect">
            <a:avLst>
              <a:gd name="adj" fmla="val 9091"/>
            </a:avLst>
          </a:prstGeom>
          <a:solidFill xmlns:a="http://schemas.openxmlformats.org/drawingml/2006/main">
            <a:srgbClr val="F3F8FC"/>
          </a:solidFill>
          <a:ln xmlns:a="http://schemas.openxmlformats.org/drawingml/2006/main" w="9525">
            <a:solidFill>
              <a:srgbClr val="0A6FAF"/>
            </a:solidFill>
            <a:prstDash val="solid"/>
          </a:ln>
        </p:spPr>
      </p:sp>
      <p:sp>
        <p:nvSpPr>
          <p:cNvPr id="10" name="">
            <a:extLst xmlns:a="http://schemas.openxmlformats.org/drawingml/2006/main">
              <a:ext uri="{FF2B5EF4-FFF2-40B4-BE49-F238E27FC236}">
                <a16:creationId xmlns:a16="http://schemas.microsoft.com/office/drawing/2014/main" id="{524690B8-C6EB-46C7-B05E-079B0D61E2E7}"/>
              </a:ext>
            </a:extLst>
          </p:cNvPr>
          <p:cNvSpPr>
            <a:spLocks xmlns:a="http://schemas.openxmlformats.org/drawingml/2006/main" noGrp="1"/>
          </p:cNvSpPr>
          <p:nvPr/>
        </p:nvSpPr>
        <p:spPr>
          <a:xfrm xmlns:a="http://schemas.openxmlformats.org/drawingml/2006/main">
            <a:off x="5629275" y="2047875"/>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b24e2e5702bd4024">
            <a:extLst>
              <a:ext uri="{96DAC541-7B7A-43D3-8B79-37D633B846F1}">
                <asvg:svgBlip xmlns:asvg="http://schemas.microsoft.com/office/drawing/2016/SVG/main" r:embed="R34fe654bc1d24349"/>
              </a:ext>
            </a:extLst>
          </a:blip>
          <a:stretch xmlns:a="http://schemas.openxmlformats.org/drawingml/2006/main"/>
        </p:blipFill>
        <p:spPr>
          <a:xfrm xmlns:a="http://schemas.openxmlformats.org/drawingml/2006/main">
            <a:off x="5734050" y="2152650"/>
            <a:ext cx="247650" cy="2476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C800D0E-4938-45C0-B4C4-379E62968AF3}"/>
              </a:ext>
            </a:extLst>
          </p:cNvPr>
          <p:cNvSpPr>
            <a:spLocks xmlns:a="http://schemas.openxmlformats.org/drawingml/2006/main" noGrp="1"/>
          </p:cNvSpPr>
          <p:nvPr/>
        </p:nvSpPr>
        <p:spPr>
          <a:xfrm xmlns:a="http://schemas.openxmlformats.org/drawingml/2006/main">
            <a:off x="5238750" y="25336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Inventory</a:t>
            </a:r>
          </a:p>
        </p:txBody>
      </p:sp>
      <p:sp>
        <p:nvSpPr>
          <p:cNvPr id="13" name="">
            <a:extLst xmlns:a="http://schemas.openxmlformats.org/drawingml/2006/main">
              <a:ext uri="{FF2B5EF4-FFF2-40B4-BE49-F238E27FC236}">
                <a16:creationId xmlns:a16="http://schemas.microsoft.com/office/drawing/2014/main" id="{11E71A59-AD22-47BB-AF9F-83E43A427D0D}"/>
              </a:ext>
            </a:extLst>
          </p:cNvPr>
          <p:cNvSpPr>
            <a:spLocks xmlns:a="http://schemas.openxmlformats.org/drawingml/2006/main" noGrp="1"/>
          </p:cNvSpPr>
          <p:nvPr/>
        </p:nvSpPr>
        <p:spPr>
          <a:xfrm xmlns:a="http://schemas.openxmlformats.org/drawingml/2006/main">
            <a:off x="5257800" y="2790825"/>
            <a:ext cx="120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65"/>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Targets + variables</a:t>
            </a:r>
          </a:p>
        </p:txBody>
      </p:sp>
      <p:sp>
        <p:nvSpPr>
          <p:cNvPr id="14" name="">
            <a:extLst xmlns:a="http://schemas.openxmlformats.org/drawingml/2006/main">
              <a:ext uri="{FF2B5EF4-FFF2-40B4-BE49-F238E27FC236}">
                <a16:creationId xmlns:a16="http://schemas.microsoft.com/office/drawing/2014/main" id="{8D728AF2-17F0-4A70-9489-FACA30D4322C}"/>
              </a:ext>
            </a:extLst>
          </p:cNvPr>
          <p:cNvSpPr>
            <a:spLocks xmlns:a="http://schemas.openxmlformats.org/drawingml/2006/main" noGrp="1"/>
          </p:cNvSpPr>
          <p:nvPr/>
        </p:nvSpPr>
        <p:spPr>
          <a:xfrm xmlns:a="http://schemas.openxmlformats.org/drawingml/2006/main">
            <a:off x="6762750" y="1952625"/>
            <a:ext cx="1428750" cy="1257300"/>
          </a:xfrm>
          <a:prstGeom xmlns:a="http://schemas.openxmlformats.org/drawingml/2006/main" prst="roundRect">
            <a:avLst>
              <a:gd name="adj" fmla="val 9091"/>
            </a:avLst>
          </a:prstGeom>
          <a:solidFill xmlns:a="http://schemas.openxmlformats.org/drawingml/2006/main">
            <a:srgbClr val="F3F8FC"/>
          </a:solidFill>
          <a:ln xmlns:a="http://schemas.openxmlformats.org/drawingml/2006/main" w="9525">
            <a:solidFill>
              <a:srgbClr val="F28C28"/>
            </a:solidFill>
            <a:prstDash val="solid"/>
          </a:ln>
        </p:spPr>
      </p:sp>
      <p:sp>
        <p:nvSpPr>
          <p:cNvPr id="15" name="">
            <a:extLst xmlns:a="http://schemas.openxmlformats.org/drawingml/2006/main">
              <a:ext uri="{FF2B5EF4-FFF2-40B4-BE49-F238E27FC236}">
                <a16:creationId xmlns:a16="http://schemas.microsoft.com/office/drawing/2014/main" id="{FC09C7A8-DD0F-452D-AFCB-1ACB7ED1C7B0}"/>
              </a:ext>
            </a:extLst>
          </p:cNvPr>
          <p:cNvSpPr>
            <a:spLocks xmlns:a="http://schemas.openxmlformats.org/drawingml/2006/main" noGrp="1"/>
          </p:cNvSpPr>
          <p:nvPr/>
        </p:nvSpPr>
        <p:spPr>
          <a:xfrm xmlns:a="http://schemas.openxmlformats.org/drawingml/2006/main">
            <a:off x="7248525" y="2047875"/>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b2eeace51e2c4da7">
            <a:extLst>
              <a:ext uri="{96DAC541-7B7A-43D3-8B79-37D633B846F1}">
                <asvg:svgBlip xmlns:asvg="http://schemas.microsoft.com/office/drawing/2016/SVG/main" r:embed="Rac1d5aad26c84571"/>
              </a:ext>
            </a:extLst>
          </a:blip>
          <a:stretch xmlns:a="http://schemas.openxmlformats.org/drawingml/2006/main"/>
        </p:blipFill>
        <p:spPr>
          <a:xfrm xmlns:a="http://schemas.openxmlformats.org/drawingml/2006/main">
            <a:off x="7353300" y="2152650"/>
            <a:ext cx="247650" cy="2476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03A6C11-4542-4CD0-8D78-D313E1A3CB76}"/>
              </a:ext>
            </a:extLst>
          </p:cNvPr>
          <p:cNvSpPr>
            <a:spLocks xmlns:a="http://schemas.openxmlformats.org/drawingml/2006/main" noGrp="1"/>
          </p:cNvSpPr>
          <p:nvPr/>
        </p:nvSpPr>
        <p:spPr>
          <a:xfrm xmlns:a="http://schemas.openxmlformats.org/drawingml/2006/main">
            <a:off x="6858000" y="25336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Module</a:t>
            </a:r>
          </a:p>
        </p:txBody>
      </p:sp>
      <p:sp>
        <p:nvSpPr>
          <p:cNvPr id="18" name="">
            <a:extLst xmlns:a="http://schemas.openxmlformats.org/drawingml/2006/main">
              <a:ext uri="{FF2B5EF4-FFF2-40B4-BE49-F238E27FC236}">
                <a16:creationId xmlns:a16="http://schemas.microsoft.com/office/drawing/2014/main" id="{8C0C7331-A7BF-4B81-A0BC-6D49E0F247C6}"/>
              </a:ext>
            </a:extLst>
          </p:cNvPr>
          <p:cNvSpPr>
            <a:spLocks xmlns:a="http://schemas.openxmlformats.org/drawingml/2006/main" noGrp="1"/>
          </p:cNvSpPr>
          <p:nvPr/>
        </p:nvSpPr>
        <p:spPr>
          <a:xfrm xmlns:a="http://schemas.openxmlformats.org/drawingml/2006/main">
            <a:off x="6877050" y="2790825"/>
            <a:ext cx="120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Platform behavior</a:t>
            </a:r>
          </a:p>
        </p:txBody>
      </p:sp>
      <p:sp>
        <p:nvSpPr>
          <p:cNvPr id="19" name="">
            <a:extLst xmlns:a="http://schemas.openxmlformats.org/drawingml/2006/main">
              <a:ext uri="{FF2B5EF4-FFF2-40B4-BE49-F238E27FC236}">
                <a16:creationId xmlns:a16="http://schemas.microsoft.com/office/drawing/2014/main" id="{B2BC6649-9BC1-415F-8AAF-137B56677B7E}"/>
              </a:ext>
            </a:extLst>
          </p:cNvPr>
          <p:cNvSpPr>
            <a:spLocks xmlns:a="http://schemas.openxmlformats.org/drawingml/2006/main" noGrp="1"/>
          </p:cNvSpPr>
          <p:nvPr/>
        </p:nvSpPr>
        <p:spPr>
          <a:xfrm xmlns:a="http://schemas.openxmlformats.org/drawingml/2006/main">
            <a:off x="6610350" y="2495550"/>
            <a:ext cx="1143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9CC31D9-5A09-4ED8-B5B2-6D1AE31B591B}"/>
              </a:ext>
            </a:extLst>
          </p:cNvPr>
          <p:cNvSpPr>
            <a:spLocks xmlns:a="http://schemas.openxmlformats.org/drawingml/2006/main" noGrp="1"/>
          </p:cNvSpPr>
          <p:nvPr/>
        </p:nvSpPr>
        <p:spPr>
          <a:xfrm xmlns:a="http://schemas.openxmlformats.org/drawingml/2006/main">
            <a:off x="8382000" y="1952625"/>
            <a:ext cx="1428750" cy="1257300"/>
          </a:xfrm>
          <a:prstGeom xmlns:a="http://schemas.openxmlformats.org/drawingml/2006/main" prst="roundRect">
            <a:avLst>
              <a:gd name="adj" fmla="val 9091"/>
            </a:avLst>
          </a:prstGeom>
          <a:solidFill xmlns:a="http://schemas.openxmlformats.org/drawingml/2006/main">
            <a:srgbClr val="F3F8FC"/>
          </a:solidFill>
          <a:ln xmlns:a="http://schemas.openxmlformats.org/drawingml/2006/main" w="9525">
            <a:solidFill>
              <a:srgbClr val="118B91"/>
            </a:solidFill>
            <a:prstDash val="solid"/>
          </a:ln>
        </p:spPr>
      </p:sp>
      <p:sp>
        <p:nvSpPr>
          <p:cNvPr id="21" name="">
            <a:extLst xmlns:a="http://schemas.openxmlformats.org/drawingml/2006/main">
              <a:ext uri="{FF2B5EF4-FFF2-40B4-BE49-F238E27FC236}">
                <a16:creationId xmlns:a16="http://schemas.microsoft.com/office/drawing/2014/main" id="{676A155E-63DE-448F-B2D1-B197F46985DB}"/>
              </a:ext>
            </a:extLst>
          </p:cNvPr>
          <p:cNvSpPr>
            <a:spLocks xmlns:a="http://schemas.openxmlformats.org/drawingml/2006/main" noGrp="1"/>
          </p:cNvSpPr>
          <p:nvPr/>
        </p:nvSpPr>
        <p:spPr>
          <a:xfrm xmlns:a="http://schemas.openxmlformats.org/drawingml/2006/main">
            <a:off x="8867775" y="2047875"/>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9387f0724c274921">
            <a:extLst>
              <a:ext uri="{96DAC541-7B7A-43D3-8B79-37D633B846F1}">
                <asvg:svgBlip xmlns:asvg="http://schemas.microsoft.com/office/drawing/2016/SVG/main" r:embed="Rab2761b534804920"/>
              </a:ext>
            </a:extLst>
          </a:blip>
          <a:stretch xmlns:a="http://schemas.openxmlformats.org/drawingml/2006/main"/>
        </p:blipFill>
        <p:spPr>
          <a:xfrm xmlns:a="http://schemas.openxmlformats.org/drawingml/2006/main">
            <a:off x="8972550" y="2152650"/>
            <a:ext cx="247650" cy="2476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9A53C347-C6DE-48D6-A81C-66E718488909}"/>
              </a:ext>
            </a:extLst>
          </p:cNvPr>
          <p:cNvSpPr>
            <a:spLocks xmlns:a="http://schemas.openxmlformats.org/drawingml/2006/main" noGrp="1"/>
          </p:cNvSpPr>
          <p:nvPr/>
        </p:nvSpPr>
        <p:spPr>
          <a:xfrm xmlns:a="http://schemas.openxmlformats.org/drawingml/2006/main">
            <a:off x="8477250" y="25336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Playbook</a:t>
            </a:r>
          </a:p>
        </p:txBody>
      </p:sp>
      <p:sp>
        <p:nvSpPr>
          <p:cNvPr id="24" name="">
            <a:extLst xmlns:a="http://schemas.openxmlformats.org/drawingml/2006/main">
              <a:ext uri="{FF2B5EF4-FFF2-40B4-BE49-F238E27FC236}">
                <a16:creationId xmlns:a16="http://schemas.microsoft.com/office/drawing/2014/main" id="{8D5D688B-097C-469D-9D78-44F4B20B9210}"/>
              </a:ext>
            </a:extLst>
          </p:cNvPr>
          <p:cNvSpPr>
            <a:spLocks xmlns:a="http://schemas.openxmlformats.org/drawingml/2006/main" noGrp="1"/>
          </p:cNvSpPr>
          <p:nvPr/>
        </p:nvSpPr>
        <p:spPr>
          <a:xfrm xmlns:a="http://schemas.openxmlformats.org/drawingml/2006/main">
            <a:off x="8496300" y="2790825"/>
            <a:ext cx="120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Ordering + policy</a:t>
            </a:r>
          </a:p>
        </p:txBody>
      </p:sp>
      <p:sp>
        <p:nvSpPr>
          <p:cNvPr id="25" name="">
            <a:extLst xmlns:a="http://schemas.openxmlformats.org/drawingml/2006/main">
              <a:ext uri="{FF2B5EF4-FFF2-40B4-BE49-F238E27FC236}">
                <a16:creationId xmlns:a16="http://schemas.microsoft.com/office/drawing/2014/main" id="{86DCD9B8-7321-4BC2-B28B-A637973BB35A}"/>
              </a:ext>
            </a:extLst>
          </p:cNvPr>
          <p:cNvSpPr>
            <a:spLocks xmlns:a="http://schemas.openxmlformats.org/drawingml/2006/main" noGrp="1"/>
          </p:cNvSpPr>
          <p:nvPr/>
        </p:nvSpPr>
        <p:spPr>
          <a:xfrm xmlns:a="http://schemas.openxmlformats.org/drawingml/2006/main">
            <a:off x="8229600" y="2495550"/>
            <a:ext cx="1143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2B05715-06D2-4248-8D59-01CAE45B9037}"/>
              </a:ext>
            </a:extLst>
          </p:cNvPr>
          <p:cNvSpPr>
            <a:spLocks xmlns:a="http://schemas.openxmlformats.org/drawingml/2006/main" noGrp="1"/>
          </p:cNvSpPr>
          <p:nvPr/>
        </p:nvSpPr>
        <p:spPr>
          <a:xfrm xmlns:a="http://schemas.openxmlformats.org/drawingml/2006/main">
            <a:off x="10001250" y="1952625"/>
            <a:ext cx="1428750" cy="1257300"/>
          </a:xfrm>
          <a:prstGeom xmlns:a="http://schemas.openxmlformats.org/drawingml/2006/main" prst="roundRect">
            <a:avLst>
              <a:gd name="adj" fmla="val 9091"/>
            </a:avLst>
          </a:prstGeom>
          <a:solidFill xmlns:a="http://schemas.openxmlformats.org/drawingml/2006/main">
            <a:srgbClr val="F3F8FC"/>
          </a:solidFill>
          <a:ln xmlns:a="http://schemas.openxmlformats.org/drawingml/2006/main" w="9525">
            <a:solidFill>
              <a:srgbClr val="1E9B65"/>
            </a:solidFill>
            <a:prstDash val="solid"/>
          </a:ln>
        </p:spPr>
      </p:sp>
      <p:sp>
        <p:nvSpPr>
          <p:cNvPr id="27" name="">
            <a:extLst xmlns:a="http://schemas.openxmlformats.org/drawingml/2006/main">
              <a:ext uri="{FF2B5EF4-FFF2-40B4-BE49-F238E27FC236}">
                <a16:creationId xmlns:a16="http://schemas.microsoft.com/office/drawing/2014/main" id="{20E0CD02-444F-40CD-A80A-D2F7A59E4CFE}"/>
              </a:ext>
            </a:extLst>
          </p:cNvPr>
          <p:cNvSpPr>
            <a:spLocks xmlns:a="http://schemas.openxmlformats.org/drawingml/2006/main" noGrp="1"/>
          </p:cNvSpPr>
          <p:nvPr/>
        </p:nvSpPr>
        <p:spPr>
          <a:xfrm xmlns:a="http://schemas.openxmlformats.org/drawingml/2006/main">
            <a:off x="10487025" y="2047875"/>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4445296a95b84532">
            <a:extLst>
              <a:ext uri="{96DAC541-7B7A-43D3-8B79-37D633B846F1}">
                <asvg:svgBlip xmlns:asvg="http://schemas.microsoft.com/office/drawing/2016/SVG/main" r:embed="R217e627a8d314a75"/>
              </a:ext>
            </a:extLst>
          </a:blip>
          <a:stretch xmlns:a="http://schemas.openxmlformats.org/drawingml/2006/main"/>
        </p:blipFill>
        <p:spPr>
          <a:xfrm xmlns:a="http://schemas.openxmlformats.org/drawingml/2006/main">
            <a:off x="10591800" y="2152650"/>
            <a:ext cx="247650" cy="2476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18BF19EF-00C0-4E98-9993-79F19097CEF8}"/>
              </a:ext>
            </a:extLst>
          </p:cNvPr>
          <p:cNvSpPr>
            <a:spLocks xmlns:a="http://schemas.openxmlformats.org/drawingml/2006/main" noGrp="1"/>
          </p:cNvSpPr>
          <p:nvPr/>
        </p:nvSpPr>
        <p:spPr>
          <a:xfrm xmlns:a="http://schemas.openxmlformats.org/drawingml/2006/main">
            <a:off x="10096500" y="25336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Result</a:t>
            </a:r>
          </a:p>
        </p:txBody>
      </p:sp>
      <p:sp>
        <p:nvSpPr>
          <p:cNvPr id="30" name="">
            <a:extLst xmlns:a="http://schemas.openxmlformats.org/drawingml/2006/main">
              <a:ext uri="{FF2B5EF4-FFF2-40B4-BE49-F238E27FC236}">
                <a16:creationId xmlns:a16="http://schemas.microsoft.com/office/drawing/2014/main" id="{0D8F8BF6-3983-4C6B-B2C8-FA0F9E921B9A}"/>
              </a:ext>
            </a:extLst>
          </p:cNvPr>
          <p:cNvSpPr>
            <a:spLocks xmlns:a="http://schemas.openxmlformats.org/drawingml/2006/main" noGrp="1"/>
          </p:cNvSpPr>
          <p:nvPr/>
        </p:nvSpPr>
        <p:spPr>
          <a:xfrm xmlns:a="http://schemas.openxmlformats.org/drawingml/2006/main">
            <a:off x="10115550" y="2790825"/>
            <a:ext cx="120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Changed / failed</a:t>
            </a:r>
          </a:p>
        </p:txBody>
      </p:sp>
      <p:sp>
        <p:nvSpPr>
          <p:cNvPr id="31" name="">
            <a:extLst xmlns:a="http://schemas.openxmlformats.org/drawingml/2006/main">
              <a:ext uri="{FF2B5EF4-FFF2-40B4-BE49-F238E27FC236}">
                <a16:creationId xmlns:a16="http://schemas.microsoft.com/office/drawing/2014/main" id="{A721266D-8CF4-4CFF-B604-B68AE5900CF5}"/>
              </a:ext>
            </a:extLst>
          </p:cNvPr>
          <p:cNvSpPr>
            <a:spLocks xmlns:a="http://schemas.openxmlformats.org/drawingml/2006/main" noGrp="1"/>
          </p:cNvSpPr>
          <p:nvPr/>
        </p:nvSpPr>
        <p:spPr>
          <a:xfrm xmlns:a="http://schemas.openxmlformats.org/drawingml/2006/main">
            <a:off x="9848850" y="2495550"/>
            <a:ext cx="1143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779C483-67C6-434F-BCD5-503D5363B7CF}"/>
              </a:ext>
            </a:extLst>
          </p:cNvPr>
          <p:cNvSpPr>
            <a:spLocks xmlns:a="http://schemas.openxmlformats.org/drawingml/2006/main" noGrp="1"/>
          </p:cNvSpPr>
          <p:nvPr/>
        </p:nvSpPr>
        <p:spPr>
          <a:xfrm xmlns:a="http://schemas.openxmlformats.org/drawingml/2006/main">
            <a:off x="5619750" y="3762375"/>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Idempotence</a:t>
            </a:r>
          </a:p>
        </p:txBody>
      </p:sp>
      <p:sp>
        <p:nvSpPr>
          <p:cNvPr id="33" name="">
            <a:extLst xmlns:a="http://schemas.openxmlformats.org/drawingml/2006/main">
              <a:ext uri="{FF2B5EF4-FFF2-40B4-BE49-F238E27FC236}">
                <a16:creationId xmlns:a16="http://schemas.microsoft.com/office/drawing/2014/main" id="{4EB862F2-23E6-4A90-A6F8-FAD4FA02043C}"/>
              </a:ext>
            </a:extLst>
          </p:cNvPr>
          <p:cNvSpPr>
            <a:spLocks xmlns:a="http://schemas.openxmlformats.org/drawingml/2006/main" noGrp="1"/>
          </p:cNvSpPr>
          <p:nvPr/>
        </p:nvSpPr>
        <p:spPr>
          <a:xfrm xmlns:a="http://schemas.openxmlformats.org/drawingml/2006/main">
            <a:off x="7524750" y="3762375"/>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Check mode</a:t>
            </a:r>
          </a:p>
        </p:txBody>
      </p:sp>
      <p:sp>
        <p:nvSpPr>
          <p:cNvPr id="34" name="">
            <a:extLst xmlns:a="http://schemas.openxmlformats.org/drawingml/2006/main">
              <a:ext uri="{FF2B5EF4-FFF2-40B4-BE49-F238E27FC236}">
                <a16:creationId xmlns:a16="http://schemas.microsoft.com/office/drawing/2014/main" id="{5E75A170-03F0-44E4-B4F4-2EDFBE26E8AC}"/>
              </a:ext>
            </a:extLst>
          </p:cNvPr>
          <p:cNvSpPr>
            <a:spLocks xmlns:a="http://schemas.openxmlformats.org/drawingml/2006/main" noGrp="1"/>
          </p:cNvSpPr>
          <p:nvPr/>
        </p:nvSpPr>
        <p:spPr>
          <a:xfrm xmlns:a="http://schemas.openxmlformats.org/drawingml/2006/main">
            <a:off x="9429750" y="3762375"/>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Assertions</a:t>
            </a:r>
          </a:p>
        </p:txBody>
      </p:sp>
      <p:sp>
        <p:nvSpPr>
          <p:cNvPr id="35" name="">
            <a:extLst xmlns:a="http://schemas.openxmlformats.org/drawingml/2006/main">
              <a:ext uri="{FF2B5EF4-FFF2-40B4-BE49-F238E27FC236}">
                <a16:creationId xmlns:a16="http://schemas.microsoft.com/office/drawing/2014/main" id="{90F9116C-6A98-49AF-839F-2251D5CFFF0A}"/>
              </a:ext>
            </a:extLst>
          </p:cNvPr>
          <p:cNvSpPr>
            <a:spLocks xmlns:a="http://schemas.openxmlformats.org/drawingml/2006/main" noGrp="1"/>
          </p:cNvSpPr>
          <p:nvPr/>
        </p:nvSpPr>
        <p:spPr>
          <a:xfrm xmlns:a="http://schemas.openxmlformats.org/drawingml/2006/main">
            <a:off x="5715000" y="4286250"/>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Prefer purpose-built modules; use raw CLI only with explicit parsing and verification.</a:t>
            </a:r>
          </a:p>
        </p:txBody>
      </p:sp>
      <p:sp>
        <p:nvSpPr>
          <p:cNvPr id="36" name="">
            <a:extLst xmlns:a="http://schemas.openxmlformats.org/drawingml/2006/main">
              <a:ext uri="{FF2B5EF4-FFF2-40B4-BE49-F238E27FC236}">
                <a16:creationId xmlns:a16="http://schemas.microsoft.com/office/drawing/2014/main" id="{45A30C14-A6EB-4D07-AD04-C7B467BBB0ED}"/>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1034752-99D7-4F46-A294-E2707D5A8BD3}"/>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0BFF1B1-E44F-4084-BD7E-9AF0D667CE8A}"/>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 playbook becomes reliable when inputs, modules, and outcomes are controlled.</a:t>
            </a:r>
          </a:p>
        </p:txBody>
      </p:sp>
    </p:spTree>
    <p:extLst>
      <p:ext uri="{BB962C8B-B14F-4D97-AF65-F5344CB8AC3E}">
        <p14:creationId xmlns:p14="http://schemas.microsoft.com/office/powerpoint/2010/main" val="67674245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3E20FA2-CB19-4BAC-89CE-90E231948BE5}"/>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BC72B3-C75D-4033-AD70-8342F9D148A8}"/>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ED1FE9-2E63-48EA-A815-E657FA45F8AA}"/>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0C83DE6-19C1-4643-960B-5366267C52E7}"/>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Infrastructure as Code</a:t>
            </a:r>
          </a:p>
        </p:txBody>
      </p:sp>
      <p:sp>
        <p:nvSpPr>
          <p:cNvPr id="5" name="">
            <a:extLst xmlns:a="http://schemas.openxmlformats.org/drawingml/2006/main">
              <a:ext uri="{FF2B5EF4-FFF2-40B4-BE49-F238E27FC236}">
                <a16:creationId xmlns:a16="http://schemas.microsoft.com/office/drawing/2014/main" id="{624D39CD-2BD2-4B8E-96EF-0546BD8FB9A5}"/>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One source of intent. Clear ownership boundaries.</a:t>
            </a:r>
          </a:p>
        </p:txBody>
      </p:sp>
      <p:sp>
        <p:nvSpPr>
          <p:cNvPr id="6" name="">
            <a:extLst xmlns:a="http://schemas.openxmlformats.org/drawingml/2006/main">
              <a:ext uri="{FF2B5EF4-FFF2-40B4-BE49-F238E27FC236}">
                <a16:creationId xmlns:a16="http://schemas.microsoft.com/office/drawing/2014/main" id="{5D2983A3-EE67-4C6F-8CD1-0781A4906E74}"/>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85DA0A-A7C9-40F4-915A-73415FE02085}"/>
              </a:ext>
            </a:extLst>
          </p:cNvPr>
          <p:cNvSpPr>
            <a:spLocks xmlns:a="http://schemas.openxmlformats.org/drawingml/2006/main" noGrp="1"/>
          </p:cNvSpPr>
          <p:nvPr/>
        </p:nvSpPr>
        <p:spPr>
          <a:xfrm xmlns:a="http://schemas.openxmlformats.org/drawingml/2006/main">
            <a:off x="4572000" y="1571625"/>
            <a:ext cx="3048000" cy="685800"/>
          </a:xfrm>
          <a:prstGeom xmlns:a="http://schemas.openxmlformats.org/drawingml/2006/main" prst="roundRect">
            <a:avLst>
              <a:gd name="adj" fmla="val 16667"/>
            </a:avLst>
          </a:prstGeom>
          <a:solidFill xmlns:a="http://schemas.openxmlformats.org/drawingml/2006/main">
            <a:srgbClr val="082B5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F7F4EC-1FCC-4F62-9BC3-17C0D77B9F27}"/>
              </a:ext>
            </a:extLst>
          </p:cNvPr>
          <p:cNvSpPr>
            <a:spLocks xmlns:a="http://schemas.openxmlformats.org/drawingml/2006/main" noGrp="1"/>
          </p:cNvSpPr>
          <p:nvPr/>
        </p:nvSpPr>
        <p:spPr>
          <a:xfrm xmlns:a="http://schemas.openxmlformats.org/drawingml/2006/main">
            <a:off x="4762500" y="17145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64"/>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Versioned infrastructure intent</a:t>
            </a:r>
          </a:p>
        </p:txBody>
      </p:sp>
      <p:sp>
        <p:nvSpPr>
          <p:cNvPr id="9" name="">
            <a:extLst xmlns:a="http://schemas.openxmlformats.org/drawingml/2006/main">
              <a:ext uri="{FF2B5EF4-FFF2-40B4-BE49-F238E27FC236}">
                <a16:creationId xmlns:a16="http://schemas.microsoft.com/office/drawing/2014/main" id="{5E9989ED-E440-4A4A-AE39-3CDE4C148C19}"/>
              </a:ext>
            </a:extLst>
          </p:cNvPr>
          <p:cNvSpPr>
            <a:spLocks xmlns:a="http://schemas.openxmlformats.org/drawingml/2006/main" noGrp="1"/>
          </p:cNvSpPr>
          <p:nvPr/>
        </p:nvSpPr>
        <p:spPr>
          <a:xfrm xmlns:a="http://schemas.openxmlformats.org/drawingml/2006/main">
            <a:off x="666750" y="3238500"/>
            <a:ext cx="228600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6657B8"/>
            </a:solidFill>
            <a:prstDash val="solid"/>
          </a:ln>
        </p:spPr>
      </p:sp>
      <p:sp>
        <p:nvSpPr>
          <p:cNvPr id="10" name="">
            <a:extLst xmlns:a="http://schemas.openxmlformats.org/drawingml/2006/main">
              <a:ext uri="{FF2B5EF4-FFF2-40B4-BE49-F238E27FC236}">
                <a16:creationId xmlns:a16="http://schemas.microsoft.com/office/drawing/2014/main" id="{BFAAC51E-B260-4D6E-9587-6051CA2EB72B}"/>
              </a:ext>
            </a:extLst>
          </p:cNvPr>
          <p:cNvSpPr>
            <a:spLocks xmlns:a="http://schemas.openxmlformats.org/drawingml/2006/main" noGrp="1"/>
          </p:cNvSpPr>
          <p:nvPr/>
        </p:nvSpPr>
        <p:spPr>
          <a:xfrm xmlns:a="http://schemas.openxmlformats.org/drawingml/2006/main">
            <a:off x="838200" y="3390900"/>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Terraform</a:t>
            </a:r>
          </a:p>
        </p:txBody>
      </p:sp>
      <p:sp>
        <p:nvSpPr>
          <p:cNvPr id="11" name="">
            <a:extLst xmlns:a="http://schemas.openxmlformats.org/drawingml/2006/main">
              <a:ext uri="{FF2B5EF4-FFF2-40B4-BE49-F238E27FC236}">
                <a16:creationId xmlns:a16="http://schemas.microsoft.com/office/drawing/2014/main" id="{6FC359F2-9798-4798-A020-AA87FB2625E7}"/>
              </a:ext>
            </a:extLst>
          </p:cNvPr>
          <p:cNvSpPr>
            <a:spLocks xmlns:a="http://schemas.openxmlformats.org/drawingml/2006/main" noGrp="1"/>
          </p:cNvSpPr>
          <p:nvPr/>
        </p:nvSpPr>
        <p:spPr>
          <a:xfrm xmlns:a="http://schemas.openxmlformats.org/drawingml/2006/main">
            <a:off x="838200" y="3810000"/>
            <a:ext cx="1943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Resource lifecycle</a:t>
            </a:r>
          </a:p>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create • change • destroy</a:t>
            </a:r>
          </a:p>
        </p:txBody>
      </p:sp>
      <p:sp>
        <p:nvSpPr>
          <p:cNvPr id="12" name="">
            <a:extLst xmlns:a="http://schemas.openxmlformats.org/drawingml/2006/main">
              <a:ext uri="{FF2B5EF4-FFF2-40B4-BE49-F238E27FC236}">
                <a16:creationId xmlns:a16="http://schemas.microsoft.com/office/drawing/2014/main" id="{0157CBE3-7A65-438B-8953-02AE830D0DD3}"/>
              </a:ext>
            </a:extLst>
          </p:cNvPr>
          <p:cNvSpPr>
            <a:spLocks xmlns:a="http://schemas.openxmlformats.org/drawingml/2006/main" noGrp="1"/>
          </p:cNvSpPr>
          <p:nvPr/>
        </p:nvSpPr>
        <p:spPr>
          <a:xfrm xmlns:a="http://schemas.openxmlformats.org/drawingml/2006/main">
            <a:off x="5981700" y="2381250"/>
            <a:ext cx="228600" cy="228600"/>
          </a:xfrm>
          <a:prstGeom xmlns:a="http://schemas.openxmlformats.org/drawingml/2006/main" prst="ellipse">
            <a:avLst/>
          </a:prstGeom>
          <a:solidFill xmlns:a="http://schemas.openxmlformats.org/drawingml/2006/main">
            <a:srgbClr val="082B59"/>
          </a:solidFill>
          <a:ln xmlns:a="http://schemas.openxmlformats.org/drawingml/2006/main" w="0">
            <a:noFill/>
          </a:ln>
        </p:spPr>
      </p:sp>
      <p:cxnSp>
        <p:nvCxnSpPr>
          <p:cNvPr id="44" name=""/>
          <p:cNvCxnSpPr>
            <a:stCxn xmlns:a="http://schemas.openxmlformats.org/drawingml/2006/main" id="12" idx="4"/>
            <a:endCxn xmlns:a="http://schemas.openxmlformats.org/drawingml/2006/main" id="9" idx="0"/>
          </p:cNvCxnSpPr>
          <p:nvPr/>
        </p:nvCxnSpPr>
        <p:spPr>
          <a:xfrm xmlns:a="http://schemas.openxmlformats.org/drawingml/2006/main" flipH="1">
            <a:off x="1809750" y="2609850"/>
            <a:ext cx="4286250" cy="628650"/>
          </a:xfrm>
          <a:prstGeom xmlns:a="http://schemas.openxmlformats.org/drawingml/2006/main" prst="straightConnector1">
            <a:avLst/>
          </a:prstGeom>
          <a:ln xmlns:a="http://schemas.openxmlformats.org/drawingml/2006/main" w="19050">
            <a:solidFill>
              <a:srgbClr val="6657B8"/>
            </a:solidFill>
            <a:prstDash val="solid"/>
          </a:ln>
        </p:spPr>
      </p:cxnSp>
      <p:sp>
        <p:nvSpPr>
          <p:cNvPr id="14" name="">
            <a:extLst xmlns:a="http://schemas.openxmlformats.org/drawingml/2006/main">
              <a:ext uri="{FF2B5EF4-FFF2-40B4-BE49-F238E27FC236}">
                <a16:creationId xmlns:a16="http://schemas.microsoft.com/office/drawing/2014/main" id="{95CD38C1-20E9-4232-84DD-CF3E5D1C2A78}"/>
              </a:ext>
            </a:extLst>
          </p:cNvPr>
          <p:cNvSpPr>
            <a:spLocks xmlns:a="http://schemas.openxmlformats.org/drawingml/2006/main" noGrp="1"/>
          </p:cNvSpPr>
          <p:nvPr/>
        </p:nvSpPr>
        <p:spPr>
          <a:xfrm xmlns:a="http://schemas.openxmlformats.org/drawingml/2006/main">
            <a:off x="3524250" y="3238500"/>
            <a:ext cx="228600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D64545"/>
            </a:solidFill>
            <a:prstDash val="solid"/>
          </a:ln>
        </p:spPr>
      </p:sp>
      <p:sp>
        <p:nvSpPr>
          <p:cNvPr id="15" name="">
            <a:extLst xmlns:a="http://schemas.openxmlformats.org/drawingml/2006/main">
              <a:ext uri="{FF2B5EF4-FFF2-40B4-BE49-F238E27FC236}">
                <a16:creationId xmlns:a16="http://schemas.microsoft.com/office/drawing/2014/main" id="{464BBE72-EBF4-4667-9B88-D72A08DA859C}"/>
              </a:ext>
            </a:extLst>
          </p:cNvPr>
          <p:cNvSpPr>
            <a:spLocks xmlns:a="http://schemas.openxmlformats.org/drawingml/2006/main" noGrp="1"/>
          </p:cNvSpPr>
          <p:nvPr/>
        </p:nvSpPr>
        <p:spPr>
          <a:xfrm xmlns:a="http://schemas.openxmlformats.org/drawingml/2006/main">
            <a:off x="3695700" y="3390900"/>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Ansible</a:t>
            </a:r>
          </a:p>
        </p:txBody>
      </p:sp>
      <p:sp>
        <p:nvSpPr>
          <p:cNvPr id="16" name="">
            <a:extLst xmlns:a="http://schemas.openxmlformats.org/drawingml/2006/main">
              <a:ext uri="{FF2B5EF4-FFF2-40B4-BE49-F238E27FC236}">
                <a16:creationId xmlns:a16="http://schemas.microsoft.com/office/drawing/2014/main" id="{B6D6FE3C-2919-48AE-948D-221B431CBFEB}"/>
              </a:ext>
            </a:extLst>
          </p:cNvPr>
          <p:cNvSpPr>
            <a:spLocks xmlns:a="http://schemas.openxmlformats.org/drawingml/2006/main" noGrp="1"/>
          </p:cNvSpPr>
          <p:nvPr/>
        </p:nvSpPr>
        <p:spPr>
          <a:xfrm xmlns:a="http://schemas.openxmlformats.org/drawingml/2006/main">
            <a:off x="3695700" y="3810000"/>
            <a:ext cx="1943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17"/>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Configuration orchestration</a:t>
            </a:r>
          </a:p>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configure • verify</a:t>
            </a:r>
          </a:p>
        </p:txBody>
      </p:sp>
      <p:sp>
        <p:nvSpPr>
          <p:cNvPr id="17" name="">
            <a:extLst xmlns:a="http://schemas.openxmlformats.org/drawingml/2006/main">
              <a:ext uri="{FF2B5EF4-FFF2-40B4-BE49-F238E27FC236}">
                <a16:creationId xmlns:a16="http://schemas.microsoft.com/office/drawing/2014/main" id="{DB583454-74F2-4C32-9679-6B892B42BC28}"/>
              </a:ext>
            </a:extLst>
          </p:cNvPr>
          <p:cNvSpPr>
            <a:spLocks xmlns:a="http://schemas.openxmlformats.org/drawingml/2006/main" noGrp="1"/>
          </p:cNvSpPr>
          <p:nvPr/>
        </p:nvSpPr>
        <p:spPr>
          <a:xfrm xmlns:a="http://schemas.openxmlformats.org/drawingml/2006/main">
            <a:off x="5981700" y="2381250"/>
            <a:ext cx="228600" cy="228600"/>
          </a:xfrm>
          <a:prstGeom xmlns:a="http://schemas.openxmlformats.org/drawingml/2006/main" prst="ellipse">
            <a:avLst/>
          </a:prstGeom>
          <a:solidFill xmlns:a="http://schemas.openxmlformats.org/drawingml/2006/main">
            <a:srgbClr val="082B59"/>
          </a:solidFill>
          <a:ln xmlns:a="http://schemas.openxmlformats.org/drawingml/2006/main" w="0">
            <a:noFill/>
          </a:ln>
        </p:spPr>
      </p:sp>
      <p:cxnSp>
        <p:nvCxnSpPr>
          <p:cNvPr id="49" name=""/>
          <p:cNvCxnSpPr>
            <a:stCxn xmlns:a="http://schemas.openxmlformats.org/drawingml/2006/main" id="17" idx="4"/>
            <a:endCxn xmlns:a="http://schemas.openxmlformats.org/drawingml/2006/main" id="14" idx="0"/>
          </p:cNvCxnSpPr>
          <p:nvPr/>
        </p:nvCxnSpPr>
        <p:spPr>
          <a:xfrm xmlns:a="http://schemas.openxmlformats.org/drawingml/2006/main" flipH="1">
            <a:off x="4667250" y="2609850"/>
            <a:ext cx="1428750" cy="628650"/>
          </a:xfrm>
          <a:prstGeom xmlns:a="http://schemas.openxmlformats.org/drawingml/2006/main" prst="straightConnector1">
            <a:avLst/>
          </a:prstGeom>
          <a:ln xmlns:a="http://schemas.openxmlformats.org/drawingml/2006/main" w="19050">
            <a:solidFill>
              <a:srgbClr val="D64545"/>
            </a:solidFill>
            <a:prstDash val="solid"/>
          </a:ln>
        </p:spPr>
      </p:cxnSp>
      <p:sp>
        <p:nvSpPr>
          <p:cNvPr id="19" name="">
            <a:extLst xmlns:a="http://schemas.openxmlformats.org/drawingml/2006/main">
              <a:ext uri="{FF2B5EF4-FFF2-40B4-BE49-F238E27FC236}">
                <a16:creationId xmlns:a16="http://schemas.microsoft.com/office/drawing/2014/main" id="{8788E013-2D59-4491-A665-A8DF2298F104}"/>
              </a:ext>
            </a:extLst>
          </p:cNvPr>
          <p:cNvSpPr>
            <a:spLocks xmlns:a="http://schemas.openxmlformats.org/drawingml/2006/main" noGrp="1"/>
          </p:cNvSpPr>
          <p:nvPr/>
        </p:nvSpPr>
        <p:spPr>
          <a:xfrm xmlns:a="http://schemas.openxmlformats.org/drawingml/2006/main">
            <a:off x="6381750" y="3238500"/>
            <a:ext cx="228600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0A6FAF"/>
            </a:solidFill>
            <a:prstDash val="solid"/>
          </a:ln>
        </p:spPr>
      </p:sp>
      <p:sp>
        <p:nvSpPr>
          <p:cNvPr id="20" name="">
            <a:extLst xmlns:a="http://schemas.openxmlformats.org/drawingml/2006/main">
              <a:ext uri="{FF2B5EF4-FFF2-40B4-BE49-F238E27FC236}">
                <a16:creationId xmlns:a16="http://schemas.microsoft.com/office/drawing/2014/main" id="{8009EBE8-5CC2-4957-8F42-DA6374F76D99}"/>
              </a:ext>
            </a:extLst>
          </p:cNvPr>
          <p:cNvSpPr>
            <a:spLocks xmlns:a="http://schemas.openxmlformats.org/drawingml/2006/main" noGrp="1"/>
          </p:cNvSpPr>
          <p:nvPr/>
        </p:nvSpPr>
        <p:spPr>
          <a:xfrm xmlns:a="http://schemas.openxmlformats.org/drawingml/2006/main">
            <a:off x="6553200" y="3390900"/>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Python</a:t>
            </a:r>
          </a:p>
        </p:txBody>
      </p:sp>
      <p:sp>
        <p:nvSpPr>
          <p:cNvPr id="21" name="">
            <a:extLst xmlns:a="http://schemas.openxmlformats.org/drawingml/2006/main">
              <a:ext uri="{FF2B5EF4-FFF2-40B4-BE49-F238E27FC236}">
                <a16:creationId xmlns:a16="http://schemas.microsoft.com/office/drawing/2014/main" id="{6657B485-3F3D-4E15-80F2-43A1FA62DEC7}"/>
              </a:ext>
            </a:extLst>
          </p:cNvPr>
          <p:cNvSpPr>
            <a:spLocks xmlns:a="http://schemas.openxmlformats.org/drawingml/2006/main" noGrp="1"/>
          </p:cNvSpPr>
          <p:nvPr/>
        </p:nvSpPr>
        <p:spPr>
          <a:xfrm xmlns:a="http://schemas.openxmlformats.org/drawingml/2006/main">
            <a:off x="6553200" y="3810000"/>
            <a:ext cx="1943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Custom logic</a:t>
            </a:r>
          </a:p>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integrate • validate</a:t>
            </a:r>
          </a:p>
        </p:txBody>
      </p:sp>
      <p:sp>
        <p:nvSpPr>
          <p:cNvPr id="22" name="">
            <a:extLst xmlns:a="http://schemas.openxmlformats.org/drawingml/2006/main">
              <a:ext uri="{FF2B5EF4-FFF2-40B4-BE49-F238E27FC236}">
                <a16:creationId xmlns:a16="http://schemas.microsoft.com/office/drawing/2014/main" id="{C1DA49FE-6E43-4FA7-9558-B57161ECD157}"/>
              </a:ext>
            </a:extLst>
          </p:cNvPr>
          <p:cNvSpPr>
            <a:spLocks xmlns:a="http://schemas.openxmlformats.org/drawingml/2006/main" noGrp="1"/>
          </p:cNvSpPr>
          <p:nvPr/>
        </p:nvSpPr>
        <p:spPr>
          <a:xfrm xmlns:a="http://schemas.openxmlformats.org/drawingml/2006/main">
            <a:off x="5981700" y="2381250"/>
            <a:ext cx="228600" cy="228600"/>
          </a:xfrm>
          <a:prstGeom xmlns:a="http://schemas.openxmlformats.org/drawingml/2006/main" prst="ellipse">
            <a:avLst/>
          </a:prstGeom>
          <a:solidFill xmlns:a="http://schemas.openxmlformats.org/drawingml/2006/main">
            <a:srgbClr val="082B59"/>
          </a:solidFill>
          <a:ln xmlns:a="http://schemas.openxmlformats.org/drawingml/2006/main" w="0">
            <a:noFill/>
          </a:ln>
        </p:spPr>
      </p:sp>
      <p:cxnSp>
        <p:nvCxnSpPr>
          <p:cNvPr id="54" name=""/>
          <p:cNvCxnSpPr>
            <a:stCxn xmlns:a="http://schemas.openxmlformats.org/drawingml/2006/main" id="22" idx="4"/>
            <a:endCxn xmlns:a="http://schemas.openxmlformats.org/drawingml/2006/main" id="19" idx="0"/>
          </p:cNvCxnSpPr>
          <p:nvPr/>
        </p:nvCxnSpPr>
        <p:spPr>
          <a:xfrm xmlns:a="http://schemas.openxmlformats.org/drawingml/2006/main">
            <a:off x="6096000" y="2609850"/>
            <a:ext cx="1428750" cy="628650"/>
          </a:xfrm>
          <a:prstGeom xmlns:a="http://schemas.openxmlformats.org/drawingml/2006/main" prst="straightConnector1">
            <a:avLst/>
          </a:prstGeom>
          <a:ln xmlns:a="http://schemas.openxmlformats.org/drawingml/2006/main" w="19050">
            <a:solidFill>
              <a:srgbClr val="0A6FAF"/>
            </a:solidFill>
            <a:prstDash val="solid"/>
          </a:ln>
        </p:spPr>
      </p:cxnSp>
      <p:sp>
        <p:nvSpPr>
          <p:cNvPr id="24" name="">
            <a:extLst xmlns:a="http://schemas.openxmlformats.org/drawingml/2006/main">
              <a:ext uri="{FF2B5EF4-FFF2-40B4-BE49-F238E27FC236}">
                <a16:creationId xmlns:a16="http://schemas.microsoft.com/office/drawing/2014/main" id="{7DC30B1C-C255-4EAA-86A8-5C786D00DA7C}"/>
              </a:ext>
            </a:extLst>
          </p:cNvPr>
          <p:cNvSpPr>
            <a:spLocks xmlns:a="http://schemas.openxmlformats.org/drawingml/2006/main" noGrp="1"/>
          </p:cNvSpPr>
          <p:nvPr/>
        </p:nvSpPr>
        <p:spPr>
          <a:xfrm xmlns:a="http://schemas.openxmlformats.org/drawingml/2006/main">
            <a:off x="9239250" y="3238500"/>
            <a:ext cx="228600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F28C28"/>
            </a:solidFill>
            <a:prstDash val="solid"/>
          </a:ln>
        </p:spPr>
      </p:sp>
      <p:sp>
        <p:nvSpPr>
          <p:cNvPr id="25" name="">
            <a:extLst xmlns:a="http://schemas.openxmlformats.org/drawingml/2006/main">
              <a:ext uri="{FF2B5EF4-FFF2-40B4-BE49-F238E27FC236}">
                <a16:creationId xmlns:a16="http://schemas.microsoft.com/office/drawing/2014/main" id="{02FDE8AC-1537-4CD9-888C-E1520A717377}"/>
              </a:ext>
            </a:extLst>
          </p:cNvPr>
          <p:cNvSpPr>
            <a:spLocks xmlns:a="http://schemas.openxmlformats.org/drawingml/2006/main" noGrp="1"/>
          </p:cNvSpPr>
          <p:nvPr/>
        </p:nvSpPr>
        <p:spPr>
          <a:xfrm xmlns:a="http://schemas.openxmlformats.org/drawingml/2006/main">
            <a:off x="9410700" y="3390900"/>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Puppet / Chef</a:t>
            </a:r>
          </a:p>
        </p:txBody>
      </p:sp>
      <p:sp>
        <p:nvSpPr>
          <p:cNvPr id="26" name="">
            <a:extLst xmlns:a="http://schemas.openxmlformats.org/drawingml/2006/main">
              <a:ext uri="{FF2B5EF4-FFF2-40B4-BE49-F238E27FC236}">
                <a16:creationId xmlns:a16="http://schemas.microsoft.com/office/drawing/2014/main" id="{06728AF1-CA62-4995-B76F-35E4A433E6C0}"/>
              </a:ext>
            </a:extLst>
          </p:cNvPr>
          <p:cNvSpPr>
            <a:spLocks xmlns:a="http://schemas.openxmlformats.org/drawingml/2006/main" noGrp="1"/>
          </p:cNvSpPr>
          <p:nvPr/>
        </p:nvSpPr>
        <p:spPr>
          <a:xfrm xmlns:a="http://schemas.openxmlformats.org/drawingml/2006/main">
            <a:off x="9410700" y="3810000"/>
            <a:ext cx="1943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17"/>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Desired-state enforcement</a:t>
            </a:r>
          </a:p>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converge • report</a:t>
            </a:r>
          </a:p>
        </p:txBody>
      </p:sp>
      <p:sp>
        <p:nvSpPr>
          <p:cNvPr id="27" name="">
            <a:extLst xmlns:a="http://schemas.openxmlformats.org/drawingml/2006/main">
              <a:ext uri="{FF2B5EF4-FFF2-40B4-BE49-F238E27FC236}">
                <a16:creationId xmlns:a16="http://schemas.microsoft.com/office/drawing/2014/main" id="{49A8353D-B04F-4E27-90FB-FD21A86AF770}"/>
              </a:ext>
            </a:extLst>
          </p:cNvPr>
          <p:cNvSpPr>
            <a:spLocks xmlns:a="http://schemas.openxmlformats.org/drawingml/2006/main" noGrp="1"/>
          </p:cNvSpPr>
          <p:nvPr/>
        </p:nvSpPr>
        <p:spPr>
          <a:xfrm xmlns:a="http://schemas.openxmlformats.org/drawingml/2006/main">
            <a:off x="5981700" y="2381250"/>
            <a:ext cx="228600" cy="228600"/>
          </a:xfrm>
          <a:prstGeom xmlns:a="http://schemas.openxmlformats.org/drawingml/2006/main" prst="ellipse">
            <a:avLst/>
          </a:prstGeom>
          <a:solidFill xmlns:a="http://schemas.openxmlformats.org/drawingml/2006/main">
            <a:srgbClr val="082B59"/>
          </a:solidFill>
          <a:ln xmlns:a="http://schemas.openxmlformats.org/drawingml/2006/main" w="0">
            <a:noFill/>
          </a:ln>
        </p:spPr>
      </p:sp>
      <p:cxnSp>
        <p:nvCxnSpPr>
          <p:cNvPr id="59" name=""/>
          <p:cNvCxnSpPr>
            <a:stCxn xmlns:a="http://schemas.openxmlformats.org/drawingml/2006/main" id="27" idx="4"/>
            <a:endCxn xmlns:a="http://schemas.openxmlformats.org/drawingml/2006/main" id="24" idx="0"/>
          </p:cNvCxnSpPr>
          <p:nvPr/>
        </p:nvCxnSpPr>
        <p:spPr>
          <a:xfrm xmlns:a="http://schemas.openxmlformats.org/drawingml/2006/main">
            <a:off x="6096000" y="2609850"/>
            <a:ext cx="4286250" cy="628650"/>
          </a:xfrm>
          <a:prstGeom xmlns:a="http://schemas.openxmlformats.org/drawingml/2006/main" prst="straightConnector1">
            <a:avLst/>
          </a:prstGeom>
          <a:ln xmlns:a="http://schemas.openxmlformats.org/drawingml/2006/main" w="19050">
            <a:solidFill>
              <a:srgbClr val="F28C28"/>
            </a:solidFill>
            <a:prstDash val="solid"/>
          </a:ln>
        </p:spPr>
      </p:cxnSp>
      <p:sp>
        <p:nvSpPr>
          <p:cNvPr id="29" name="">
            <a:extLst xmlns:a="http://schemas.openxmlformats.org/drawingml/2006/main">
              <a:ext uri="{FF2B5EF4-FFF2-40B4-BE49-F238E27FC236}">
                <a16:creationId xmlns:a16="http://schemas.microsoft.com/office/drawing/2014/main" id="{F3FF5F4A-090B-4C45-BFD1-4AEEDC2196B5}"/>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E91F86E-2206-4BEA-AF4E-F106211B6419}"/>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FD42EB7-895A-49B6-9799-FA8FF213AF63}"/>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Choose a primary owner for each resource to prevent competing sources of truth.</a:t>
            </a:r>
          </a:p>
        </p:txBody>
      </p:sp>
    </p:spTree>
    <p:extLst>
      <p:ext uri="{BB962C8B-B14F-4D97-AF65-F5344CB8AC3E}">
        <p14:creationId xmlns:p14="http://schemas.microsoft.com/office/powerpoint/2010/main" val="13690987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EB78843-7DF4-4AA5-9900-4734E98370D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876A23-B7DE-4063-B7F2-77FDDEA78910}"/>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752411-9BC4-4F7A-9679-D19CDD4F8B99}"/>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A3D2C57B-27ED-4DE2-A41E-1D3BCD5ACF45}"/>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State</a:t>
            </a:r>
          </a:p>
        </p:txBody>
      </p:sp>
      <p:sp>
        <p:nvSpPr>
          <p:cNvPr id="5" name="">
            <a:extLst xmlns:a="http://schemas.openxmlformats.org/drawingml/2006/main">
              <a:ext uri="{FF2B5EF4-FFF2-40B4-BE49-F238E27FC236}">
                <a16:creationId xmlns:a16="http://schemas.microsoft.com/office/drawing/2014/main" id="{87F08CA0-433D-4DA9-823C-08406730AEDB}"/>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A change is complete only when three views agree</a:t>
            </a:r>
          </a:p>
        </p:txBody>
      </p:sp>
      <p:sp>
        <p:nvSpPr>
          <p:cNvPr id="6" name="">
            <a:extLst xmlns:a="http://schemas.openxmlformats.org/drawingml/2006/main">
              <a:ext uri="{FF2B5EF4-FFF2-40B4-BE49-F238E27FC236}">
                <a16:creationId xmlns:a16="http://schemas.microsoft.com/office/drawing/2014/main" id="{89B8B88A-416B-4E7C-944F-6A4FB6BB136C}"/>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9FDC05-1469-48CB-8F38-D6895E81FD85}"/>
              </a:ext>
            </a:extLst>
          </p:cNvPr>
          <p:cNvSpPr>
            <a:spLocks xmlns:a="http://schemas.openxmlformats.org/drawingml/2006/main" noGrp="1"/>
          </p:cNvSpPr>
          <p:nvPr/>
        </p:nvSpPr>
        <p:spPr>
          <a:xfrm xmlns:a="http://schemas.openxmlformats.org/drawingml/2006/main">
            <a:off x="1666875" y="1762125"/>
            <a:ext cx="2857500" cy="2857500"/>
          </a:xfrm>
          <a:prstGeom xmlns:a="http://schemas.openxmlformats.org/drawingml/2006/main" prst="ellipse">
            <a:avLst/>
          </a:prstGeom>
          <a:solidFill xmlns:a="http://schemas.openxmlformats.org/drawingml/2006/main">
            <a:srgbClr val="FFF0DD"/>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99D607DF-ECDD-4C0C-87DF-4D2353066C3C}"/>
              </a:ext>
            </a:extLst>
          </p:cNvPr>
          <p:cNvSpPr>
            <a:spLocks xmlns:a="http://schemas.openxmlformats.org/drawingml/2006/main" noGrp="1"/>
          </p:cNvSpPr>
          <p:nvPr/>
        </p:nvSpPr>
        <p:spPr>
          <a:xfrm xmlns:a="http://schemas.openxmlformats.org/drawingml/2006/main">
            <a:off x="4667250" y="1762125"/>
            <a:ext cx="2857500" cy="2857500"/>
          </a:xfrm>
          <a:prstGeom xmlns:a="http://schemas.openxmlformats.org/drawingml/2006/main" prst="ellipse">
            <a:avLst/>
          </a:prstGeom>
          <a:solidFill xmlns:a="http://schemas.openxmlformats.org/drawingml/2006/main">
            <a:srgbClr val="E1F3FB"/>
          </a:solidFill>
          <a:ln xmlns:a="http://schemas.openxmlformats.org/drawingml/2006/main" w="9525">
            <a:solidFill>
              <a:srgbClr val="0A6FAF"/>
            </a:solidFill>
            <a:prstDash val="solid"/>
          </a:ln>
        </p:spPr>
      </p:sp>
      <p:sp>
        <p:nvSpPr>
          <p:cNvPr id="9" name="">
            <a:extLst xmlns:a="http://schemas.openxmlformats.org/drawingml/2006/main">
              <a:ext uri="{FF2B5EF4-FFF2-40B4-BE49-F238E27FC236}">
                <a16:creationId xmlns:a16="http://schemas.microsoft.com/office/drawing/2014/main" id="{1BF9CE63-6CF5-4AD7-A4E9-51706F858277}"/>
              </a:ext>
            </a:extLst>
          </p:cNvPr>
          <p:cNvSpPr>
            <a:spLocks xmlns:a="http://schemas.openxmlformats.org/drawingml/2006/main" noGrp="1"/>
          </p:cNvSpPr>
          <p:nvPr/>
        </p:nvSpPr>
        <p:spPr>
          <a:xfrm xmlns:a="http://schemas.openxmlformats.org/drawingml/2006/main">
            <a:off x="7667625" y="1762125"/>
            <a:ext cx="2857500" cy="2857500"/>
          </a:xfrm>
          <a:prstGeom xmlns:a="http://schemas.openxmlformats.org/drawingml/2006/main" prst="ellipse">
            <a:avLst/>
          </a:prstGeom>
          <a:solidFill xmlns:a="http://schemas.openxmlformats.org/drawingml/2006/main">
            <a:srgbClr val="E3F5EC"/>
          </a:solidFill>
          <a:ln xmlns:a="http://schemas.openxmlformats.org/drawingml/2006/main" w="9525">
            <a:solidFill>
              <a:srgbClr val="1E9B65"/>
            </a:solidFill>
            <a:prstDash val="solid"/>
          </a:ln>
        </p:spPr>
      </p:sp>
      <p:sp>
        <p:nvSpPr>
          <p:cNvPr id="10" name="">
            <a:extLst xmlns:a="http://schemas.openxmlformats.org/drawingml/2006/main">
              <a:ext uri="{FF2B5EF4-FFF2-40B4-BE49-F238E27FC236}">
                <a16:creationId xmlns:a16="http://schemas.microsoft.com/office/drawing/2014/main" id="{44EB9E2D-D05A-4559-A04E-A02635E842EE}"/>
              </a:ext>
            </a:extLst>
          </p:cNvPr>
          <p:cNvSpPr>
            <a:spLocks xmlns:a="http://schemas.openxmlformats.org/drawingml/2006/main" noGrp="1"/>
          </p:cNvSpPr>
          <p:nvPr/>
        </p:nvSpPr>
        <p:spPr>
          <a:xfrm xmlns:a="http://schemas.openxmlformats.org/drawingml/2006/main">
            <a:off x="2095500" y="21907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ctr">
              <a:defRPr sz="1725" b="1">
                <a:solidFill>
                  <a:srgbClr val="F28C28"/>
                </a:solidFill>
                <a:latin typeface="Helvetica Neue"/>
                <a:ea typeface="Helvetica Neue"/>
                <a:cs typeface="Helvetica Neue"/>
              </a:defRPr>
            </a:pPr>
            <a:r>
              <a:rPr sz="1725" b="1">
                <a:solidFill>
                  <a:srgbClr val="F28C28"/>
                </a:solidFill>
                <a:latin typeface="Helvetica Neue"/>
                <a:ea typeface="Helvetica Neue"/>
                <a:cs typeface="Helvetica Neue"/>
              </a:rPr>
              <a:t>INTENDED</a:t>
            </a:r>
          </a:p>
        </p:txBody>
      </p:sp>
      <p:sp>
        <p:nvSpPr>
          <p:cNvPr id="11" name="">
            <a:extLst xmlns:a="http://schemas.openxmlformats.org/drawingml/2006/main">
              <a:ext uri="{FF2B5EF4-FFF2-40B4-BE49-F238E27FC236}">
                <a16:creationId xmlns:a16="http://schemas.microsoft.com/office/drawing/2014/main" id="{11414FC1-9FA9-411D-A42B-1A97E12B06DD}"/>
              </a:ext>
            </a:extLst>
          </p:cNvPr>
          <p:cNvSpPr>
            <a:spLocks xmlns:a="http://schemas.openxmlformats.org/drawingml/2006/main" noGrp="1"/>
          </p:cNvSpPr>
          <p:nvPr/>
        </p:nvSpPr>
        <p:spPr>
          <a:xfrm xmlns:a="http://schemas.openxmlformats.org/drawingml/2006/main">
            <a:off x="2095500" y="26670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What should exist?</a:t>
            </a:r>
          </a:p>
        </p:txBody>
      </p:sp>
      <p:sp>
        <p:nvSpPr>
          <p:cNvPr id="12" name="">
            <a:extLst xmlns:a="http://schemas.openxmlformats.org/drawingml/2006/main">
              <a:ext uri="{FF2B5EF4-FFF2-40B4-BE49-F238E27FC236}">
                <a16:creationId xmlns:a16="http://schemas.microsoft.com/office/drawing/2014/main" id="{93EFB83C-0820-4E54-BA84-29E4D328CFFA}"/>
              </a:ext>
            </a:extLst>
          </p:cNvPr>
          <p:cNvSpPr>
            <a:spLocks xmlns:a="http://schemas.openxmlformats.org/drawingml/2006/main" noGrp="1"/>
          </p:cNvSpPr>
          <p:nvPr/>
        </p:nvSpPr>
        <p:spPr>
          <a:xfrm xmlns:a="http://schemas.openxmlformats.org/drawingml/2006/main">
            <a:off x="5095875" y="21907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ctr">
              <a:defRPr sz="1725" b="1">
                <a:solidFill>
                  <a:srgbClr val="0A6FAF"/>
                </a:solidFill>
                <a:latin typeface="Helvetica Neue"/>
                <a:ea typeface="Helvetica Neue"/>
                <a:cs typeface="Helvetica Neue"/>
              </a:defRPr>
            </a:pPr>
            <a:r>
              <a:rPr sz="1725" b="1">
                <a:solidFill>
                  <a:srgbClr val="0A6FAF"/>
                </a:solidFill>
                <a:latin typeface="Helvetica Neue"/>
                <a:ea typeface="Helvetica Neue"/>
                <a:cs typeface="Helvetica Neue"/>
              </a:rPr>
              <a:t>CONFIGURED</a:t>
            </a:r>
          </a:p>
        </p:txBody>
      </p:sp>
      <p:sp>
        <p:nvSpPr>
          <p:cNvPr id="13" name="">
            <a:extLst xmlns:a="http://schemas.openxmlformats.org/drawingml/2006/main">
              <a:ext uri="{FF2B5EF4-FFF2-40B4-BE49-F238E27FC236}">
                <a16:creationId xmlns:a16="http://schemas.microsoft.com/office/drawing/2014/main" id="{E37242F4-EDDC-4B54-BDA7-BDE5B509B9DF}"/>
              </a:ext>
            </a:extLst>
          </p:cNvPr>
          <p:cNvSpPr>
            <a:spLocks xmlns:a="http://schemas.openxmlformats.org/drawingml/2006/main" noGrp="1"/>
          </p:cNvSpPr>
          <p:nvPr/>
        </p:nvSpPr>
        <p:spPr>
          <a:xfrm xmlns:a="http://schemas.openxmlformats.org/drawingml/2006/main">
            <a:off x="5095875" y="26670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What was applied?</a:t>
            </a:r>
          </a:p>
        </p:txBody>
      </p:sp>
      <p:sp>
        <p:nvSpPr>
          <p:cNvPr id="14" name="">
            <a:extLst xmlns:a="http://schemas.openxmlformats.org/drawingml/2006/main">
              <a:ext uri="{FF2B5EF4-FFF2-40B4-BE49-F238E27FC236}">
                <a16:creationId xmlns:a16="http://schemas.microsoft.com/office/drawing/2014/main" id="{038F0D8C-8860-4144-80E8-8146E6299E5E}"/>
              </a:ext>
            </a:extLst>
          </p:cNvPr>
          <p:cNvSpPr>
            <a:spLocks xmlns:a="http://schemas.openxmlformats.org/drawingml/2006/main" noGrp="1"/>
          </p:cNvSpPr>
          <p:nvPr/>
        </p:nvSpPr>
        <p:spPr>
          <a:xfrm xmlns:a="http://schemas.openxmlformats.org/drawingml/2006/main">
            <a:off x="8096250" y="21907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ctr">
              <a:defRPr sz="1725" b="1">
                <a:solidFill>
                  <a:srgbClr val="1E9B65"/>
                </a:solidFill>
                <a:latin typeface="Helvetica Neue"/>
                <a:ea typeface="Helvetica Neue"/>
                <a:cs typeface="Helvetica Neue"/>
              </a:defRPr>
            </a:pPr>
            <a:r>
              <a:rPr sz="1725" b="1">
                <a:solidFill>
                  <a:srgbClr val="1E9B65"/>
                </a:solidFill>
                <a:latin typeface="Helvetica Neue"/>
                <a:ea typeface="Helvetica Neue"/>
                <a:cs typeface="Helvetica Neue"/>
              </a:rPr>
              <a:t>OPERATIONAL</a:t>
            </a:r>
          </a:p>
        </p:txBody>
      </p:sp>
      <p:sp>
        <p:nvSpPr>
          <p:cNvPr id="15" name="">
            <a:extLst xmlns:a="http://schemas.openxmlformats.org/drawingml/2006/main">
              <a:ext uri="{FF2B5EF4-FFF2-40B4-BE49-F238E27FC236}">
                <a16:creationId xmlns:a16="http://schemas.microsoft.com/office/drawing/2014/main" id="{3C9047EB-C3D9-4F48-8388-7E9E3804C539}"/>
              </a:ext>
            </a:extLst>
          </p:cNvPr>
          <p:cNvSpPr>
            <a:spLocks xmlns:a="http://schemas.openxmlformats.org/drawingml/2006/main" noGrp="1"/>
          </p:cNvSpPr>
          <p:nvPr/>
        </p:nvSpPr>
        <p:spPr>
          <a:xfrm xmlns:a="http://schemas.openxmlformats.org/drawingml/2006/main">
            <a:off x="8096250" y="26670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What is working?</a:t>
            </a:r>
          </a:p>
        </p:txBody>
      </p:sp>
      <p:sp>
        <p:nvSpPr>
          <p:cNvPr id="16" name="">
            <a:extLst xmlns:a="http://schemas.openxmlformats.org/drawingml/2006/main">
              <a:ext uri="{FF2B5EF4-FFF2-40B4-BE49-F238E27FC236}">
                <a16:creationId xmlns:a16="http://schemas.microsoft.com/office/drawing/2014/main" id="{79E5E069-ED4C-4B84-9BDA-82678759BBE8}"/>
              </a:ext>
            </a:extLst>
          </p:cNvPr>
          <p:cNvSpPr>
            <a:spLocks xmlns:a="http://schemas.openxmlformats.org/drawingml/2006/main" noGrp="1"/>
          </p:cNvSpPr>
          <p:nvPr/>
        </p:nvSpPr>
        <p:spPr>
          <a:xfrm xmlns:a="http://schemas.openxmlformats.org/drawingml/2006/main">
            <a:off x="2238375" y="34766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46579"/>
                </a:solidFill>
                <a:latin typeface="Helvetica Neue"/>
                <a:ea typeface="Helvetica Neue"/>
                <a:cs typeface="Helvetica Neue"/>
              </a:defRPr>
            </a:pPr>
            <a:r>
              <a:rPr sz="1200" b="1">
                <a:solidFill>
                  <a:srgbClr val="546579"/>
                </a:solidFill>
                <a:latin typeface="Helvetica Neue"/>
                <a:ea typeface="Helvetica Neue"/>
                <a:cs typeface="Helvetica Neue"/>
              </a:rPr>
              <a:t>Source of truth</a:t>
            </a:r>
          </a:p>
        </p:txBody>
      </p:sp>
      <p:sp>
        <p:nvSpPr>
          <p:cNvPr id="17" name="">
            <a:extLst xmlns:a="http://schemas.openxmlformats.org/drawingml/2006/main">
              <a:ext uri="{FF2B5EF4-FFF2-40B4-BE49-F238E27FC236}">
                <a16:creationId xmlns:a16="http://schemas.microsoft.com/office/drawing/2014/main" id="{736B0377-1B1B-4225-8BC9-FBCE181A0FC2}"/>
              </a:ext>
            </a:extLst>
          </p:cNvPr>
          <p:cNvSpPr>
            <a:spLocks xmlns:a="http://schemas.openxmlformats.org/drawingml/2006/main" noGrp="1"/>
          </p:cNvSpPr>
          <p:nvPr/>
        </p:nvSpPr>
        <p:spPr>
          <a:xfrm xmlns:a="http://schemas.openxmlformats.org/drawingml/2006/main">
            <a:off x="5238750" y="34766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46579"/>
                </a:solidFill>
                <a:latin typeface="Helvetica Neue"/>
                <a:ea typeface="Helvetica Neue"/>
                <a:cs typeface="Helvetica Neue"/>
              </a:defRPr>
            </a:pPr>
            <a:r>
              <a:rPr sz="1200" b="1">
                <a:solidFill>
                  <a:srgbClr val="546579"/>
                </a:solidFill>
                <a:latin typeface="Helvetica Neue"/>
                <a:ea typeface="Helvetica Neue"/>
                <a:cs typeface="Helvetica Neue"/>
              </a:rPr>
              <a:t>Device / platform</a:t>
            </a:r>
          </a:p>
        </p:txBody>
      </p:sp>
      <p:sp>
        <p:nvSpPr>
          <p:cNvPr id="18" name="">
            <a:extLst xmlns:a="http://schemas.openxmlformats.org/drawingml/2006/main">
              <a:ext uri="{FF2B5EF4-FFF2-40B4-BE49-F238E27FC236}">
                <a16:creationId xmlns:a16="http://schemas.microsoft.com/office/drawing/2014/main" id="{66C2D353-DC3B-402A-BBBD-9CDB9DABF8CA}"/>
              </a:ext>
            </a:extLst>
          </p:cNvPr>
          <p:cNvSpPr>
            <a:spLocks xmlns:a="http://schemas.openxmlformats.org/drawingml/2006/main" noGrp="1"/>
          </p:cNvSpPr>
          <p:nvPr/>
        </p:nvSpPr>
        <p:spPr>
          <a:xfrm xmlns:a="http://schemas.openxmlformats.org/drawingml/2006/main">
            <a:off x="8239125" y="34766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46579"/>
                </a:solidFill>
                <a:latin typeface="Helvetica Neue"/>
                <a:ea typeface="Helvetica Neue"/>
                <a:cs typeface="Helvetica Neue"/>
              </a:defRPr>
            </a:pPr>
            <a:r>
              <a:rPr sz="1200" b="1">
                <a:solidFill>
                  <a:srgbClr val="546579"/>
                </a:solidFill>
                <a:latin typeface="Helvetica Neue"/>
                <a:ea typeface="Helvetica Neue"/>
                <a:cs typeface="Helvetica Neue"/>
              </a:rPr>
              <a:t>Telemetry / tests</a:t>
            </a:r>
          </a:p>
        </p:txBody>
      </p:sp>
      <p:sp>
        <p:nvSpPr>
          <p:cNvPr id="19" name="">
            <a:extLst xmlns:a="http://schemas.openxmlformats.org/drawingml/2006/main">
              <a:ext uri="{FF2B5EF4-FFF2-40B4-BE49-F238E27FC236}">
                <a16:creationId xmlns:a16="http://schemas.microsoft.com/office/drawing/2014/main" id="{E196F212-8BDA-4617-8EAF-167449379511}"/>
              </a:ext>
            </a:extLst>
          </p:cNvPr>
          <p:cNvSpPr>
            <a:spLocks xmlns:a="http://schemas.openxmlformats.org/drawingml/2006/main" noGrp="1"/>
          </p:cNvSpPr>
          <p:nvPr/>
        </p:nvSpPr>
        <p:spPr>
          <a:xfrm xmlns:a="http://schemas.openxmlformats.org/drawingml/2006/main">
            <a:off x="3762375" y="4953000"/>
            <a:ext cx="4667250" cy="609600"/>
          </a:xfrm>
          <a:prstGeom xmlns:a="http://schemas.openxmlformats.org/drawingml/2006/main" prst="roundRect">
            <a:avLst>
              <a:gd name="adj" fmla="val 18750"/>
            </a:avLst>
          </a:prstGeom>
          <a:solidFill xmlns:a="http://schemas.openxmlformats.org/drawingml/2006/main">
            <a:srgbClr val="082B5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7244D56-0EA3-4A2E-89D0-26CDCE272DAF}"/>
              </a:ext>
            </a:extLst>
          </p:cNvPr>
          <p:cNvSpPr>
            <a:spLocks xmlns:a="http://schemas.openxmlformats.org/drawingml/2006/main" noGrp="1"/>
          </p:cNvSpPr>
          <p:nvPr/>
        </p:nvSpPr>
        <p:spPr>
          <a:xfrm xmlns:a="http://schemas.openxmlformats.org/drawingml/2006/main">
            <a:off x="4000500" y="50768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Compare → validate → explain drift</a:t>
            </a:r>
          </a:p>
        </p:txBody>
      </p:sp>
      <p:sp>
        <p:nvSpPr>
          <p:cNvPr id="21" name="">
            <a:extLst xmlns:a="http://schemas.openxmlformats.org/drawingml/2006/main">
              <a:ext uri="{FF2B5EF4-FFF2-40B4-BE49-F238E27FC236}">
                <a16:creationId xmlns:a16="http://schemas.microsoft.com/office/drawing/2014/main" id="{7C161AF9-000E-4C5D-9B1B-E8F73FC4A4BA}"/>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89C9FBA-998E-4801-B794-4C18FF795ABC}"/>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2A5227B-0353-409E-BCA5-C378A84384BE}"/>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Configuration success is not the same as service success.</a:t>
            </a:r>
          </a:p>
        </p:txBody>
      </p:sp>
    </p:spTree>
    <p:extLst>
      <p:ext uri="{BB962C8B-B14F-4D97-AF65-F5344CB8AC3E}">
        <p14:creationId xmlns:p14="http://schemas.microsoft.com/office/powerpoint/2010/main" val="10061466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FA71A03-DB82-4A68-8F35-A3B2FAA5D987}"/>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EA8A9E-563E-45BB-9A04-2D7E936A8993}"/>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15E0B3-E160-47A0-A253-04DAEEF687C2}"/>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12E4DDC6-35BE-4FB9-A307-37D3AB6DB5D8}"/>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Safety</a:t>
            </a:r>
          </a:p>
        </p:txBody>
      </p:sp>
      <p:sp>
        <p:nvSpPr>
          <p:cNvPr id="5" name="">
            <a:extLst xmlns:a="http://schemas.openxmlformats.org/drawingml/2006/main">
              <a:ext uri="{FF2B5EF4-FFF2-40B4-BE49-F238E27FC236}">
                <a16:creationId xmlns:a16="http://schemas.microsoft.com/office/drawing/2014/main" id="{2040C132-7A16-42AA-9E08-B95F3820D115}"/>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Five controls reduce the blast radius</a:t>
            </a:r>
          </a:p>
        </p:txBody>
      </p:sp>
      <p:sp>
        <p:nvSpPr>
          <p:cNvPr id="6" name="">
            <a:extLst xmlns:a="http://schemas.openxmlformats.org/drawingml/2006/main">
              <a:ext uri="{FF2B5EF4-FFF2-40B4-BE49-F238E27FC236}">
                <a16:creationId xmlns:a16="http://schemas.microsoft.com/office/drawing/2014/main" id="{4C7E0B21-8BA8-467B-8304-85A432515B8E}"/>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AD226F-29E2-4703-8AEB-DAF0A690E4D5}"/>
              </a:ext>
            </a:extLst>
          </p:cNvPr>
          <p:cNvSpPr>
            <a:spLocks xmlns:a="http://schemas.openxmlformats.org/drawingml/2006/main" noGrp="1"/>
          </p:cNvSpPr>
          <p:nvPr/>
        </p:nvSpPr>
        <p:spPr>
          <a:xfrm xmlns:a="http://schemas.openxmlformats.org/drawingml/2006/main">
            <a:off x="571500" y="1809750"/>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ECFF2912-8678-4E97-B1BF-FF856E1BE13B}"/>
              </a:ext>
            </a:extLst>
          </p:cNvPr>
          <p:cNvSpPr>
            <a:spLocks xmlns:a="http://schemas.openxmlformats.org/drawingml/2006/main" noGrp="1"/>
          </p:cNvSpPr>
          <p:nvPr/>
        </p:nvSpPr>
        <p:spPr>
          <a:xfrm xmlns:a="http://schemas.openxmlformats.org/drawingml/2006/main">
            <a:off x="1356360"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b96f84423f59427c">
            <a:extLst>
              <a:ext uri="{96DAC541-7B7A-43D3-8B79-37D633B846F1}">
                <asvg:svgBlip xmlns:asvg="http://schemas.microsoft.com/office/drawing/2016/SVG/main" r:embed="R36d47529e08a4fa4"/>
              </a:ext>
            </a:extLst>
          </a:blip>
          <a:stretch xmlns:a="http://schemas.openxmlformats.org/drawingml/2006/main"/>
        </p:blipFill>
        <p:spPr>
          <a:xfrm xmlns:a="http://schemas.openxmlformats.org/drawingml/2006/main">
            <a:off x="1461135"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6B56DE5-0BD0-4AA6-B819-C94AE20FFF83}"/>
              </a:ext>
            </a:extLst>
          </p:cNvPr>
          <p:cNvSpPr>
            <a:spLocks xmlns:a="http://schemas.openxmlformats.org/drawingml/2006/main" noGrp="1"/>
          </p:cNvSpPr>
          <p:nvPr/>
        </p:nvSpPr>
        <p:spPr>
          <a:xfrm xmlns:a="http://schemas.openxmlformats.org/drawingml/2006/main">
            <a:off x="66675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Identify</a:t>
            </a:r>
          </a:p>
        </p:txBody>
      </p:sp>
      <p:sp>
        <p:nvSpPr>
          <p:cNvPr id="11" name="">
            <a:extLst xmlns:a="http://schemas.openxmlformats.org/drawingml/2006/main">
              <a:ext uri="{FF2B5EF4-FFF2-40B4-BE49-F238E27FC236}">
                <a16:creationId xmlns:a16="http://schemas.microsoft.com/office/drawing/2014/main" id="{847FB1F0-6BDB-4F65-AA6F-473CF609CFB5}"/>
              </a:ext>
            </a:extLst>
          </p:cNvPr>
          <p:cNvSpPr>
            <a:spLocks xmlns:a="http://schemas.openxmlformats.org/drawingml/2006/main" noGrp="1"/>
          </p:cNvSpPr>
          <p:nvPr/>
        </p:nvSpPr>
        <p:spPr>
          <a:xfrm xmlns:a="http://schemas.openxmlformats.org/drawingml/2006/main">
            <a:off x="685800" y="2647950"/>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Target fingerprint</a:t>
            </a:r>
          </a:p>
        </p:txBody>
      </p:sp>
      <p:sp>
        <p:nvSpPr>
          <p:cNvPr id="12" name="">
            <a:extLst xmlns:a="http://schemas.openxmlformats.org/drawingml/2006/main">
              <a:ext uri="{FF2B5EF4-FFF2-40B4-BE49-F238E27FC236}">
                <a16:creationId xmlns:a16="http://schemas.microsoft.com/office/drawing/2014/main" id="{544B1D48-EA50-4FE2-BBFE-387249CFBFE0}"/>
              </a:ext>
            </a:extLst>
          </p:cNvPr>
          <p:cNvSpPr>
            <a:spLocks xmlns:a="http://schemas.openxmlformats.org/drawingml/2006/main" noGrp="1"/>
          </p:cNvSpPr>
          <p:nvPr/>
        </p:nvSpPr>
        <p:spPr>
          <a:xfrm xmlns:a="http://schemas.openxmlformats.org/drawingml/2006/main">
            <a:off x="2827020" y="1809750"/>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6657B8"/>
            </a:solidFill>
            <a:prstDash val="solid"/>
          </a:ln>
        </p:spPr>
      </p:sp>
      <p:sp>
        <p:nvSpPr>
          <p:cNvPr id="13" name="">
            <a:extLst xmlns:a="http://schemas.openxmlformats.org/drawingml/2006/main">
              <a:ext uri="{FF2B5EF4-FFF2-40B4-BE49-F238E27FC236}">
                <a16:creationId xmlns:a16="http://schemas.microsoft.com/office/drawing/2014/main" id="{1D8A5780-E925-4E74-B989-B76B9E3CA05B}"/>
              </a:ext>
            </a:extLst>
          </p:cNvPr>
          <p:cNvSpPr>
            <a:spLocks xmlns:a="http://schemas.openxmlformats.org/drawingml/2006/main" noGrp="1"/>
          </p:cNvSpPr>
          <p:nvPr/>
        </p:nvSpPr>
        <p:spPr>
          <a:xfrm xmlns:a="http://schemas.openxmlformats.org/drawingml/2006/main">
            <a:off x="3611880" y="190500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e08d3ad0c564b34">
            <a:extLst>
              <a:ext uri="{96DAC541-7B7A-43D3-8B79-37D633B846F1}">
                <asvg:svgBlip xmlns:asvg="http://schemas.microsoft.com/office/drawing/2016/SVG/main" r:embed="Ra8d4c65c560244c5"/>
              </a:ext>
            </a:extLst>
          </a:blip>
          <a:stretch xmlns:a="http://schemas.openxmlformats.org/drawingml/2006/main"/>
        </p:blipFill>
        <p:spPr>
          <a:xfrm xmlns:a="http://schemas.openxmlformats.org/drawingml/2006/main">
            <a:off x="3716655" y="20097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B285F45-7871-4D30-9E77-566B35EB8565}"/>
              </a:ext>
            </a:extLst>
          </p:cNvPr>
          <p:cNvSpPr>
            <a:spLocks xmlns:a="http://schemas.openxmlformats.org/drawingml/2006/main" noGrp="1"/>
          </p:cNvSpPr>
          <p:nvPr/>
        </p:nvSpPr>
        <p:spPr>
          <a:xfrm xmlns:a="http://schemas.openxmlformats.org/drawingml/2006/main">
            <a:off x="292227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Authorize</a:t>
            </a:r>
          </a:p>
        </p:txBody>
      </p:sp>
      <p:sp>
        <p:nvSpPr>
          <p:cNvPr id="16" name="">
            <a:extLst xmlns:a="http://schemas.openxmlformats.org/drawingml/2006/main">
              <a:ext uri="{FF2B5EF4-FFF2-40B4-BE49-F238E27FC236}">
                <a16:creationId xmlns:a16="http://schemas.microsoft.com/office/drawing/2014/main" id="{9A8AB179-5B13-4181-89E8-0AA49B4664A6}"/>
              </a:ext>
            </a:extLst>
          </p:cNvPr>
          <p:cNvSpPr>
            <a:spLocks xmlns:a="http://schemas.openxmlformats.org/drawingml/2006/main" noGrp="1"/>
          </p:cNvSpPr>
          <p:nvPr/>
        </p:nvSpPr>
        <p:spPr>
          <a:xfrm xmlns:a="http://schemas.openxmlformats.org/drawingml/2006/main">
            <a:off x="2941320" y="2647950"/>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Least privilege</a:t>
            </a:r>
          </a:p>
        </p:txBody>
      </p:sp>
      <p:sp>
        <p:nvSpPr>
          <p:cNvPr id="17" name="">
            <a:extLst xmlns:a="http://schemas.openxmlformats.org/drawingml/2006/main">
              <a:ext uri="{FF2B5EF4-FFF2-40B4-BE49-F238E27FC236}">
                <a16:creationId xmlns:a16="http://schemas.microsoft.com/office/drawing/2014/main" id="{114F01CD-1253-4214-8249-A67E3FEAFE22}"/>
              </a:ext>
            </a:extLst>
          </p:cNvPr>
          <p:cNvSpPr>
            <a:spLocks xmlns:a="http://schemas.openxmlformats.org/drawingml/2006/main" noGrp="1"/>
          </p:cNvSpPr>
          <p:nvPr/>
        </p:nvSpPr>
        <p:spPr>
          <a:xfrm xmlns:a="http://schemas.openxmlformats.org/drawingml/2006/main">
            <a:off x="2636520" y="2366963"/>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14055AB-2DED-4D95-90E6-8A4C65020FC2}"/>
              </a:ext>
            </a:extLst>
          </p:cNvPr>
          <p:cNvSpPr>
            <a:spLocks xmlns:a="http://schemas.openxmlformats.org/drawingml/2006/main" noGrp="1"/>
          </p:cNvSpPr>
          <p:nvPr/>
        </p:nvSpPr>
        <p:spPr>
          <a:xfrm xmlns:a="http://schemas.openxmlformats.org/drawingml/2006/main">
            <a:off x="5082540" y="1809750"/>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D64545"/>
            </a:solidFill>
            <a:prstDash val="solid"/>
          </a:ln>
        </p:spPr>
      </p:sp>
      <p:sp>
        <p:nvSpPr>
          <p:cNvPr id="19" name="">
            <a:extLst xmlns:a="http://schemas.openxmlformats.org/drawingml/2006/main">
              <a:ext uri="{FF2B5EF4-FFF2-40B4-BE49-F238E27FC236}">
                <a16:creationId xmlns:a16="http://schemas.microsoft.com/office/drawing/2014/main" id="{7EF833FC-641A-4E44-811D-4015259027D0}"/>
              </a:ext>
            </a:extLst>
          </p:cNvPr>
          <p:cNvSpPr>
            <a:spLocks xmlns:a="http://schemas.openxmlformats.org/drawingml/2006/main" noGrp="1"/>
          </p:cNvSpPr>
          <p:nvPr/>
        </p:nvSpPr>
        <p:spPr>
          <a:xfrm xmlns:a="http://schemas.openxmlformats.org/drawingml/2006/main">
            <a:off x="5867400" y="1905000"/>
            <a:ext cx="457200" cy="457200"/>
          </a:xfrm>
          <a:prstGeom xmlns:a="http://schemas.openxmlformats.org/drawingml/2006/main" prst="ellipse">
            <a:avLst/>
          </a:prstGeom>
          <a:solidFill xmlns:a="http://schemas.openxmlformats.org/drawingml/2006/main">
            <a:srgbClr val="D64545"/>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68974460999442f5">
            <a:extLst>
              <a:ext uri="{96DAC541-7B7A-43D3-8B79-37D633B846F1}">
                <asvg:svgBlip xmlns:asvg="http://schemas.microsoft.com/office/drawing/2016/SVG/main" r:embed="R42ffaec1c8154ee1"/>
              </a:ext>
            </a:extLst>
          </a:blip>
          <a:stretch xmlns:a="http://schemas.openxmlformats.org/drawingml/2006/main"/>
        </p:blipFill>
        <p:spPr>
          <a:xfrm xmlns:a="http://schemas.openxmlformats.org/drawingml/2006/main">
            <a:off x="5972175" y="20097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6A594BFB-64B1-49CD-AA02-FCED6FD27C57}"/>
              </a:ext>
            </a:extLst>
          </p:cNvPr>
          <p:cNvSpPr>
            <a:spLocks xmlns:a="http://schemas.openxmlformats.org/drawingml/2006/main" noGrp="1"/>
          </p:cNvSpPr>
          <p:nvPr/>
        </p:nvSpPr>
        <p:spPr>
          <a:xfrm xmlns:a="http://schemas.openxmlformats.org/drawingml/2006/main">
            <a:off x="517779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Constrain</a:t>
            </a:r>
          </a:p>
        </p:txBody>
      </p:sp>
      <p:sp>
        <p:nvSpPr>
          <p:cNvPr id="22" name="">
            <a:extLst xmlns:a="http://schemas.openxmlformats.org/drawingml/2006/main">
              <a:ext uri="{FF2B5EF4-FFF2-40B4-BE49-F238E27FC236}">
                <a16:creationId xmlns:a16="http://schemas.microsoft.com/office/drawing/2014/main" id="{58A990E5-1963-4817-956C-902D0E62B7AB}"/>
              </a:ext>
            </a:extLst>
          </p:cNvPr>
          <p:cNvSpPr>
            <a:spLocks xmlns:a="http://schemas.openxmlformats.org/drawingml/2006/main" noGrp="1"/>
          </p:cNvSpPr>
          <p:nvPr/>
        </p:nvSpPr>
        <p:spPr>
          <a:xfrm xmlns:a="http://schemas.openxmlformats.org/drawingml/2006/main">
            <a:off x="5196840" y="2647950"/>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Scope + rate</a:t>
            </a:r>
          </a:p>
        </p:txBody>
      </p:sp>
      <p:sp>
        <p:nvSpPr>
          <p:cNvPr id="23" name="">
            <a:extLst xmlns:a="http://schemas.openxmlformats.org/drawingml/2006/main">
              <a:ext uri="{FF2B5EF4-FFF2-40B4-BE49-F238E27FC236}">
                <a16:creationId xmlns:a16="http://schemas.microsoft.com/office/drawing/2014/main" id="{20A1612E-2B78-442B-9014-62CC6F341BA7}"/>
              </a:ext>
            </a:extLst>
          </p:cNvPr>
          <p:cNvSpPr>
            <a:spLocks xmlns:a="http://schemas.openxmlformats.org/drawingml/2006/main" noGrp="1"/>
          </p:cNvSpPr>
          <p:nvPr/>
        </p:nvSpPr>
        <p:spPr>
          <a:xfrm xmlns:a="http://schemas.openxmlformats.org/drawingml/2006/main">
            <a:off x="4892040" y="2366963"/>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E6773D7-8ABD-4E45-BA52-1468B0AD257C}"/>
              </a:ext>
            </a:extLst>
          </p:cNvPr>
          <p:cNvSpPr>
            <a:spLocks xmlns:a="http://schemas.openxmlformats.org/drawingml/2006/main" noGrp="1"/>
          </p:cNvSpPr>
          <p:nvPr/>
        </p:nvSpPr>
        <p:spPr>
          <a:xfrm xmlns:a="http://schemas.openxmlformats.org/drawingml/2006/main">
            <a:off x="7338060" y="1809750"/>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0A6FAF"/>
            </a:solidFill>
            <a:prstDash val="solid"/>
          </a:ln>
        </p:spPr>
      </p:sp>
      <p:sp>
        <p:nvSpPr>
          <p:cNvPr id="25" name="">
            <a:extLst xmlns:a="http://schemas.openxmlformats.org/drawingml/2006/main">
              <a:ext uri="{FF2B5EF4-FFF2-40B4-BE49-F238E27FC236}">
                <a16:creationId xmlns:a16="http://schemas.microsoft.com/office/drawing/2014/main" id="{BAEDAAC5-6D05-476E-AA76-203458F43E06}"/>
              </a:ext>
            </a:extLst>
          </p:cNvPr>
          <p:cNvSpPr>
            <a:spLocks xmlns:a="http://schemas.openxmlformats.org/drawingml/2006/main" noGrp="1"/>
          </p:cNvSpPr>
          <p:nvPr/>
        </p:nvSpPr>
        <p:spPr>
          <a:xfrm xmlns:a="http://schemas.openxmlformats.org/drawingml/2006/main">
            <a:off x="8122920"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ff85221e48194188">
            <a:extLst>
              <a:ext uri="{96DAC541-7B7A-43D3-8B79-37D633B846F1}">
                <asvg:svgBlip xmlns:asvg="http://schemas.microsoft.com/office/drawing/2016/SVG/main" r:embed="Rb2505414993a4c8a"/>
              </a:ext>
            </a:extLst>
          </a:blip>
          <a:stretch xmlns:a="http://schemas.openxmlformats.org/drawingml/2006/main"/>
        </p:blipFill>
        <p:spPr>
          <a:xfrm xmlns:a="http://schemas.openxmlformats.org/drawingml/2006/main">
            <a:off x="8227695" y="20097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D8FE030-DAD8-49CE-9AF8-558ED8D12ABD}"/>
              </a:ext>
            </a:extLst>
          </p:cNvPr>
          <p:cNvSpPr>
            <a:spLocks xmlns:a="http://schemas.openxmlformats.org/drawingml/2006/main" noGrp="1"/>
          </p:cNvSpPr>
          <p:nvPr/>
        </p:nvSpPr>
        <p:spPr>
          <a:xfrm xmlns:a="http://schemas.openxmlformats.org/drawingml/2006/main">
            <a:off x="743331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Recover</a:t>
            </a:r>
          </a:p>
        </p:txBody>
      </p:sp>
      <p:sp>
        <p:nvSpPr>
          <p:cNvPr id="28" name="">
            <a:extLst xmlns:a="http://schemas.openxmlformats.org/drawingml/2006/main">
              <a:ext uri="{FF2B5EF4-FFF2-40B4-BE49-F238E27FC236}">
                <a16:creationId xmlns:a16="http://schemas.microsoft.com/office/drawing/2014/main" id="{C204BDC4-4F27-42F2-A961-5589DC3998B9}"/>
              </a:ext>
            </a:extLst>
          </p:cNvPr>
          <p:cNvSpPr>
            <a:spLocks xmlns:a="http://schemas.openxmlformats.org/drawingml/2006/main" noGrp="1"/>
          </p:cNvSpPr>
          <p:nvPr/>
        </p:nvSpPr>
        <p:spPr>
          <a:xfrm xmlns:a="http://schemas.openxmlformats.org/drawingml/2006/main">
            <a:off x="7452360" y="2647950"/>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Checkpoint + plan</a:t>
            </a:r>
          </a:p>
        </p:txBody>
      </p:sp>
      <p:sp>
        <p:nvSpPr>
          <p:cNvPr id="29" name="">
            <a:extLst xmlns:a="http://schemas.openxmlformats.org/drawingml/2006/main">
              <a:ext uri="{FF2B5EF4-FFF2-40B4-BE49-F238E27FC236}">
                <a16:creationId xmlns:a16="http://schemas.microsoft.com/office/drawing/2014/main" id="{4A9D50A1-B7BE-46ED-8BD7-0A331481472E}"/>
              </a:ext>
            </a:extLst>
          </p:cNvPr>
          <p:cNvSpPr>
            <a:spLocks xmlns:a="http://schemas.openxmlformats.org/drawingml/2006/main" noGrp="1"/>
          </p:cNvSpPr>
          <p:nvPr/>
        </p:nvSpPr>
        <p:spPr>
          <a:xfrm xmlns:a="http://schemas.openxmlformats.org/drawingml/2006/main">
            <a:off x="7147560" y="2366963"/>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DF3B1BE-DCA7-4A61-B171-E803867A40E0}"/>
              </a:ext>
            </a:extLst>
          </p:cNvPr>
          <p:cNvSpPr>
            <a:spLocks xmlns:a="http://schemas.openxmlformats.org/drawingml/2006/main" noGrp="1"/>
          </p:cNvSpPr>
          <p:nvPr/>
        </p:nvSpPr>
        <p:spPr>
          <a:xfrm xmlns:a="http://schemas.openxmlformats.org/drawingml/2006/main">
            <a:off x="9593580" y="1809750"/>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5E4B3B7E-3263-4035-A14A-4D042339EA5E}"/>
              </a:ext>
            </a:extLst>
          </p:cNvPr>
          <p:cNvSpPr>
            <a:spLocks xmlns:a="http://schemas.openxmlformats.org/drawingml/2006/main" noGrp="1"/>
          </p:cNvSpPr>
          <p:nvPr/>
        </p:nvSpPr>
        <p:spPr>
          <a:xfrm xmlns:a="http://schemas.openxmlformats.org/drawingml/2006/main">
            <a:off x="10378440"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098fd7936e3a4dc9">
            <a:extLst>
              <a:ext uri="{96DAC541-7B7A-43D3-8B79-37D633B846F1}">
                <asvg:svgBlip xmlns:asvg="http://schemas.microsoft.com/office/drawing/2016/SVG/main" r:embed="R5ff5344c6e9143e5"/>
              </a:ext>
            </a:extLst>
          </a:blip>
          <a:stretch xmlns:a="http://schemas.openxmlformats.org/drawingml/2006/main"/>
        </p:blipFill>
        <p:spPr>
          <a:xfrm xmlns:a="http://schemas.openxmlformats.org/drawingml/2006/main">
            <a:off x="10483215" y="200977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40663D17-3F0B-4C63-9E2F-7778B2D197F7}"/>
              </a:ext>
            </a:extLst>
          </p:cNvPr>
          <p:cNvSpPr>
            <a:spLocks xmlns:a="http://schemas.openxmlformats.org/drawingml/2006/main" noGrp="1"/>
          </p:cNvSpPr>
          <p:nvPr/>
        </p:nvSpPr>
        <p:spPr>
          <a:xfrm xmlns:a="http://schemas.openxmlformats.org/drawingml/2006/main">
            <a:off x="968883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Verify</a:t>
            </a:r>
          </a:p>
        </p:txBody>
      </p:sp>
      <p:sp>
        <p:nvSpPr>
          <p:cNvPr id="34" name="">
            <a:extLst xmlns:a="http://schemas.openxmlformats.org/drawingml/2006/main">
              <a:ext uri="{FF2B5EF4-FFF2-40B4-BE49-F238E27FC236}">
                <a16:creationId xmlns:a16="http://schemas.microsoft.com/office/drawing/2014/main" id="{07D3FFAE-F178-4C90-BC7D-6D2BDD31A086}"/>
              </a:ext>
            </a:extLst>
          </p:cNvPr>
          <p:cNvSpPr>
            <a:spLocks xmlns:a="http://schemas.openxmlformats.org/drawingml/2006/main" noGrp="1"/>
          </p:cNvSpPr>
          <p:nvPr/>
        </p:nvSpPr>
        <p:spPr>
          <a:xfrm xmlns:a="http://schemas.openxmlformats.org/drawingml/2006/main">
            <a:off x="9707880" y="2647950"/>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State + service</a:t>
            </a:r>
          </a:p>
        </p:txBody>
      </p:sp>
      <p:sp>
        <p:nvSpPr>
          <p:cNvPr id="35" name="">
            <a:extLst xmlns:a="http://schemas.openxmlformats.org/drawingml/2006/main">
              <a:ext uri="{FF2B5EF4-FFF2-40B4-BE49-F238E27FC236}">
                <a16:creationId xmlns:a16="http://schemas.microsoft.com/office/drawing/2014/main" id="{82099FB5-C70C-4558-B56B-96BA9016F16B}"/>
              </a:ext>
            </a:extLst>
          </p:cNvPr>
          <p:cNvSpPr>
            <a:spLocks xmlns:a="http://schemas.openxmlformats.org/drawingml/2006/main" noGrp="1"/>
          </p:cNvSpPr>
          <p:nvPr/>
        </p:nvSpPr>
        <p:spPr>
          <a:xfrm xmlns:a="http://schemas.openxmlformats.org/drawingml/2006/main">
            <a:off x="9403080" y="2366963"/>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79A128E-6381-4E6D-876C-55B60679F201}"/>
              </a:ext>
            </a:extLst>
          </p:cNvPr>
          <p:cNvSpPr>
            <a:spLocks xmlns:a="http://schemas.openxmlformats.org/drawingml/2006/main" noGrp="1"/>
          </p:cNvSpPr>
          <p:nvPr/>
        </p:nvSpPr>
        <p:spPr>
          <a:xfrm xmlns:a="http://schemas.openxmlformats.org/drawingml/2006/main">
            <a:off x="1428750" y="3762375"/>
            <a:ext cx="9334500"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9461C3E3-AFF3-49ED-B7AB-08E4D9889902}"/>
              </a:ext>
            </a:extLst>
          </p:cNvPr>
          <p:cNvSpPr>
            <a:spLocks xmlns:a="http://schemas.openxmlformats.org/drawingml/2006/main" noGrp="1"/>
          </p:cNvSpPr>
          <p:nvPr/>
        </p:nvSpPr>
        <p:spPr>
          <a:xfrm xmlns:a="http://schemas.openxmlformats.org/drawingml/2006/main">
            <a:off x="1714500" y="39433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F28C28"/>
                </a:solidFill>
                <a:latin typeface="Helvetica Neue"/>
                <a:ea typeface="Helvetica Neue"/>
                <a:cs typeface="Helvetica Neue"/>
              </a:defRPr>
            </a:pPr>
            <a:r>
              <a:rPr sz="1425" b="1">
                <a:solidFill>
                  <a:srgbClr val="F28C28"/>
                </a:solidFill>
                <a:latin typeface="Helvetica Neue"/>
                <a:ea typeface="Helvetica Neue"/>
                <a:cs typeface="Helvetica Neue"/>
              </a:rPr>
              <a:t>Known failure</a:t>
            </a:r>
          </a:p>
        </p:txBody>
      </p:sp>
      <p:sp>
        <p:nvSpPr>
          <p:cNvPr id="38" name="">
            <a:extLst xmlns:a="http://schemas.openxmlformats.org/drawingml/2006/main">
              <a:ext uri="{FF2B5EF4-FFF2-40B4-BE49-F238E27FC236}">
                <a16:creationId xmlns:a16="http://schemas.microsoft.com/office/drawing/2014/main" id="{E320C3D8-7860-4907-B26D-99779DDFC523}"/>
              </a:ext>
            </a:extLst>
          </p:cNvPr>
          <p:cNvSpPr>
            <a:spLocks xmlns:a="http://schemas.openxmlformats.org/drawingml/2006/main" noGrp="1"/>
          </p:cNvSpPr>
          <p:nvPr/>
        </p:nvSpPr>
        <p:spPr>
          <a:xfrm xmlns:a="http://schemas.openxmlformats.org/drawingml/2006/main">
            <a:off x="4953000" y="39433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Unknown outcome</a:t>
            </a:r>
          </a:p>
        </p:txBody>
      </p:sp>
      <p:sp>
        <p:nvSpPr>
          <p:cNvPr id="39" name="">
            <a:extLst xmlns:a="http://schemas.openxmlformats.org/drawingml/2006/main">
              <a:ext uri="{FF2B5EF4-FFF2-40B4-BE49-F238E27FC236}">
                <a16:creationId xmlns:a16="http://schemas.microsoft.com/office/drawing/2014/main" id="{694BB428-3A96-4BE2-9C6B-6D64C7D4584C}"/>
              </a:ext>
            </a:extLst>
          </p:cNvPr>
          <p:cNvSpPr>
            <a:spLocks xmlns:a="http://schemas.openxmlformats.org/drawingml/2006/main" noGrp="1"/>
          </p:cNvSpPr>
          <p:nvPr/>
        </p:nvSpPr>
        <p:spPr>
          <a:xfrm xmlns:a="http://schemas.openxmlformats.org/drawingml/2006/main">
            <a:off x="8191500" y="39433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E9B65"/>
                </a:solidFill>
                <a:latin typeface="Helvetica Neue"/>
                <a:ea typeface="Helvetica Neue"/>
                <a:cs typeface="Helvetica Neue"/>
              </a:defRPr>
            </a:pPr>
            <a:r>
              <a:rPr sz="1425" b="1">
                <a:solidFill>
                  <a:srgbClr val="1E9B65"/>
                </a:solidFill>
                <a:latin typeface="Helvetica Neue"/>
                <a:ea typeface="Helvetica Neue"/>
                <a:cs typeface="Helvetica Neue"/>
              </a:rPr>
              <a:t>Verified outcome</a:t>
            </a:r>
          </a:p>
        </p:txBody>
      </p:sp>
      <p:sp>
        <p:nvSpPr>
          <p:cNvPr id="40" name="">
            <a:extLst xmlns:a="http://schemas.openxmlformats.org/drawingml/2006/main">
              <a:ext uri="{FF2B5EF4-FFF2-40B4-BE49-F238E27FC236}">
                <a16:creationId xmlns:a16="http://schemas.microsoft.com/office/drawing/2014/main" id="{AC882954-B602-4EAB-A33C-1F59D26446C9}"/>
              </a:ext>
            </a:extLst>
          </p:cNvPr>
          <p:cNvSpPr>
            <a:spLocks xmlns:a="http://schemas.openxmlformats.org/drawingml/2006/main" noGrp="1"/>
          </p:cNvSpPr>
          <p:nvPr/>
        </p:nvSpPr>
        <p:spPr>
          <a:xfrm xmlns:a="http://schemas.openxmlformats.org/drawingml/2006/main">
            <a:off x="1714500" y="4352925"/>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Correct and retry</a:t>
            </a:r>
          </a:p>
        </p:txBody>
      </p:sp>
      <p:sp>
        <p:nvSpPr>
          <p:cNvPr id="41" name="">
            <a:extLst xmlns:a="http://schemas.openxmlformats.org/drawingml/2006/main">
              <a:ext uri="{FF2B5EF4-FFF2-40B4-BE49-F238E27FC236}">
                <a16:creationId xmlns:a16="http://schemas.microsoft.com/office/drawing/2014/main" id="{0E7CC574-12DE-4C47-A5D8-5FAC28D3BF7C}"/>
              </a:ext>
            </a:extLst>
          </p:cNvPr>
          <p:cNvSpPr>
            <a:spLocks xmlns:a="http://schemas.openxmlformats.org/drawingml/2006/main" noGrp="1"/>
          </p:cNvSpPr>
          <p:nvPr/>
        </p:nvSpPr>
        <p:spPr>
          <a:xfrm xmlns:a="http://schemas.openxmlformats.org/drawingml/2006/main">
            <a:off x="4953000" y="4352925"/>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Rediscover before action</a:t>
            </a:r>
          </a:p>
        </p:txBody>
      </p:sp>
      <p:sp>
        <p:nvSpPr>
          <p:cNvPr id="42" name="">
            <a:extLst xmlns:a="http://schemas.openxmlformats.org/drawingml/2006/main">
              <a:ext uri="{FF2B5EF4-FFF2-40B4-BE49-F238E27FC236}">
                <a16:creationId xmlns:a16="http://schemas.microsoft.com/office/drawing/2014/main" id="{FE7334E7-4046-4340-B1F9-29AFBCC7AB29}"/>
              </a:ext>
            </a:extLst>
          </p:cNvPr>
          <p:cNvSpPr>
            <a:spLocks xmlns:a="http://schemas.openxmlformats.org/drawingml/2006/main" noGrp="1"/>
          </p:cNvSpPr>
          <p:nvPr/>
        </p:nvSpPr>
        <p:spPr>
          <a:xfrm xmlns:a="http://schemas.openxmlformats.org/drawingml/2006/main">
            <a:off x="8191500" y="4352925"/>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Record evidence</a:t>
            </a:r>
          </a:p>
        </p:txBody>
      </p:sp>
      <p:sp>
        <p:nvSpPr>
          <p:cNvPr id="43" name="">
            <a:extLst xmlns:a="http://schemas.openxmlformats.org/drawingml/2006/main">
              <a:ext uri="{FF2B5EF4-FFF2-40B4-BE49-F238E27FC236}">
                <a16:creationId xmlns:a16="http://schemas.microsoft.com/office/drawing/2014/main" id="{1DB360EA-47BD-4350-9049-E390C0697FA0}"/>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A6403790-C386-45EB-9E44-05FBB3EC3889}"/>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ECB1DD4-4E41-4E91-98A8-DAFB0B99AC79}"/>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Safe automation is designed to stop, explain, and recover.</a:t>
            </a:r>
          </a:p>
        </p:txBody>
      </p:sp>
    </p:spTree>
    <p:extLst>
      <p:ext uri="{BB962C8B-B14F-4D97-AF65-F5344CB8AC3E}">
        <p14:creationId xmlns:p14="http://schemas.microsoft.com/office/powerpoint/2010/main" val="47862955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DF3105C-CC9A-45D2-9B6E-5C2FF0237CBF}"/>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48DB61-6C0D-4612-90A7-84410D0E40A0}"/>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7F11D6-8A52-4703-9EEF-AE83F26BE372}"/>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9FB4E9EA-893E-493A-9BA4-2368174F7AEE}"/>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Testing</a:t>
            </a:r>
          </a:p>
        </p:txBody>
      </p:sp>
      <p:sp>
        <p:nvSpPr>
          <p:cNvPr id="5" name="">
            <a:extLst xmlns:a="http://schemas.openxmlformats.org/drawingml/2006/main">
              <a:ext uri="{FF2B5EF4-FFF2-40B4-BE49-F238E27FC236}">
                <a16:creationId xmlns:a16="http://schemas.microsoft.com/office/drawing/2014/main" id="{79A708E7-C0FA-4EA3-AC23-15F74B2A0C05}"/>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Move defects left; preserve reality on the right</a:t>
            </a:r>
          </a:p>
        </p:txBody>
      </p:sp>
      <p:sp>
        <p:nvSpPr>
          <p:cNvPr id="6" name="">
            <a:extLst xmlns:a="http://schemas.openxmlformats.org/drawingml/2006/main">
              <a:ext uri="{FF2B5EF4-FFF2-40B4-BE49-F238E27FC236}">
                <a16:creationId xmlns:a16="http://schemas.microsoft.com/office/drawing/2014/main" id="{D4B1E1F9-B59F-4CAC-BFA1-5BED668E64E5}"/>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9682BE-7B15-4CBF-B707-DD88B2BE0592}"/>
              </a:ext>
            </a:extLst>
          </p:cNvPr>
          <p:cNvSpPr>
            <a:spLocks xmlns:a="http://schemas.openxmlformats.org/drawingml/2006/main" noGrp="1"/>
          </p:cNvSpPr>
          <p:nvPr/>
        </p:nvSpPr>
        <p:spPr>
          <a:xfrm xmlns:a="http://schemas.openxmlformats.org/drawingml/2006/main">
            <a:off x="1238250" y="4905375"/>
            <a:ext cx="9715500" cy="552450"/>
          </a:xfrm>
          <a:prstGeom xmlns:a="http://schemas.openxmlformats.org/drawingml/2006/main" prst="roundRect">
            <a:avLst>
              <a:gd name="adj" fmla="val 13793"/>
            </a:avLst>
          </a:prstGeom>
          <a:solidFill xmlns:a="http://schemas.openxmlformats.org/drawingml/2006/main">
            <a:srgbClr val="0A6FA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FC7E66-B824-48B5-B4E4-BCB48E288B1F}"/>
              </a:ext>
            </a:extLst>
          </p:cNvPr>
          <p:cNvSpPr>
            <a:spLocks xmlns:a="http://schemas.openxmlformats.org/drawingml/2006/main" noGrp="1"/>
          </p:cNvSpPr>
          <p:nvPr/>
        </p:nvSpPr>
        <p:spPr>
          <a:xfrm xmlns:a="http://schemas.openxmlformats.org/drawingml/2006/main">
            <a:off x="1428750" y="4972050"/>
            <a:ext cx="4371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Unit</a:t>
            </a:r>
          </a:p>
        </p:txBody>
      </p:sp>
      <p:sp>
        <p:nvSpPr>
          <p:cNvPr id="9" name="">
            <a:extLst xmlns:a="http://schemas.openxmlformats.org/drawingml/2006/main">
              <a:ext uri="{FF2B5EF4-FFF2-40B4-BE49-F238E27FC236}">
                <a16:creationId xmlns:a16="http://schemas.microsoft.com/office/drawing/2014/main" id="{6DA8D194-A24A-415B-8F04-1BFC2228FF43}"/>
              </a:ext>
            </a:extLst>
          </p:cNvPr>
          <p:cNvSpPr>
            <a:spLocks xmlns:a="http://schemas.openxmlformats.org/drawingml/2006/main" noGrp="1"/>
          </p:cNvSpPr>
          <p:nvPr/>
        </p:nvSpPr>
        <p:spPr>
          <a:xfrm xmlns:a="http://schemas.openxmlformats.org/drawingml/2006/main">
            <a:off x="5610225" y="49720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Fast • many</a:t>
            </a:r>
          </a:p>
        </p:txBody>
      </p:sp>
      <p:sp>
        <p:nvSpPr>
          <p:cNvPr id="10" name="">
            <a:extLst xmlns:a="http://schemas.openxmlformats.org/drawingml/2006/main">
              <a:ext uri="{FF2B5EF4-FFF2-40B4-BE49-F238E27FC236}">
                <a16:creationId xmlns:a16="http://schemas.microsoft.com/office/drawing/2014/main" id="{E289E2CD-1426-4311-A54D-026294E6DF62}"/>
              </a:ext>
            </a:extLst>
          </p:cNvPr>
          <p:cNvSpPr>
            <a:spLocks xmlns:a="http://schemas.openxmlformats.org/drawingml/2006/main" noGrp="1"/>
          </p:cNvSpPr>
          <p:nvPr/>
        </p:nvSpPr>
        <p:spPr>
          <a:xfrm xmlns:a="http://schemas.openxmlformats.org/drawingml/2006/main">
            <a:off x="2238375" y="4143375"/>
            <a:ext cx="7715250" cy="552450"/>
          </a:xfrm>
          <a:prstGeom xmlns:a="http://schemas.openxmlformats.org/drawingml/2006/main" prst="roundRect">
            <a:avLst>
              <a:gd name="adj" fmla="val 13793"/>
            </a:avLst>
          </a:prstGeom>
          <a:solidFill xmlns:a="http://schemas.openxmlformats.org/drawingml/2006/main">
            <a:srgbClr val="118B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80C119-7156-4474-9158-3C2AE72E59F4}"/>
              </a:ext>
            </a:extLst>
          </p:cNvPr>
          <p:cNvSpPr>
            <a:spLocks xmlns:a="http://schemas.openxmlformats.org/drawingml/2006/main" noGrp="1"/>
          </p:cNvSpPr>
          <p:nvPr/>
        </p:nvSpPr>
        <p:spPr>
          <a:xfrm xmlns:a="http://schemas.openxmlformats.org/drawingml/2006/main">
            <a:off x="2428875" y="4210050"/>
            <a:ext cx="34718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Schema + policy</a:t>
            </a:r>
          </a:p>
        </p:txBody>
      </p:sp>
      <p:sp>
        <p:nvSpPr>
          <p:cNvPr id="12" name="">
            <a:extLst xmlns:a="http://schemas.openxmlformats.org/drawingml/2006/main">
              <a:ext uri="{FF2B5EF4-FFF2-40B4-BE49-F238E27FC236}">
                <a16:creationId xmlns:a16="http://schemas.microsoft.com/office/drawing/2014/main" id="{8FD51A21-F23A-4C5C-897A-77979CF20173}"/>
              </a:ext>
            </a:extLst>
          </p:cNvPr>
          <p:cNvSpPr>
            <a:spLocks xmlns:a="http://schemas.openxmlformats.org/drawingml/2006/main" noGrp="1"/>
          </p:cNvSpPr>
          <p:nvPr/>
        </p:nvSpPr>
        <p:spPr>
          <a:xfrm xmlns:a="http://schemas.openxmlformats.org/drawingml/2006/main">
            <a:off x="5710238" y="4210050"/>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Intent and constraints</a:t>
            </a:r>
          </a:p>
        </p:txBody>
      </p:sp>
      <p:sp>
        <p:nvSpPr>
          <p:cNvPr id="13" name="">
            <a:extLst xmlns:a="http://schemas.openxmlformats.org/drawingml/2006/main">
              <a:ext uri="{FF2B5EF4-FFF2-40B4-BE49-F238E27FC236}">
                <a16:creationId xmlns:a16="http://schemas.microsoft.com/office/drawing/2014/main" id="{1D3A68D2-9E7A-4E5D-87F6-196286C05A2D}"/>
              </a:ext>
            </a:extLst>
          </p:cNvPr>
          <p:cNvSpPr>
            <a:spLocks xmlns:a="http://schemas.openxmlformats.org/drawingml/2006/main" noGrp="1"/>
          </p:cNvSpPr>
          <p:nvPr/>
        </p:nvSpPr>
        <p:spPr>
          <a:xfrm xmlns:a="http://schemas.openxmlformats.org/drawingml/2006/main">
            <a:off x="3238500" y="3381375"/>
            <a:ext cx="5715000" cy="552450"/>
          </a:xfrm>
          <a:prstGeom xmlns:a="http://schemas.openxmlformats.org/drawingml/2006/main" prst="roundRect">
            <a:avLst>
              <a:gd name="adj" fmla="val 13793"/>
            </a:avLst>
          </a:prstGeom>
          <a:solidFill xmlns:a="http://schemas.openxmlformats.org/drawingml/2006/main">
            <a:srgbClr val="6657B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0A6F2CA-C1C6-460B-8D17-5AEC698CADDA}"/>
              </a:ext>
            </a:extLst>
          </p:cNvPr>
          <p:cNvSpPr>
            <a:spLocks xmlns:a="http://schemas.openxmlformats.org/drawingml/2006/main" noGrp="1"/>
          </p:cNvSpPr>
          <p:nvPr/>
        </p:nvSpPr>
        <p:spPr>
          <a:xfrm xmlns:a="http://schemas.openxmlformats.org/drawingml/2006/main">
            <a:off x="3429000" y="34480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Fixtures + mocks</a:t>
            </a:r>
          </a:p>
        </p:txBody>
      </p:sp>
      <p:sp>
        <p:nvSpPr>
          <p:cNvPr id="15" name="">
            <a:extLst xmlns:a="http://schemas.openxmlformats.org/drawingml/2006/main">
              <a:ext uri="{FF2B5EF4-FFF2-40B4-BE49-F238E27FC236}">
                <a16:creationId xmlns:a16="http://schemas.microsoft.com/office/drawing/2014/main" id="{9C0862B4-F16C-4521-8A8E-4ADBC0AC3D2C}"/>
              </a:ext>
            </a:extLst>
          </p:cNvPr>
          <p:cNvSpPr>
            <a:spLocks xmlns:a="http://schemas.openxmlformats.org/drawingml/2006/main" noGrp="1"/>
          </p:cNvSpPr>
          <p:nvPr/>
        </p:nvSpPr>
        <p:spPr>
          <a:xfrm xmlns:a="http://schemas.openxmlformats.org/drawingml/2006/main">
            <a:off x="5810250" y="34480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Interface behavior</a:t>
            </a:r>
          </a:p>
        </p:txBody>
      </p:sp>
      <p:sp>
        <p:nvSpPr>
          <p:cNvPr id="16" name="">
            <a:extLst xmlns:a="http://schemas.openxmlformats.org/drawingml/2006/main">
              <a:ext uri="{FF2B5EF4-FFF2-40B4-BE49-F238E27FC236}">
                <a16:creationId xmlns:a16="http://schemas.microsoft.com/office/drawing/2014/main" id="{B1851413-06CA-4CA4-BBF4-D89EB5838ED6}"/>
              </a:ext>
            </a:extLst>
          </p:cNvPr>
          <p:cNvSpPr>
            <a:spLocks xmlns:a="http://schemas.openxmlformats.org/drawingml/2006/main" noGrp="1"/>
          </p:cNvSpPr>
          <p:nvPr/>
        </p:nvSpPr>
        <p:spPr>
          <a:xfrm xmlns:a="http://schemas.openxmlformats.org/drawingml/2006/main">
            <a:off x="4238625" y="2619375"/>
            <a:ext cx="3714750" cy="552450"/>
          </a:xfrm>
          <a:prstGeom xmlns:a="http://schemas.openxmlformats.org/drawingml/2006/main" prst="roundRect">
            <a:avLst>
              <a:gd name="adj" fmla="val 13793"/>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56601CE-D557-445F-9F8C-793E202B09D0}"/>
              </a:ext>
            </a:extLst>
          </p:cNvPr>
          <p:cNvSpPr>
            <a:spLocks xmlns:a="http://schemas.openxmlformats.org/drawingml/2006/main" noGrp="1"/>
          </p:cNvSpPr>
          <p:nvPr/>
        </p:nvSpPr>
        <p:spPr>
          <a:xfrm xmlns:a="http://schemas.openxmlformats.org/drawingml/2006/main">
            <a:off x="4429125" y="2686050"/>
            <a:ext cx="167163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Sandbox</a:t>
            </a:r>
          </a:p>
        </p:txBody>
      </p:sp>
      <p:sp>
        <p:nvSpPr>
          <p:cNvPr id="18" name="">
            <a:extLst xmlns:a="http://schemas.openxmlformats.org/drawingml/2006/main">
              <a:ext uri="{FF2B5EF4-FFF2-40B4-BE49-F238E27FC236}">
                <a16:creationId xmlns:a16="http://schemas.microsoft.com/office/drawing/2014/main" id="{CC59A69D-820C-45C0-A777-A035793E49A2}"/>
              </a:ext>
            </a:extLst>
          </p:cNvPr>
          <p:cNvSpPr>
            <a:spLocks xmlns:a="http://schemas.openxmlformats.org/drawingml/2006/main" noGrp="1"/>
          </p:cNvSpPr>
          <p:nvPr/>
        </p:nvSpPr>
        <p:spPr>
          <a:xfrm xmlns:a="http://schemas.openxmlformats.org/drawingml/2006/main">
            <a:off x="5910263" y="26860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47"/>
          </a:bodyPr>
          <a:lstStyle xmlns:a="http://schemas.openxmlformats.org/drawingml/2006/main"/>
          <a:p xmlns:a="http://schemas.openxmlformats.org/drawingml/2006/main">
            <a:pPr algn="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Real platform interaction</a:t>
            </a:r>
          </a:p>
        </p:txBody>
      </p:sp>
      <p:sp>
        <p:nvSpPr>
          <p:cNvPr id="19" name="">
            <a:extLst xmlns:a="http://schemas.openxmlformats.org/drawingml/2006/main">
              <a:ext uri="{FF2B5EF4-FFF2-40B4-BE49-F238E27FC236}">
                <a16:creationId xmlns:a16="http://schemas.microsoft.com/office/drawing/2014/main" id="{5CEF4574-45AA-4EC8-8D61-AF62C09B8BB8}"/>
              </a:ext>
            </a:extLst>
          </p:cNvPr>
          <p:cNvSpPr>
            <a:spLocks xmlns:a="http://schemas.openxmlformats.org/drawingml/2006/main" noGrp="1"/>
          </p:cNvSpPr>
          <p:nvPr/>
        </p:nvSpPr>
        <p:spPr>
          <a:xfrm xmlns:a="http://schemas.openxmlformats.org/drawingml/2006/main">
            <a:off x="4953000" y="1857375"/>
            <a:ext cx="2286000" cy="552450"/>
          </a:xfrm>
          <a:prstGeom xmlns:a="http://schemas.openxmlformats.org/drawingml/2006/main" prst="roundRect">
            <a:avLst>
              <a:gd name="adj" fmla="val 13793"/>
            </a:avLst>
          </a:prstGeom>
          <a:solidFill xmlns:a="http://schemas.openxmlformats.org/drawingml/2006/main">
            <a:srgbClr val="1E9B6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A5FF4F8-C75C-4202-BB70-8F0A06B4A772}"/>
              </a:ext>
            </a:extLst>
          </p:cNvPr>
          <p:cNvSpPr>
            <a:spLocks xmlns:a="http://schemas.openxmlformats.org/drawingml/2006/main" noGrp="1"/>
          </p:cNvSpPr>
          <p:nvPr/>
        </p:nvSpPr>
        <p:spPr>
          <a:xfrm xmlns:a="http://schemas.openxmlformats.org/drawingml/2006/main">
            <a:off x="5143500" y="1924050"/>
            <a:ext cx="102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5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Production checks</a:t>
            </a:r>
          </a:p>
        </p:txBody>
      </p:sp>
      <p:sp>
        <p:nvSpPr>
          <p:cNvPr id="21" name="">
            <a:extLst xmlns:a="http://schemas.openxmlformats.org/drawingml/2006/main">
              <a:ext uri="{FF2B5EF4-FFF2-40B4-BE49-F238E27FC236}">
                <a16:creationId xmlns:a16="http://schemas.microsoft.com/office/drawing/2014/main" id="{F30971B5-6A29-4E56-AD6E-3A3001031CB7}"/>
              </a:ext>
            </a:extLst>
          </p:cNvPr>
          <p:cNvSpPr>
            <a:spLocks xmlns:a="http://schemas.openxmlformats.org/drawingml/2006/main" noGrp="1"/>
          </p:cNvSpPr>
          <p:nvPr/>
        </p:nvSpPr>
        <p:spPr>
          <a:xfrm xmlns:a="http://schemas.openxmlformats.org/drawingml/2006/main">
            <a:off x="5981700" y="19240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Bounded acceptance</a:t>
            </a:r>
          </a:p>
        </p:txBody>
      </p:sp>
      <p:sp>
        <p:nvSpPr>
          <p:cNvPr id="22" name="">
            <a:extLst xmlns:a="http://schemas.openxmlformats.org/drawingml/2006/main">
              <a:ext uri="{FF2B5EF4-FFF2-40B4-BE49-F238E27FC236}">
                <a16:creationId xmlns:a16="http://schemas.microsoft.com/office/drawing/2014/main" id="{E7CA52BC-1070-4E78-A53D-C215C767A0AA}"/>
              </a:ext>
            </a:extLst>
          </p:cNvPr>
          <p:cNvSpPr>
            <a:spLocks xmlns:a="http://schemas.openxmlformats.org/drawingml/2006/main" noGrp="1"/>
          </p:cNvSpPr>
          <p:nvPr/>
        </p:nvSpPr>
        <p:spPr>
          <a:xfrm xmlns:a="http://schemas.openxmlformats.org/drawingml/2006/main">
            <a:off x="723900" y="55626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46579"/>
                </a:solidFill>
                <a:latin typeface="Helvetica Neue"/>
                <a:ea typeface="Helvetica Neue"/>
                <a:cs typeface="Helvetica Neue"/>
              </a:defRPr>
            </a:pPr>
            <a:r>
              <a:rPr sz="1125" b="1">
                <a:solidFill>
                  <a:srgbClr val="546579"/>
                </a:solidFill>
                <a:latin typeface="Helvetica Neue"/>
                <a:ea typeface="Helvetica Neue"/>
                <a:cs typeface="Helvetica Neue"/>
              </a:rPr>
              <a:t>Faster feedback</a:t>
            </a:r>
          </a:p>
        </p:txBody>
      </p:sp>
      <p:sp>
        <p:nvSpPr>
          <p:cNvPr id="23" name="">
            <a:extLst xmlns:a="http://schemas.openxmlformats.org/drawingml/2006/main">
              <a:ext uri="{FF2B5EF4-FFF2-40B4-BE49-F238E27FC236}">
                <a16:creationId xmlns:a16="http://schemas.microsoft.com/office/drawing/2014/main" id="{9A0596DF-DD43-429F-8252-4D6057687EF7}"/>
              </a:ext>
            </a:extLst>
          </p:cNvPr>
          <p:cNvSpPr>
            <a:spLocks xmlns:a="http://schemas.openxmlformats.org/drawingml/2006/main" noGrp="1"/>
          </p:cNvSpPr>
          <p:nvPr/>
        </p:nvSpPr>
        <p:spPr>
          <a:xfrm xmlns:a="http://schemas.openxmlformats.org/drawingml/2006/main">
            <a:off x="9906000" y="19431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1">
                <a:solidFill>
                  <a:srgbClr val="546579"/>
                </a:solidFill>
                <a:latin typeface="Helvetica Neue"/>
                <a:ea typeface="Helvetica Neue"/>
                <a:cs typeface="Helvetica Neue"/>
              </a:defRPr>
            </a:pPr>
            <a:r>
              <a:rPr sz="1125" b="1">
                <a:solidFill>
                  <a:srgbClr val="546579"/>
                </a:solidFill>
                <a:latin typeface="Helvetica Neue"/>
                <a:ea typeface="Helvetica Neue"/>
                <a:cs typeface="Helvetica Neue"/>
              </a:rPr>
              <a:t>Higher fidelity</a:t>
            </a:r>
          </a:p>
        </p:txBody>
      </p:sp>
      <p:sp>
        <p:nvSpPr>
          <p:cNvPr id="24" name="">
            <a:extLst xmlns:a="http://schemas.openxmlformats.org/drawingml/2006/main">
              <a:ext uri="{FF2B5EF4-FFF2-40B4-BE49-F238E27FC236}">
                <a16:creationId xmlns:a16="http://schemas.microsoft.com/office/drawing/2014/main" id="{2F0D43BB-EC06-4742-AFE2-1E80CB2B448A}"/>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1A049EB-1B22-4025-9CF5-1E4A3DDCDB7F}"/>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2BDA2DD-129A-4C18-9168-3927B8B78695}"/>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No single test layer can prove the whole outcome.</a:t>
            </a:r>
          </a:p>
        </p:txBody>
      </p:sp>
    </p:spTree>
    <p:extLst>
      <p:ext uri="{BB962C8B-B14F-4D97-AF65-F5344CB8AC3E}">
        <p14:creationId xmlns:p14="http://schemas.microsoft.com/office/powerpoint/2010/main" val="91316249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E0A1DDD-7AA1-49E4-B4FA-B7069AF88B81}"/>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A93BDF-011F-403F-94B0-35EF0FD02339}"/>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40EA8A-084D-4EE0-B651-540D90A33DB1}"/>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12577F60-A4D3-4A4D-9A78-5EE63FD8C064}"/>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Telemetry</a:t>
            </a:r>
          </a:p>
        </p:txBody>
      </p:sp>
      <p:sp>
        <p:nvSpPr>
          <p:cNvPr id="5" name="">
            <a:extLst xmlns:a="http://schemas.openxmlformats.org/drawingml/2006/main">
              <a:ext uri="{FF2B5EF4-FFF2-40B4-BE49-F238E27FC236}">
                <a16:creationId xmlns:a16="http://schemas.microsoft.com/office/drawing/2014/main" id="{76583B57-186A-4E36-997A-212B08295EEF}"/>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From periodic polling to a continuous evidence stream</a:t>
            </a:r>
          </a:p>
        </p:txBody>
      </p:sp>
      <p:sp>
        <p:nvSpPr>
          <p:cNvPr id="6" name="">
            <a:extLst xmlns:a="http://schemas.openxmlformats.org/drawingml/2006/main">
              <a:ext uri="{FF2B5EF4-FFF2-40B4-BE49-F238E27FC236}">
                <a16:creationId xmlns:a16="http://schemas.microsoft.com/office/drawing/2014/main" id="{C084CC6C-A597-4FE9-8CC3-F1AE6480D9B2}"/>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2AB3EB1-800B-40AD-955A-38D9EEB39E42}"/>
              </a:ext>
            </a:extLst>
          </p:cNvPr>
          <p:cNvSpPr>
            <a:spLocks xmlns:a="http://schemas.openxmlformats.org/drawingml/2006/main" noGrp="1"/>
          </p:cNvSpPr>
          <p:nvPr/>
        </p:nvSpPr>
        <p:spPr>
          <a:xfrm xmlns:a="http://schemas.openxmlformats.org/drawingml/2006/main">
            <a:off x="571500" y="1762125"/>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0A6FAF"/>
            </a:solidFill>
            <a:prstDash val="solid"/>
          </a:ln>
        </p:spPr>
      </p:sp>
      <p:sp>
        <p:nvSpPr>
          <p:cNvPr id="8" name="">
            <a:extLst xmlns:a="http://schemas.openxmlformats.org/drawingml/2006/main">
              <a:ext uri="{FF2B5EF4-FFF2-40B4-BE49-F238E27FC236}">
                <a16:creationId xmlns:a16="http://schemas.microsoft.com/office/drawing/2014/main" id="{2D01EBE7-EB65-41EB-A0AB-AA7713DA16DC}"/>
              </a:ext>
            </a:extLst>
          </p:cNvPr>
          <p:cNvSpPr>
            <a:spLocks xmlns:a="http://schemas.openxmlformats.org/drawingml/2006/main" noGrp="1"/>
          </p:cNvSpPr>
          <p:nvPr/>
        </p:nvSpPr>
        <p:spPr>
          <a:xfrm xmlns:a="http://schemas.openxmlformats.org/drawingml/2006/main">
            <a:off x="1356360" y="1857375"/>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6daac19426924712">
            <a:extLst>
              <a:ext uri="{96DAC541-7B7A-43D3-8B79-37D633B846F1}">
                <asvg:svgBlip xmlns:asvg="http://schemas.microsoft.com/office/drawing/2016/SVG/main" r:embed="R8f83ad54ecaf4ece"/>
              </a:ext>
            </a:extLst>
          </a:blip>
          <a:stretch xmlns:a="http://schemas.openxmlformats.org/drawingml/2006/main"/>
        </p:blipFill>
        <p:spPr>
          <a:xfrm xmlns:a="http://schemas.openxmlformats.org/drawingml/2006/main">
            <a:off x="1461135" y="1962150"/>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4C3D716-39BB-41A6-ACDB-2E5BF42B0140}"/>
              </a:ext>
            </a:extLst>
          </p:cNvPr>
          <p:cNvSpPr>
            <a:spLocks xmlns:a="http://schemas.openxmlformats.org/drawingml/2006/main" noGrp="1"/>
          </p:cNvSpPr>
          <p:nvPr/>
        </p:nvSpPr>
        <p:spPr>
          <a:xfrm xmlns:a="http://schemas.openxmlformats.org/drawingml/2006/main">
            <a:off x="66675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Devices</a:t>
            </a:r>
          </a:p>
        </p:txBody>
      </p:sp>
      <p:sp>
        <p:nvSpPr>
          <p:cNvPr id="11" name="">
            <a:extLst xmlns:a="http://schemas.openxmlformats.org/drawingml/2006/main">
              <a:ext uri="{FF2B5EF4-FFF2-40B4-BE49-F238E27FC236}">
                <a16:creationId xmlns:a16="http://schemas.microsoft.com/office/drawing/2014/main" id="{805CBFAC-924A-4641-9C17-377346F1EBC9}"/>
              </a:ext>
            </a:extLst>
          </p:cNvPr>
          <p:cNvSpPr>
            <a:spLocks xmlns:a="http://schemas.openxmlformats.org/drawingml/2006/main" noGrp="1"/>
          </p:cNvSpPr>
          <p:nvPr/>
        </p:nvSpPr>
        <p:spPr>
          <a:xfrm xmlns:a="http://schemas.openxmlformats.org/drawingml/2006/main">
            <a:off x="685800" y="2600325"/>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Modeled state</a:t>
            </a:r>
          </a:p>
        </p:txBody>
      </p:sp>
      <p:sp>
        <p:nvSpPr>
          <p:cNvPr id="12" name="">
            <a:extLst xmlns:a="http://schemas.openxmlformats.org/drawingml/2006/main">
              <a:ext uri="{FF2B5EF4-FFF2-40B4-BE49-F238E27FC236}">
                <a16:creationId xmlns:a16="http://schemas.microsoft.com/office/drawing/2014/main" id="{30EABE00-152C-4C8C-AB18-BF9A85CBA759}"/>
              </a:ext>
            </a:extLst>
          </p:cNvPr>
          <p:cNvSpPr>
            <a:spLocks xmlns:a="http://schemas.openxmlformats.org/drawingml/2006/main" noGrp="1"/>
          </p:cNvSpPr>
          <p:nvPr/>
        </p:nvSpPr>
        <p:spPr>
          <a:xfrm xmlns:a="http://schemas.openxmlformats.org/drawingml/2006/main">
            <a:off x="2827020" y="1762125"/>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F28C28"/>
            </a:solidFill>
            <a:prstDash val="solid"/>
          </a:ln>
        </p:spPr>
      </p:sp>
      <p:sp>
        <p:nvSpPr>
          <p:cNvPr id="13" name="">
            <a:extLst xmlns:a="http://schemas.openxmlformats.org/drawingml/2006/main">
              <a:ext uri="{FF2B5EF4-FFF2-40B4-BE49-F238E27FC236}">
                <a16:creationId xmlns:a16="http://schemas.microsoft.com/office/drawing/2014/main" id="{40B81BB5-E8E1-4CC4-BA6E-5938645A52A3}"/>
              </a:ext>
            </a:extLst>
          </p:cNvPr>
          <p:cNvSpPr>
            <a:spLocks xmlns:a="http://schemas.openxmlformats.org/drawingml/2006/main" noGrp="1"/>
          </p:cNvSpPr>
          <p:nvPr/>
        </p:nvSpPr>
        <p:spPr>
          <a:xfrm xmlns:a="http://schemas.openxmlformats.org/drawingml/2006/main">
            <a:off x="3611880" y="1857375"/>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89e3c3fa4ea847c3">
            <a:extLst>
              <a:ext uri="{96DAC541-7B7A-43D3-8B79-37D633B846F1}">
                <asvg:svgBlip xmlns:asvg="http://schemas.microsoft.com/office/drawing/2016/SVG/main" r:embed="R0160e44b09f14bf0"/>
              </a:ext>
            </a:extLst>
          </a:blip>
          <a:stretch xmlns:a="http://schemas.openxmlformats.org/drawingml/2006/main"/>
        </p:blipFill>
        <p:spPr>
          <a:xfrm xmlns:a="http://schemas.openxmlformats.org/drawingml/2006/main">
            <a:off x="3716655" y="1962150"/>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582A253-B61E-48EB-A7D1-843FF3ABEF97}"/>
              </a:ext>
            </a:extLst>
          </p:cNvPr>
          <p:cNvSpPr>
            <a:spLocks xmlns:a="http://schemas.openxmlformats.org/drawingml/2006/main" noGrp="1"/>
          </p:cNvSpPr>
          <p:nvPr/>
        </p:nvSpPr>
        <p:spPr>
          <a:xfrm xmlns:a="http://schemas.openxmlformats.org/drawingml/2006/main">
            <a:off x="292227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Subscriptions</a:t>
            </a:r>
          </a:p>
        </p:txBody>
      </p:sp>
      <p:sp>
        <p:nvSpPr>
          <p:cNvPr id="16" name="">
            <a:extLst xmlns:a="http://schemas.openxmlformats.org/drawingml/2006/main">
              <a:ext uri="{FF2B5EF4-FFF2-40B4-BE49-F238E27FC236}">
                <a16:creationId xmlns:a16="http://schemas.microsoft.com/office/drawing/2014/main" id="{F5204A5B-8F62-41A8-8930-7A80A806E0DA}"/>
              </a:ext>
            </a:extLst>
          </p:cNvPr>
          <p:cNvSpPr>
            <a:spLocks xmlns:a="http://schemas.openxmlformats.org/drawingml/2006/main" noGrp="1"/>
          </p:cNvSpPr>
          <p:nvPr/>
        </p:nvSpPr>
        <p:spPr>
          <a:xfrm xmlns:a="http://schemas.openxmlformats.org/drawingml/2006/main">
            <a:off x="2941320" y="2600325"/>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On-change / sample</a:t>
            </a:r>
          </a:p>
        </p:txBody>
      </p:sp>
      <p:sp>
        <p:nvSpPr>
          <p:cNvPr id="17" name="">
            <a:extLst xmlns:a="http://schemas.openxmlformats.org/drawingml/2006/main">
              <a:ext uri="{FF2B5EF4-FFF2-40B4-BE49-F238E27FC236}">
                <a16:creationId xmlns:a16="http://schemas.microsoft.com/office/drawing/2014/main" id="{E07CBCB4-C06B-48E5-AE70-3C429470CB84}"/>
              </a:ext>
            </a:extLst>
          </p:cNvPr>
          <p:cNvSpPr>
            <a:spLocks xmlns:a="http://schemas.openxmlformats.org/drawingml/2006/main" noGrp="1"/>
          </p:cNvSpPr>
          <p:nvPr/>
        </p:nvSpPr>
        <p:spPr>
          <a:xfrm xmlns:a="http://schemas.openxmlformats.org/drawingml/2006/main">
            <a:off x="2636520" y="231933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72D0673-4991-47EE-82AA-624DEB06E232}"/>
              </a:ext>
            </a:extLst>
          </p:cNvPr>
          <p:cNvSpPr>
            <a:spLocks xmlns:a="http://schemas.openxmlformats.org/drawingml/2006/main" noGrp="1"/>
          </p:cNvSpPr>
          <p:nvPr/>
        </p:nvSpPr>
        <p:spPr>
          <a:xfrm xmlns:a="http://schemas.openxmlformats.org/drawingml/2006/main">
            <a:off x="5082540" y="1762125"/>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77D8A54C-6E2B-4835-A874-EA69110FE21E}"/>
              </a:ext>
            </a:extLst>
          </p:cNvPr>
          <p:cNvSpPr>
            <a:spLocks xmlns:a="http://schemas.openxmlformats.org/drawingml/2006/main" noGrp="1"/>
          </p:cNvSpPr>
          <p:nvPr/>
        </p:nvSpPr>
        <p:spPr>
          <a:xfrm xmlns:a="http://schemas.openxmlformats.org/drawingml/2006/main">
            <a:off x="5867400" y="1857375"/>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8a30f93c6f194087">
            <a:extLst>
              <a:ext uri="{96DAC541-7B7A-43D3-8B79-37D633B846F1}">
                <asvg:svgBlip xmlns:asvg="http://schemas.microsoft.com/office/drawing/2016/SVG/main" r:embed="Rddfb27b603d048a6"/>
              </a:ext>
            </a:extLst>
          </a:blip>
          <a:stretch xmlns:a="http://schemas.openxmlformats.org/drawingml/2006/main"/>
        </p:blipFill>
        <p:spPr>
          <a:xfrm xmlns:a="http://schemas.openxmlformats.org/drawingml/2006/main">
            <a:off x="5972175" y="1962150"/>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F254DC7-F762-48BF-BE0E-A7F1B5C1DFCA}"/>
              </a:ext>
            </a:extLst>
          </p:cNvPr>
          <p:cNvSpPr>
            <a:spLocks xmlns:a="http://schemas.openxmlformats.org/drawingml/2006/main" noGrp="1"/>
          </p:cNvSpPr>
          <p:nvPr/>
        </p:nvSpPr>
        <p:spPr>
          <a:xfrm xmlns:a="http://schemas.openxmlformats.org/drawingml/2006/main">
            <a:off x="517779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Collector</a:t>
            </a:r>
          </a:p>
        </p:txBody>
      </p:sp>
      <p:sp>
        <p:nvSpPr>
          <p:cNvPr id="22" name="">
            <a:extLst xmlns:a="http://schemas.openxmlformats.org/drawingml/2006/main">
              <a:ext uri="{FF2B5EF4-FFF2-40B4-BE49-F238E27FC236}">
                <a16:creationId xmlns:a16="http://schemas.microsoft.com/office/drawing/2014/main" id="{039F9E8E-4313-44B8-BF9A-C5DFB2367395}"/>
              </a:ext>
            </a:extLst>
          </p:cNvPr>
          <p:cNvSpPr>
            <a:spLocks xmlns:a="http://schemas.openxmlformats.org/drawingml/2006/main" noGrp="1"/>
          </p:cNvSpPr>
          <p:nvPr/>
        </p:nvSpPr>
        <p:spPr>
          <a:xfrm xmlns:a="http://schemas.openxmlformats.org/drawingml/2006/main">
            <a:off x="5196840" y="2600325"/>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Buffer + authenticate</a:t>
            </a:r>
          </a:p>
        </p:txBody>
      </p:sp>
      <p:sp>
        <p:nvSpPr>
          <p:cNvPr id="23" name="">
            <a:extLst xmlns:a="http://schemas.openxmlformats.org/drawingml/2006/main">
              <a:ext uri="{FF2B5EF4-FFF2-40B4-BE49-F238E27FC236}">
                <a16:creationId xmlns:a16="http://schemas.microsoft.com/office/drawing/2014/main" id="{7CE2AEBC-6862-4171-8E42-69284B716B70}"/>
              </a:ext>
            </a:extLst>
          </p:cNvPr>
          <p:cNvSpPr>
            <a:spLocks xmlns:a="http://schemas.openxmlformats.org/drawingml/2006/main" noGrp="1"/>
          </p:cNvSpPr>
          <p:nvPr/>
        </p:nvSpPr>
        <p:spPr>
          <a:xfrm xmlns:a="http://schemas.openxmlformats.org/drawingml/2006/main">
            <a:off x="4892040" y="231933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1563CA5-5B1F-48C0-84F3-BDF1A77BFF09}"/>
              </a:ext>
            </a:extLst>
          </p:cNvPr>
          <p:cNvSpPr>
            <a:spLocks xmlns:a="http://schemas.openxmlformats.org/drawingml/2006/main" noGrp="1"/>
          </p:cNvSpPr>
          <p:nvPr/>
        </p:nvSpPr>
        <p:spPr>
          <a:xfrm xmlns:a="http://schemas.openxmlformats.org/drawingml/2006/main">
            <a:off x="7338060" y="1762125"/>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6EF758E9-3335-44FA-93F4-72F6AA37BA24}"/>
              </a:ext>
            </a:extLst>
          </p:cNvPr>
          <p:cNvSpPr>
            <a:spLocks xmlns:a="http://schemas.openxmlformats.org/drawingml/2006/main" noGrp="1"/>
          </p:cNvSpPr>
          <p:nvPr/>
        </p:nvSpPr>
        <p:spPr>
          <a:xfrm xmlns:a="http://schemas.openxmlformats.org/drawingml/2006/main">
            <a:off x="8122920" y="1857375"/>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15bdbb0d021a40d9">
            <a:extLst>
              <a:ext uri="{96DAC541-7B7A-43D3-8B79-37D633B846F1}">
                <asvg:svgBlip xmlns:asvg="http://schemas.microsoft.com/office/drawing/2016/SVG/main" r:embed="Rdbc496353f874614"/>
              </a:ext>
            </a:extLst>
          </a:blip>
          <a:stretch xmlns:a="http://schemas.openxmlformats.org/drawingml/2006/main"/>
        </p:blipFill>
        <p:spPr>
          <a:xfrm xmlns:a="http://schemas.openxmlformats.org/drawingml/2006/main">
            <a:off x="8227695" y="1962150"/>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F8679649-5482-43F8-942F-B99B4EAD586A}"/>
              </a:ext>
            </a:extLst>
          </p:cNvPr>
          <p:cNvSpPr>
            <a:spLocks xmlns:a="http://schemas.openxmlformats.org/drawingml/2006/main" noGrp="1"/>
          </p:cNvSpPr>
          <p:nvPr/>
        </p:nvSpPr>
        <p:spPr>
          <a:xfrm xmlns:a="http://schemas.openxmlformats.org/drawingml/2006/main">
            <a:off x="743331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Normalize</a:t>
            </a:r>
          </a:p>
        </p:txBody>
      </p:sp>
      <p:sp>
        <p:nvSpPr>
          <p:cNvPr id="28" name="">
            <a:extLst xmlns:a="http://schemas.openxmlformats.org/drawingml/2006/main">
              <a:ext uri="{FF2B5EF4-FFF2-40B4-BE49-F238E27FC236}">
                <a16:creationId xmlns:a16="http://schemas.microsoft.com/office/drawing/2014/main" id="{C77DF4EB-E2F4-4C67-B02F-F248005B6AD1}"/>
              </a:ext>
            </a:extLst>
          </p:cNvPr>
          <p:cNvSpPr>
            <a:spLocks xmlns:a="http://schemas.openxmlformats.org/drawingml/2006/main" noGrp="1"/>
          </p:cNvSpPr>
          <p:nvPr/>
        </p:nvSpPr>
        <p:spPr>
          <a:xfrm xmlns:a="http://schemas.openxmlformats.org/drawingml/2006/main">
            <a:off x="7452360" y="2600325"/>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Labels + timestamps</a:t>
            </a:r>
          </a:p>
        </p:txBody>
      </p:sp>
      <p:sp>
        <p:nvSpPr>
          <p:cNvPr id="29" name="">
            <a:extLst xmlns:a="http://schemas.openxmlformats.org/drawingml/2006/main">
              <a:ext uri="{FF2B5EF4-FFF2-40B4-BE49-F238E27FC236}">
                <a16:creationId xmlns:a16="http://schemas.microsoft.com/office/drawing/2014/main" id="{8A26F538-F90C-4AFF-89DE-C06328C9A302}"/>
              </a:ext>
            </a:extLst>
          </p:cNvPr>
          <p:cNvSpPr>
            <a:spLocks xmlns:a="http://schemas.openxmlformats.org/drawingml/2006/main" noGrp="1"/>
          </p:cNvSpPr>
          <p:nvPr/>
        </p:nvSpPr>
        <p:spPr>
          <a:xfrm xmlns:a="http://schemas.openxmlformats.org/drawingml/2006/main">
            <a:off x="7147560" y="231933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332FC23-0A1A-4A02-8BF8-A5F29FF2C577}"/>
              </a:ext>
            </a:extLst>
          </p:cNvPr>
          <p:cNvSpPr>
            <a:spLocks xmlns:a="http://schemas.openxmlformats.org/drawingml/2006/main" noGrp="1"/>
          </p:cNvSpPr>
          <p:nvPr/>
        </p:nvSpPr>
        <p:spPr>
          <a:xfrm xmlns:a="http://schemas.openxmlformats.org/drawingml/2006/main">
            <a:off x="9593580" y="1762125"/>
            <a:ext cx="2026920" cy="1285875"/>
          </a:xfrm>
          <a:prstGeom xmlns:a="http://schemas.openxmlformats.org/drawingml/2006/main" prst="roundRect">
            <a:avLst>
              <a:gd name="adj" fmla="val 8889"/>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DDF051BF-E47D-4143-B1D7-79A6FEB668ED}"/>
              </a:ext>
            </a:extLst>
          </p:cNvPr>
          <p:cNvSpPr>
            <a:spLocks xmlns:a="http://schemas.openxmlformats.org/drawingml/2006/main" noGrp="1"/>
          </p:cNvSpPr>
          <p:nvPr/>
        </p:nvSpPr>
        <p:spPr>
          <a:xfrm xmlns:a="http://schemas.openxmlformats.org/drawingml/2006/main">
            <a:off x="10378440" y="1857375"/>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f010ca8d6c66491b">
            <a:extLst>
              <a:ext uri="{96DAC541-7B7A-43D3-8B79-37D633B846F1}">
                <asvg:svgBlip xmlns:asvg="http://schemas.microsoft.com/office/drawing/2016/SVG/main" r:embed="R28f5464b04e1485a"/>
              </a:ext>
            </a:extLst>
          </a:blip>
          <a:stretch xmlns:a="http://schemas.openxmlformats.org/drawingml/2006/main"/>
        </p:blipFill>
        <p:spPr>
          <a:xfrm xmlns:a="http://schemas.openxmlformats.org/drawingml/2006/main">
            <a:off x="10483215" y="1962150"/>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A39BD986-D42F-4889-B44F-D7EE88A7A4FE}"/>
              </a:ext>
            </a:extLst>
          </p:cNvPr>
          <p:cNvSpPr>
            <a:spLocks xmlns:a="http://schemas.openxmlformats.org/drawingml/2006/main" noGrp="1"/>
          </p:cNvSpPr>
          <p:nvPr/>
        </p:nvSpPr>
        <p:spPr>
          <a:xfrm xmlns:a="http://schemas.openxmlformats.org/drawingml/2006/main">
            <a:off x="968883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Observe</a:t>
            </a:r>
          </a:p>
        </p:txBody>
      </p:sp>
      <p:sp>
        <p:nvSpPr>
          <p:cNvPr id="34" name="">
            <a:extLst xmlns:a="http://schemas.openxmlformats.org/drawingml/2006/main">
              <a:ext uri="{FF2B5EF4-FFF2-40B4-BE49-F238E27FC236}">
                <a16:creationId xmlns:a16="http://schemas.microsoft.com/office/drawing/2014/main" id="{1FD4A4E0-620C-4B4D-9DAB-45FB0717C96E}"/>
              </a:ext>
            </a:extLst>
          </p:cNvPr>
          <p:cNvSpPr>
            <a:spLocks xmlns:a="http://schemas.openxmlformats.org/drawingml/2006/main" noGrp="1"/>
          </p:cNvSpPr>
          <p:nvPr/>
        </p:nvSpPr>
        <p:spPr>
          <a:xfrm xmlns:a="http://schemas.openxmlformats.org/drawingml/2006/main">
            <a:off x="9707880" y="2600325"/>
            <a:ext cx="179832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Dashboards + alerts</a:t>
            </a:r>
          </a:p>
        </p:txBody>
      </p:sp>
      <p:sp>
        <p:nvSpPr>
          <p:cNvPr id="35" name="">
            <a:extLst xmlns:a="http://schemas.openxmlformats.org/drawingml/2006/main">
              <a:ext uri="{FF2B5EF4-FFF2-40B4-BE49-F238E27FC236}">
                <a16:creationId xmlns:a16="http://schemas.microsoft.com/office/drawing/2014/main" id="{E04BAE05-D073-47A7-A883-2E1736A043B4}"/>
              </a:ext>
            </a:extLst>
          </p:cNvPr>
          <p:cNvSpPr>
            <a:spLocks xmlns:a="http://schemas.openxmlformats.org/drawingml/2006/main" noGrp="1"/>
          </p:cNvSpPr>
          <p:nvPr/>
        </p:nvSpPr>
        <p:spPr>
          <a:xfrm xmlns:a="http://schemas.openxmlformats.org/drawingml/2006/main">
            <a:off x="9403080" y="231933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C225C06-6793-4A99-BBF4-CE01734532DE}"/>
              </a:ext>
            </a:extLst>
          </p:cNvPr>
          <p:cNvSpPr>
            <a:spLocks xmlns:a="http://schemas.openxmlformats.org/drawingml/2006/main" noGrp="1"/>
          </p:cNvSpPr>
          <p:nvPr/>
        </p:nvSpPr>
        <p:spPr>
          <a:xfrm xmlns:a="http://schemas.openxmlformats.org/drawingml/2006/main">
            <a:off x="1428750" y="371475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A08C4FA6-912E-4041-B127-53B914A5BB90}"/>
              </a:ext>
            </a:extLst>
          </p:cNvPr>
          <p:cNvSpPr>
            <a:spLocks xmlns:a="http://schemas.openxmlformats.org/drawingml/2006/main" noGrp="1"/>
          </p:cNvSpPr>
          <p:nvPr/>
        </p:nvSpPr>
        <p:spPr>
          <a:xfrm xmlns:a="http://schemas.openxmlformats.org/drawingml/2006/main">
            <a:off x="1428750" y="3714750"/>
            <a:ext cx="76200" cy="12382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071308F-E500-4E5D-A7DA-F0090AEA1DF9}"/>
              </a:ext>
            </a:extLst>
          </p:cNvPr>
          <p:cNvSpPr>
            <a:spLocks xmlns:a="http://schemas.openxmlformats.org/drawingml/2006/main" noGrp="1"/>
          </p:cNvSpPr>
          <p:nvPr/>
        </p:nvSpPr>
        <p:spPr>
          <a:xfrm xmlns:a="http://schemas.openxmlformats.org/drawingml/2006/main">
            <a:off x="1638300" y="38862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Metric</a:t>
            </a:r>
          </a:p>
        </p:txBody>
      </p:sp>
      <p:sp>
        <p:nvSpPr>
          <p:cNvPr id="39" name="">
            <a:extLst xmlns:a="http://schemas.openxmlformats.org/drawingml/2006/main">
              <a:ext uri="{FF2B5EF4-FFF2-40B4-BE49-F238E27FC236}">
                <a16:creationId xmlns:a16="http://schemas.microsoft.com/office/drawing/2014/main" id="{C441A7FB-D080-427C-B6B0-7776942766A2}"/>
              </a:ext>
            </a:extLst>
          </p:cNvPr>
          <p:cNvSpPr>
            <a:spLocks xmlns:a="http://schemas.openxmlformats.org/drawingml/2006/main" noGrp="1"/>
          </p:cNvSpPr>
          <p:nvPr/>
        </p:nvSpPr>
        <p:spPr>
          <a:xfrm xmlns:a="http://schemas.openxmlformats.org/drawingml/2006/main">
            <a:off x="1638300" y="427672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A numerical measurement over time: latency, errors, utilization.</a:t>
            </a:r>
          </a:p>
        </p:txBody>
      </p:sp>
      <p:sp>
        <p:nvSpPr>
          <p:cNvPr id="40" name="">
            <a:extLst xmlns:a="http://schemas.openxmlformats.org/drawingml/2006/main">
              <a:ext uri="{FF2B5EF4-FFF2-40B4-BE49-F238E27FC236}">
                <a16:creationId xmlns:a16="http://schemas.microsoft.com/office/drawing/2014/main" id="{B68961CE-E302-4D85-952F-BEF272172D3F}"/>
              </a:ext>
            </a:extLst>
          </p:cNvPr>
          <p:cNvSpPr>
            <a:spLocks xmlns:a="http://schemas.openxmlformats.org/drawingml/2006/main" noGrp="1"/>
          </p:cNvSpPr>
          <p:nvPr/>
        </p:nvSpPr>
        <p:spPr>
          <a:xfrm xmlns:a="http://schemas.openxmlformats.org/drawingml/2006/main">
            <a:off x="4667250" y="371475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41" name="">
            <a:extLst xmlns:a="http://schemas.openxmlformats.org/drawingml/2006/main">
              <a:ext uri="{FF2B5EF4-FFF2-40B4-BE49-F238E27FC236}">
                <a16:creationId xmlns:a16="http://schemas.microsoft.com/office/drawing/2014/main" id="{A29A7D66-DE36-4DE0-8EBB-0023FBB26C7E}"/>
              </a:ext>
            </a:extLst>
          </p:cNvPr>
          <p:cNvSpPr>
            <a:spLocks xmlns:a="http://schemas.openxmlformats.org/drawingml/2006/main" noGrp="1"/>
          </p:cNvSpPr>
          <p:nvPr/>
        </p:nvSpPr>
        <p:spPr>
          <a:xfrm xmlns:a="http://schemas.openxmlformats.org/drawingml/2006/main">
            <a:off x="4667250" y="3714750"/>
            <a:ext cx="76200" cy="12382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D56CE01-0F8C-4D49-A93A-8A1E4D831479}"/>
              </a:ext>
            </a:extLst>
          </p:cNvPr>
          <p:cNvSpPr>
            <a:spLocks xmlns:a="http://schemas.openxmlformats.org/drawingml/2006/main" noGrp="1"/>
          </p:cNvSpPr>
          <p:nvPr/>
        </p:nvSpPr>
        <p:spPr>
          <a:xfrm xmlns:a="http://schemas.openxmlformats.org/drawingml/2006/main">
            <a:off x="4876800" y="38862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Event</a:t>
            </a:r>
          </a:p>
        </p:txBody>
      </p:sp>
      <p:sp>
        <p:nvSpPr>
          <p:cNvPr id="43" name="">
            <a:extLst xmlns:a="http://schemas.openxmlformats.org/drawingml/2006/main">
              <a:ext uri="{FF2B5EF4-FFF2-40B4-BE49-F238E27FC236}">
                <a16:creationId xmlns:a16="http://schemas.microsoft.com/office/drawing/2014/main" id="{25B2CEB8-BC3B-4E34-A93B-9AE95E728961}"/>
              </a:ext>
            </a:extLst>
          </p:cNvPr>
          <p:cNvSpPr>
            <a:spLocks xmlns:a="http://schemas.openxmlformats.org/drawingml/2006/main" noGrp="1"/>
          </p:cNvSpPr>
          <p:nvPr/>
        </p:nvSpPr>
        <p:spPr>
          <a:xfrm xmlns:a="http://schemas.openxmlformats.org/drawingml/2006/main">
            <a:off x="4876800" y="427672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37"/>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A discrete occurrence: adjacency loss, job completion, policy violation.</a:t>
            </a:r>
          </a:p>
        </p:txBody>
      </p:sp>
      <p:sp>
        <p:nvSpPr>
          <p:cNvPr id="44" name="">
            <a:extLst xmlns:a="http://schemas.openxmlformats.org/drawingml/2006/main">
              <a:ext uri="{FF2B5EF4-FFF2-40B4-BE49-F238E27FC236}">
                <a16:creationId xmlns:a16="http://schemas.microsoft.com/office/drawing/2014/main" id="{BF042154-28CB-46BF-B656-CF5E77DABCCE}"/>
              </a:ext>
            </a:extLst>
          </p:cNvPr>
          <p:cNvSpPr>
            <a:spLocks xmlns:a="http://schemas.openxmlformats.org/drawingml/2006/main" noGrp="1"/>
          </p:cNvSpPr>
          <p:nvPr/>
        </p:nvSpPr>
        <p:spPr>
          <a:xfrm xmlns:a="http://schemas.openxmlformats.org/drawingml/2006/main">
            <a:off x="7905750" y="371475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45" name="">
            <a:extLst xmlns:a="http://schemas.openxmlformats.org/drawingml/2006/main">
              <a:ext uri="{FF2B5EF4-FFF2-40B4-BE49-F238E27FC236}">
                <a16:creationId xmlns:a16="http://schemas.microsoft.com/office/drawing/2014/main" id="{55EDD262-F95B-4D3F-80BF-EB7FA3954A92}"/>
              </a:ext>
            </a:extLst>
          </p:cNvPr>
          <p:cNvSpPr>
            <a:spLocks xmlns:a="http://schemas.openxmlformats.org/drawingml/2006/main" noGrp="1"/>
          </p:cNvSpPr>
          <p:nvPr/>
        </p:nvSpPr>
        <p:spPr>
          <a:xfrm xmlns:a="http://schemas.openxmlformats.org/drawingml/2006/main">
            <a:off x="7905750" y="3714750"/>
            <a:ext cx="76200" cy="12382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A8F7F77-1DB6-4CC9-BFE9-D4EF17022BDB}"/>
              </a:ext>
            </a:extLst>
          </p:cNvPr>
          <p:cNvSpPr>
            <a:spLocks xmlns:a="http://schemas.openxmlformats.org/drawingml/2006/main" noGrp="1"/>
          </p:cNvSpPr>
          <p:nvPr/>
        </p:nvSpPr>
        <p:spPr>
          <a:xfrm xmlns:a="http://schemas.openxmlformats.org/drawingml/2006/main">
            <a:off x="8115300" y="38862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State</a:t>
            </a:r>
          </a:p>
        </p:txBody>
      </p:sp>
      <p:sp>
        <p:nvSpPr>
          <p:cNvPr id="47" name="">
            <a:extLst xmlns:a="http://schemas.openxmlformats.org/drawingml/2006/main">
              <a:ext uri="{FF2B5EF4-FFF2-40B4-BE49-F238E27FC236}">
                <a16:creationId xmlns:a16="http://schemas.microsoft.com/office/drawing/2014/main" id="{799F1E1C-2A10-4CC2-909C-B85231FEDFEE}"/>
              </a:ext>
            </a:extLst>
          </p:cNvPr>
          <p:cNvSpPr>
            <a:spLocks xmlns:a="http://schemas.openxmlformats.org/drawingml/2006/main" noGrp="1"/>
          </p:cNvSpPr>
          <p:nvPr/>
        </p:nvSpPr>
        <p:spPr>
          <a:xfrm xmlns:a="http://schemas.openxmlformats.org/drawingml/2006/main">
            <a:off x="8115300" y="427672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A modeled value: interface status, route count, software version.</a:t>
            </a:r>
          </a:p>
        </p:txBody>
      </p:sp>
      <p:sp>
        <p:nvSpPr>
          <p:cNvPr id="48" name="">
            <a:extLst xmlns:a="http://schemas.openxmlformats.org/drawingml/2006/main">
              <a:ext uri="{FF2B5EF4-FFF2-40B4-BE49-F238E27FC236}">
                <a16:creationId xmlns:a16="http://schemas.microsoft.com/office/drawing/2014/main" id="{729C71F5-ADE6-49A1-8255-37C1EBAAF772}"/>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F5F543A-FC27-49EF-A9A9-39B2E36AFE34}"/>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78532FFB-8013-40F3-AD61-5BD7C43C8D2E}"/>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Telemetry becomes useful when it is correlated with the exact change.</a:t>
            </a:r>
          </a:p>
        </p:txBody>
      </p:sp>
    </p:spTree>
    <p:extLst>
      <p:ext uri="{BB962C8B-B14F-4D97-AF65-F5344CB8AC3E}">
        <p14:creationId xmlns:p14="http://schemas.microsoft.com/office/powerpoint/2010/main" val="17528654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9B95288-5C32-4EF6-959B-49C5D75E5DB3}"/>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61EFCC-E148-4EFE-AE84-A9DF0CD9403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5C9C62-872F-47AB-8327-085A0B79ACF9}"/>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A9062FD4-68EC-4640-85AC-F1488E1AD47A}"/>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Delivery Models</a:t>
            </a:r>
          </a:p>
        </p:txBody>
      </p:sp>
      <p:sp>
        <p:nvSpPr>
          <p:cNvPr id="5" name="">
            <a:extLst xmlns:a="http://schemas.openxmlformats.org/drawingml/2006/main">
              <a:ext uri="{FF2B5EF4-FFF2-40B4-BE49-F238E27FC236}">
                <a16:creationId xmlns:a16="http://schemas.microsoft.com/office/drawing/2014/main" id="{56C68452-A2AC-4B21-82D2-DCA350D91A08}"/>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Automation changes character when a team must operate it</a:t>
            </a:r>
          </a:p>
        </p:txBody>
      </p:sp>
      <p:sp>
        <p:nvSpPr>
          <p:cNvPr id="6" name="">
            <a:extLst xmlns:a="http://schemas.openxmlformats.org/drawingml/2006/main">
              <a:ext uri="{FF2B5EF4-FFF2-40B4-BE49-F238E27FC236}">
                <a16:creationId xmlns:a16="http://schemas.microsoft.com/office/drawing/2014/main" id="{69D46CBB-4A0F-4965-99D6-0C5BC2D8C090}"/>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8CF3E27-F53E-4A4E-9B70-C9E6EC4E2AF4}"/>
              </a:ext>
            </a:extLst>
          </p:cNvPr>
          <p:cNvSpPr>
            <a:spLocks xmlns:a="http://schemas.openxmlformats.org/drawingml/2006/main" noGrp="1"/>
          </p:cNvSpPr>
          <p:nvPr/>
        </p:nvSpPr>
        <p:spPr>
          <a:xfrm xmlns:a="http://schemas.openxmlformats.org/drawingml/2006/main">
            <a:off x="904875" y="16192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D64545"/>
                </a:solidFill>
                <a:latin typeface="Helvetica Neue"/>
                <a:ea typeface="Helvetica Neue"/>
                <a:cs typeface="Helvetica Neue"/>
              </a:defRPr>
            </a:pPr>
            <a:r>
              <a:rPr sz="1350" b="1">
                <a:solidFill>
                  <a:srgbClr val="D64545"/>
                </a:solidFill>
                <a:latin typeface="Helvetica Neue"/>
                <a:ea typeface="Helvetica Neue"/>
                <a:cs typeface="Helvetica Neue"/>
              </a:rPr>
              <a:t>AD HOC AUTOMATION</a:t>
            </a:r>
          </a:p>
        </p:txBody>
      </p:sp>
      <p:sp>
        <p:nvSpPr>
          <p:cNvPr id="8" name="">
            <a:extLst xmlns:a="http://schemas.openxmlformats.org/drawingml/2006/main">
              <a:ext uri="{FF2B5EF4-FFF2-40B4-BE49-F238E27FC236}">
                <a16:creationId xmlns:a16="http://schemas.microsoft.com/office/drawing/2014/main" id="{E8229B0D-973D-4A8B-A795-BB1AE5A230E6}"/>
              </a:ext>
            </a:extLst>
          </p:cNvPr>
          <p:cNvSpPr>
            <a:spLocks xmlns:a="http://schemas.openxmlformats.org/drawingml/2006/main" noGrp="1"/>
          </p:cNvSpPr>
          <p:nvPr/>
        </p:nvSpPr>
        <p:spPr>
          <a:xfrm xmlns:a="http://schemas.openxmlformats.org/drawingml/2006/main">
            <a:off x="6810375" y="16192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E9B65"/>
                </a:solidFill>
                <a:latin typeface="Helvetica Neue"/>
                <a:ea typeface="Helvetica Neue"/>
                <a:cs typeface="Helvetica Neue"/>
              </a:defRPr>
            </a:pPr>
            <a:r>
              <a:rPr sz="1350" b="1">
                <a:solidFill>
                  <a:srgbClr val="1E9B65"/>
                </a:solidFill>
                <a:latin typeface="Helvetica Neue"/>
                <a:ea typeface="Helvetica Neue"/>
                <a:cs typeface="Helvetica Neue"/>
              </a:rPr>
              <a:t>DEVOPS DELIVERY</a:t>
            </a:r>
          </a:p>
        </p:txBody>
      </p:sp>
      <p:sp>
        <p:nvSpPr>
          <p:cNvPr id="9" name="">
            <a:extLst xmlns:a="http://schemas.openxmlformats.org/drawingml/2006/main">
              <a:ext uri="{FF2B5EF4-FFF2-40B4-BE49-F238E27FC236}">
                <a16:creationId xmlns:a16="http://schemas.microsoft.com/office/drawing/2014/main" id="{C2C70B5E-BD3B-44D8-8B46-234CA451B38A}"/>
              </a:ext>
            </a:extLst>
          </p:cNvPr>
          <p:cNvSpPr>
            <a:spLocks xmlns:a="http://schemas.openxmlformats.org/drawingml/2006/main" noGrp="1"/>
          </p:cNvSpPr>
          <p:nvPr/>
        </p:nvSpPr>
        <p:spPr>
          <a:xfrm xmlns:a="http://schemas.openxmlformats.org/drawingml/2006/main">
            <a:off x="714375" y="2047875"/>
            <a:ext cx="4857750" cy="3143250"/>
          </a:xfrm>
          <a:prstGeom xmlns:a="http://schemas.openxmlformats.org/drawingml/2006/main" prst="roundRect">
            <a:avLst>
              <a:gd name="adj" fmla="val 3636"/>
            </a:avLst>
          </a:prstGeom>
          <a:solidFill xmlns:a="http://schemas.openxmlformats.org/drawingml/2006/main">
            <a:srgbClr val="FFF1F1"/>
          </a:solidFill>
          <a:ln xmlns:a="http://schemas.openxmlformats.org/drawingml/2006/main" w="9525">
            <a:solidFill>
              <a:srgbClr val="F1B8B8"/>
            </a:solidFill>
            <a:prstDash val="solid"/>
          </a:ln>
        </p:spPr>
      </p:sp>
      <p:sp>
        <p:nvSpPr>
          <p:cNvPr id="10" name="">
            <a:extLst xmlns:a="http://schemas.openxmlformats.org/drawingml/2006/main">
              <a:ext uri="{FF2B5EF4-FFF2-40B4-BE49-F238E27FC236}">
                <a16:creationId xmlns:a16="http://schemas.microsoft.com/office/drawing/2014/main" id="{70D47EFF-B929-4B90-AF71-1BCDA098F067}"/>
              </a:ext>
            </a:extLst>
          </p:cNvPr>
          <p:cNvSpPr>
            <a:spLocks xmlns:a="http://schemas.openxmlformats.org/drawingml/2006/main" noGrp="1"/>
          </p:cNvSpPr>
          <p:nvPr/>
        </p:nvSpPr>
        <p:spPr>
          <a:xfrm xmlns:a="http://schemas.openxmlformats.org/drawingml/2006/main">
            <a:off x="6619875" y="2047875"/>
            <a:ext cx="4857750" cy="3143250"/>
          </a:xfrm>
          <a:prstGeom xmlns:a="http://schemas.openxmlformats.org/drawingml/2006/main" prst="roundRect">
            <a:avLst>
              <a:gd name="adj" fmla="val 3636"/>
            </a:avLst>
          </a:prstGeom>
          <a:solidFill xmlns:a="http://schemas.openxmlformats.org/drawingml/2006/main">
            <a:srgbClr val="E8F7EF"/>
          </a:solidFill>
          <a:ln xmlns:a="http://schemas.openxmlformats.org/drawingml/2006/main" w="9525">
            <a:solidFill>
              <a:srgbClr val="A9DFC7"/>
            </a:solidFill>
            <a:prstDash val="solid"/>
          </a:ln>
        </p:spPr>
      </p:sp>
      <p:sp>
        <p:nvSpPr>
          <p:cNvPr id="11" name="">
            <a:extLst xmlns:a="http://schemas.openxmlformats.org/drawingml/2006/main">
              <a:ext uri="{FF2B5EF4-FFF2-40B4-BE49-F238E27FC236}">
                <a16:creationId xmlns:a16="http://schemas.microsoft.com/office/drawing/2014/main" id="{6BD7B61D-7BA2-4BD9-96DD-28823FBE8C06}"/>
              </a:ext>
            </a:extLst>
          </p:cNvPr>
          <p:cNvSpPr>
            <a:spLocks xmlns:a="http://schemas.openxmlformats.org/drawingml/2006/main" noGrp="1"/>
          </p:cNvSpPr>
          <p:nvPr/>
        </p:nvSpPr>
        <p:spPr>
          <a:xfrm xmlns:a="http://schemas.openxmlformats.org/drawingml/2006/main">
            <a:off x="1047750" y="240030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E6DDE8-1E3A-4F42-B95D-99D5A745A6A8}"/>
              </a:ext>
            </a:extLst>
          </p:cNvPr>
          <p:cNvSpPr>
            <a:spLocks xmlns:a="http://schemas.openxmlformats.org/drawingml/2006/main" noGrp="1"/>
          </p:cNvSpPr>
          <p:nvPr/>
        </p:nvSpPr>
        <p:spPr>
          <a:xfrm xmlns:a="http://schemas.openxmlformats.org/drawingml/2006/main">
            <a:off x="1047750" y="23717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8591"/>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22D6D780-8427-440B-A158-1D4E51121465}"/>
              </a:ext>
            </a:extLst>
          </p:cNvPr>
          <p:cNvSpPr>
            <a:spLocks xmlns:a="http://schemas.openxmlformats.org/drawingml/2006/main" noGrp="1"/>
          </p:cNvSpPr>
          <p:nvPr/>
        </p:nvSpPr>
        <p:spPr>
          <a:xfrm xmlns:a="http://schemas.openxmlformats.org/drawingml/2006/main">
            <a:off x="1409700" y="23241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Local script and inputs</a:t>
            </a:r>
          </a:p>
        </p:txBody>
      </p:sp>
      <p:sp>
        <p:nvSpPr>
          <p:cNvPr id="14" name="">
            <a:extLst xmlns:a="http://schemas.openxmlformats.org/drawingml/2006/main">
              <a:ext uri="{FF2B5EF4-FFF2-40B4-BE49-F238E27FC236}">
                <a16:creationId xmlns:a16="http://schemas.microsoft.com/office/drawing/2014/main" id="{397CD350-6C65-4D54-B3B8-3DB75DAF3A36}"/>
              </a:ext>
            </a:extLst>
          </p:cNvPr>
          <p:cNvSpPr>
            <a:spLocks xmlns:a="http://schemas.openxmlformats.org/drawingml/2006/main" noGrp="1"/>
          </p:cNvSpPr>
          <p:nvPr/>
        </p:nvSpPr>
        <p:spPr>
          <a:xfrm xmlns:a="http://schemas.openxmlformats.org/drawingml/2006/main">
            <a:off x="1047750" y="289560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CA0EC5-7162-4505-A827-F58B752E66CE}"/>
              </a:ext>
            </a:extLst>
          </p:cNvPr>
          <p:cNvSpPr>
            <a:spLocks xmlns:a="http://schemas.openxmlformats.org/drawingml/2006/main" noGrp="1"/>
          </p:cNvSpPr>
          <p:nvPr/>
        </p:nvSpPr>
        <p:spPr>
          <a:xfrm xmlns:a="http://schemas.openxmlformats.org/drawingml/2006/main">
            <a:off x="1047750" y="28670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8591"/>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2C2A9170-EEEA-490A-81CC-232C72D58DCD}"/>
              </a:ext>
            </a:extLst>
          </p:cNvPr>
          <p:cNvSpPr>
            <a:spLocks xmlns:a="http://schemas.openxmlformats.org/drawingml/2006/main" noGrp="1"/>
          </p:cNvSpPr>
          <p:nvPr/>
        </p:nvSpPr>
        <p:spPr>
          <a:xfrm xmlns:a="http://schemas.openxmlformats.org/drawingml/2006/main">
            <a:off x="1409700" y="28194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Manual dependency setup</a:t>
            </a:r>
          </a:p>
        </p:txBody>
      </p:sp>
      <p:sp>
        <p:nvSpPr>
          <p:cNvPr id="17" name="">
            <a:extLst xmlns:a="http://schemas.openxmlformats.org/drawingml/2006/main">
              <a:ext uri="{FF2B5EF4-FFF2-40B4-BE49-F238E27FC236}">
                <a16:creationId xmlns:a16="http://schemas.microsoft.com/office/drawing/2014/main" id="{1560A399-4330-4B85-8B53-473DF4FEBC86}"/>
              </a:ext>
            </a:extLst>
          </p:cNvPr>
          <p:cNvSpPr>
            <a:spLocks xmlns:a="http://schemas.openxmlformats.org/drawingml/2006/main" noGrp="1"/>
          </p:cNvSpPr>
          <p:nvPr/>
        </p:nvSpPr>
        <p:spPr>
          <a:xfrm xmlns:a="http://schemas.openxmlformats.org/drawingml/2006/main">
            <a:off x="1047750" y="339090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791D151-42FC-42A8-8F90-A0DE434801EB}"/>
              </a:ext>
            </a:extLst>
          </p:cNvPr>
          <p:cNvSpPr>
            <a:spLocks xmlns:a="http://schemas.openxmlformats.org/drawingml/2006/main" noGrp="1"/>
          </p:cNvSpPr>
          <p:nvPr/>
        </p:nvSpPr>
        <p:spPr>
          <a:xfrm xmlns:a="http://schemas.openxmlformats.org/drawingml/2006/main">
            <a:off x="1047750" y="33623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8591"/>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2B9C0B82-63D6-42EA-9A71-730F52906672}"/>
              </a:ext>
            </a:extLst>
          </p:cNvPr>
          <p:cNvSpPr>
            <a:spLocks xmlns:a="http://schemas.openxmlformats.org/drawingml/2006/main" noGrp="1"/>
          </p:cNvSpPr>
          <p:nvPr/>
        </p:nvSpPr>
        <p:spPr>
          <a:xfrm xmlns:a="http://schemas.openxmlformats.org/drawingml/2006/main">
            <a:off x="1409700" y="33147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Author triggers execution</a:t>
            </a:r>
          </a:p>
        </p:txBody>
      </p:sp>
      <p:sp>
        <p:nvSpPr>
          <p:cNvPr id="20" name="">
            <a:extLst xmlns:a="http://schemas.openxmlformats.org/drawingml/2006/main">
              <a:ext uri="{FF2B5EF4-FFF2-40B4-BE49-F238E27FC236}">
                <a16:creationId xmlns:a16="http://schemas.microsoft.com/office/drawing/2014/main" id="{A172DF04-B803-4F05-A81A-3A33BEC3D6B7}"/>
              </a:ext>
            </a:extLst>
          </p:cNvPr>
          <p:cNvSpPr>
            <a:spLocks xmlns:a="http://schemas.openxmlformats.org/drawingml/2006/main" noGrp="1"/>
          </p:cNvSpPr>
          <p:nvPr/>
        </p:nvSpPr>
        <p:spPr>
          <a:xfrm xmlns:a="http://schemas.openxmlformats.org/drawingml/2006/main">
            <a:off x="1047750" y="388620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09A321C-1953-4C42-A30B-52C92B680CB8}"/>
              </a:ext>
            </a:extLst>
          </p:cNvPr>
          <p:cNvSpPr>
            <a:spLocks xmlns:a="http://schemas.openxmlformats.org/drawingml/2006/main" noGrp="1"/>
          </p:cNvSpPr>
          <p:nvPr/>
        </p:nvSpPr>
        <p:spPr>
          <a:xfrm xmlns:a="http://schemas.openxmlformats.org/drawingml/2006/main">
            <a:off x="1047750" y="38576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8591"/>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635D1334-FFC1-45EF-9404-DBF3B07FD5A2}"/>
              </a:ext>
            </a:extLst>
          </p:cNvPr>
          <p:cNvSpPr>
            <a:spLocks xmlns:a="http://schemas.openxmlformats.org/drawingml/2006/main" noGrp="1"/>
          </p:cNvSpPr>
          <p:nvPr/>
        </p:nvSpPr>
        <p:spPr>
          <a:xfrm xmlns:a="http://schemas.openxmlformats.org/drawingml/2006/main">
            <a:off x="1409700" y="38100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Selected checks</a:t>
            </a:r>
          </a:p>
        </p:txBody>
      </p:sp>
      <p:sp>
        <p:nvSpPr>
          <p:cNvPr id="23" name="">
            <a:extLst xmlns:a="http://schemas.openxmlformats.org/drawingml/2006/main">
              <a:ext uri="{FF2B5EF4-FFF2-40B4-BE49-F238E27FC236}">
                <a16:creationId xmlns:a16="http://schemas.microsoft.com/office/drawing/2014/main" id="{8910A77B-5039-47AE-860C-DD5B29293318}"/>
              </a:ext>
            </a:extLst>
          </p:cNvPr>
          <p:cNvSpPr>
            <a:spLocks xmlns:a="http://schemas.openxmlformats.org/drawingml/2006/main" noGrp="1"/>
          </p:cNvSpPr>
          <p:nvPr/>
        </p:nvSpPr>
        <p:spPr>
          <a:xfrm xmlns:a="http://schemas.openxmlformats.org/drawingml/2006/main">
            <a:off x="1047750" y="438150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6444770-B2EB-4992-9F74-22D3B17B08BB}"/>
              </a:ext>
            </a:extLst>
          </p:cNvPr>
          <p:cNvSpPr>
            <a:spLocks xmlns:a="http://schemas.openxmlformats.org/drawingml/2006/main" noGrp="1"/>
          </p:cNvSpPr>
          <p:nvPr/>
        </p:nvSpPr>
        <p:spPr>
          <a:xfrm xmlns:a="http://schemas.openxmlformats.org/drawingml/2006/main">
            <a:off x="1047750" y="43529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8591"/>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F7084A0D-D934-4399-9EC8-872DF36756DB}"/>
              </a:ext>
            </a:extLst>
          </p:cNvPr>
          <p:cNvSpPr>
            <a:spLocks xmlns:a="http://schemas.openxmlformats.org/drawingml/2006/main" noGrp="1"/>
          </p:cNvSpPr>
          <p:nvPr/>
        </p:nvSpPr>
        <p:spPr>
          <a:xfrm xmlns:a="http://schemas.openxmlformats.org/drawingml/2006/main">
            <a:off x="1409700" y="43053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Evidence scattered across tools</a:t>
            </a:r>
          </a:p>
        </p:txBody>
      </p:sp>
      <p:sp>
        <p:nvSpPr>
          <p:cNvPr id="26" name="">
            <a:extLst xmlns:a="http://schemas.openxmlformats.org/drawingml/2006/main">
              <a:ext uri="{FF2B5EF4-FFF2-40B4-BE49-F238E27FC236}">
                <a16:creationId xmlns:a16="http://schemas.microsoft.com/office/drawing/2014/main" id="{008F9C1A-B813-407A-AA4E-D771F05279B8}"/>
              </a:ext>
            </a:extLst>
          </p:cNvPr>
          <p:cNvSpPr>
            <a:spLocks xmlns:a="http://schemas.openxmlformats.org/drawingml/2006/main" noGrp="1"/>
          </p:cNvSpPr>
          <p:nvPr/>
        </p:nvSpPr>
        <p:spPr>
          <a:xfrm xmlns:a="http://schemas.openxmlformats.org/drawingml/2006/main">
            <a:off x="6953250" y="240030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846B45F-AF4B-4AC4-93B5-F52F5FF33EA6}"/>
              </a:ext>
            </a:extLst>
          </p:cNvPr>
          <p:cNvSpPr>
            <a:spLocks xmlns:a="http://schemas.openxmlformats.org/drawingml/2006/main" noGrp="1"/>
          </p:cNvSpPr>
          <p:nvPr/>
        </p:nvSpPr>
        <p:spPr>
          <a:xfrm xmlns:a="http://schemas.openxmlformats.org/drawingml/2006/main">
            <a:off x="6953250" y="23717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395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t>
            </a:r>
          </a:p>
        </p:txBody>
      </p:sp>
      <p:sp>
        <p:nvSpPr>
          <p:cNvPr id="28" name="">
            <a:extLst xmlns:a="http://schemas.openxmlformats.org/drawingml/2006/main">
              <a:ext uri="{FF2B5EF4-FFF2-40B4-BE49-F238E27FC236}">
                <a16:creationId xmlns:a16="http://schemas.microsoft.com/office/drawing/2014/main" id="{A3FE660F-284C-4C4C-86CC-D2CA7D98C30D}"/>
              </a:ext>
            </a:extLst>
          </p:cNvPr>
          <p:cNvSpPr>
            <a:spLocks xmlns:a="http://schemas.openxmlformats.org/drawingml/2006/main" noGrp="1"/>
          </p:cNvSpPr>
          <p:nvPr/>
        </p:nvSpPr>
        <p:spPr>
          <a:xfrm xmlns:a="http://schemas.openxmlformats.org/drawingml/2006/main">
            <a:off x="7315200" y="23241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Versioned source and policy</a:t>
            </a:r>
          </a:p>
        </p:txBody>
      </p:sp>
      <p:sp>
        <p:nvSpPr>
          <p:cNvPr id="29" name="">
            <a:extLst xmlns:a="http://schemas.openxmlformats.org/drawingml/2006/main">
              <a:ext uri="{FF2B5EF4-FFF2-40B4-BE49-F238E27FC236}">
                <a16:creationId xmlns:a16="http://schemas.microsoft.com/office/drawing/2014/main" id="{054DBC0E-8631-4043-8C2D-6608FC5DB929}"/>
              </a:ext>
            </a:extLst>
          </p:cNvPr>
          <p:cNvSpPr>
            <a:spLocks xmlns:a="http://schemas.openxmlformats.org/drawingml/2006/main" noGrp="1"/>
          </p:cNvSpPr>
          <p:nvPr/>
        </p:nvSpPr>
        <p:spPr>
          <a:xfrm xmlns:a="http://schemas.openxmlformats.org/drawingml/2006/main">
            <a:off x="6953250" y="289560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ED36057-1E95-4022-BA20-A0EF8FF5898A}"/>
              </a:ext>
            </a:extLst>
          </p:cNvPr>
          <p:cNvSpPr>
            <a:spLocks xmlns:a="http://schemas.openxmlformats.org/drawingml/2006/main" noGrp="1"/>
          </p:cNvSpPr>
          <p:nvPr/>
        </p:nvSpPr>
        <p:spPr>
          <a:xfrm xmlns:a="http://schemas.openxmlformats.org/drawingml/2006/main">
            <a:off x="6953250" y="28670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395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E670C9BC-D8F7-4BFE-9F6D-2DE044E95C6B}"/>
              </a:ext>
            </a:extLst>
          </p:cNvPr>
          <p:cNvSpPr>
            <a:spLocks xmlns:a="http://schemas.openxmlformats.org/drawingml/2006/main" noGrp="1"/>
          </p:cNvSpPr>
          <p:nvPr/>
        </p:nvSpPr>
        <p:spPr>
          <a:xfrm xmlns:a="http://schemas.openxmlformats.org/drawingml/2006/main">
            <a:off x="7315200" y="28194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Reproducible runtime</a:t>
            </a:r>
          </a:p>
        </p:txBody>
      </p:sp>
      <p:sp>
        <p:nvSpPr>
          <p:cNvPr id="32" name="">
            <a:extLst xmlns:a="http://schemas.openxmlformats.org/drawingml/2006/main">
              <a:ext uri="{FF2B5EF4-FFF2-40B4-BE49-F238E27FC236}">
                <a16:creationId xmlns:a16="http://schemas.microsoft.com/office/drawing/2014/main" id="{C0988613-8555-4636-A28E-690F23A5751F}"/>
              </a:ext>
            </a:extLst>
          </p:cNvPr>
          <p:cNvSpPr>
            <a:spLocks xmlns:a="http://schemas.openxmlformats.org/drawingml/2006/main" noGrp="1"/>
          </p:cNvSpPr>
          <p:nvPr/>
        </p:nvSpPr>
        <p:spPr>
          <a:xfrm xmlns:a="http://schemas.openxmlformats.org/drawingml/2006/main">
            <a:off x="6953250" y="339090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4334B7D-2749-4663-917E-C60A9F262145}"/>
              </a:ext>
            </a:extLst>
          </p:cNvPr>
          <p:cNvSpPr>
            <a:spLocks xmlns:a="http://schemas.openxmlformats.org/drawingml/2006/main" noGrp="1"/>
          </p:cNvSpPr>
          <p:nvPr/>
        </p:nvSpPr>
        <p:spPr>
          <a:xfrm xmlns:a="http://schemas.openxmlformats.org/drawingml/2006/main">
            <a:off x="6953250" y="33623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395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64C10ACA-3678-40A9-A5C5-58678AF5F583}"/>
              </a:ext>
            </a:extLst>
          </p:cNvPr>
          <p:cNvSpPr>
            <a:spLocks xmlns:a="http://schemas.openxmlformats.org/drawingml/2006/main" noGrp="1"/>
          </p:cNvSpPr>
          <p:nvPr/>
        </p:nvSpPr>
        <p:spPr>
          <a:xfrm xmlns:a="http://schemas.openxmlformats.org/drawingml/2006/main">
            <a:off x="7315200" y="33147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Controlled pipeline job</a:t>
            </a:r>
          </a:p>
        </p:txBody>
      </p:sp>
      <p:sp>
        <p:nvSpPr>
          <p:cNvPr id="35" name="">
            <a:extLst xmlns:a="http://schemas.openxmlformats.org/drawingml/2006/main">
              <a:ext uri="{FF2B5EF4-FFF2-40B4-BE49-F238E27FC236}">
                <a16:creationId xmlns:a16="http://schemas.microsoft.com/office/drawing/2014/main" id="{AF59F264-D437-493D-94D2-D8468DB0A6AD}"/>
              </a:ext>
            </a:extLst>
          </p:cNvPr>
          <p:cNvSpPr>
            <a:spLocks xmlns:a="http://schemas.openxmlformats.org/drawingml/2006/main" noGrp="1"/>
          </p:cNvSpPr>
          <p:nvPr/>
        </p:nvSpPr>
        <p:spPr>
          <a:xfrm xmlns:a="http://schemas.openxmlformats.org/drawingml/2006/main">
            <a:off x="6953250" y="388620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088911A-505A-4571-A479-E2F4ECFA1BF8}"/>
              </a:ext>
            </a:extLst>
          </p:cNvPr>
          <p:cNvSpPr>
            <a:spLocks xmlns:a="http://schemas.openxmlformats.org/drawingml/2006/main" noGrp="1"/>
          </p:cNvSpPr>
          <p:nvPr/>
        </p:nvSpPr>
        <p:spPr>
          <a:xfrm xmlns:a="http://schemas.openxmlformats.org/drawingml/2006/main">
            <a:off x="6953250" y="38576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395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t>
            </a:r>
          </a:p>
        </p:txBody>
      </p:sp>
      <p:sp>
        <p:nvSpPr>
          <p:cNvPr id="37" name="">
            <a:extLst xmlns:a="http://schemas.openxmlformats.org/drawingml/2006/main">
              <a:ext uri="{FF2B5EF4-FFF2-40B4-BE49-F238E27FC236}">
                <a16:creationId xmlns:a16="http://schemas.microsoft.com/office/drawing/2014/main" id="{26DA2984-743B-478B-A0EF-6D71FDA9D4D2}"/>
              </a:ext>
            </a:extLst>
          </p:cNvPr>
          <p:cNvSpPr>
            <a:spLocks xmlns:a="http://schemas.openxmlformats.org/drawingml/2006/main" noGrp="1"/>
          </p:cNvSpPr>
          <p:nvPr/>
        </p:nvSpPr>
        <p:spPr>
          <a:xfrm xmlns:a="http://schemas.openxmlformats.org/drawingml/2006/main">
            <a:off x="7315200" y="38100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Required layered tests</a:t>
            </a:r>
          </a:p>
        </p:txBody>
      </p:sp>
      <p:sp>
        <p:nvSpPr>
          <p:cNvPr id="38" name="">
            <a:extLst xmlns:a="http://schemas.openxmlformats.org/drawingml/2006/main">
              <a:ext uri="{FF2B5EF4-FFF2-40B4-BE49-F238E27FC236}">
                <a16:creationId xmlns:a16="http://schemas.microsoft.com/office/drawing/2014/main" id="{FB714C4E-3A02-4E1B-B1CA-FD29896DDF4E}"/>
              </a:ext>
            </a:extLst>
          </p:cNvPr>
          <p:cNvSpPr>
            <a:spLocks xmlns:a="http://schemas.openxmlformats.org/drawingml/2006/main" noGrp="1"/>
          </p:cNvSpPr>
          <p:nvPr/>
        </p:nvSpPr>
        <p:spPr>
          <a:xfrm xmlns:a="http://schemas.openxmlformats.org/drawingml/2006/main">
            <a:off x="6953250" y="438150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048E85E-548D-4DF8-8205-E2AB927BDF16}"/>
              </a:ext>
            </a:extLst>
          </p:cNvPr>
          <p:cNvSpPr>
            <a:spLocks xmlns:a="http://schemas.openxmlformats.org/drawingml/2006/main" noGrp="1"/>
          </p:cNvSpPr>
          <p:nvPr/>
        </p:nvSpPr>
        <p:spPr>
          <a:xfrm xmlns:a="http://schemas.openxmlformats.org/drawingml/2006/main">
            <a:off x="6953250" y="43529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395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t>
            </a:r>
          </a:p>
        </p:txBody>
      </p:sp>
      <p:sp>
        <p:nvSpPr>
          <p:cNvPr id="40" name="">
            <a:extLst xmlns:a="http://schemas.openxmlformats.org/drawingml/2006/main">
              <a:ext uri="{FF2B5EF4-FFF2-40B4-BE49-F238E27FC236}">
                <a16:creationId xmlns:a16="http://schemas.microsoft.com/office/drawing/2014/main" id="{12D3FF3A-A29E-40F3-AD18-AECAEB31CC01}"/>
              </a:ext>
            </a:extLst>
          </p:cNvPr>
          <p:cNvSpPr>
            <a:spLocks xmlns:a="http://schemas.openxmlformats.org/drawingml/2006/main" noGrp="1"/>
          </p:cNvSpPr>
          <p:nvPr/>
        </p:nvSpPr>
        <p:spPr>
          <a:xfrm xmlns:a="http://schemas.openxmlformats.org/drawingml/2006/main">
            <a:off x="7315200" y="430530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Evidence linked to commit</a:t>
            </a:r>
          </a:p>
        </p:txBody>
      </p:sp>
      <p:sp>
        <p:nvSpPr>
          <p:cNvPr id="41" name="">
            <a:extLst xmlns:a="http://schemas.openxmlformats.org/drawingml/2006/main">
              <a:ext uri="{FF2B5EF4-FFF2-40B4-BE49-F238E27FC236}">
                <a16:creationId xmlns:a16="http://schemas.microsoft.com/office/drawing/2014/main" id="{20AB76ED-E109-4929-8660-759F39B60266}"/>
              </a:ext>
            </a:extLst>
          </p:cNvPr>
          <p:cNvSpPr>
            <a:spLocks xmlns:a="http://schemas.openxmlformats.org/drawingml/2006/main" noGrp="1"/>
          </p:cNvSpPr>
          <p:nvPr/>
        </p:nvSpPr>
        <p:spPr>
          <a:xfrm xmlns:a="http://schemas.openxmlformats.org/drawingml/2006/main">
            <a:off x="5667375" y="3333750"/>
            <a:ext cx="857250" cy="438150"/>
          </a:xfrm>
          <a:prstGeom xmlns:a="http://schemas.openxmlformats.org/drawingml/2006/main" prst="rightArrow">
            <a:avLst/>
          </a:prstGeom>
          <a:solidFill xmlns:a="http://schemas.openxmlformats.org/drawingml/2006/main">
            <a:srgbClr val="F28C2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E6AD377-46A8-4540-8F15-014B4D36C231}"/>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2FE9357-C757-40C3-ACC1-3F8BC0A84BB4}"/>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3DA1FC8-7531-4FEE-B65C-A86A8669C9AC}"/>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The technical skills stay. The delivery standard rises.</a:t>
            </a:r>
          </a:p>
        </p:txBody>
      </p:sp>
    </p:spTree>
    <p:extLst>
      <p:ext uri="{BB962C8B-B14F-4D97-AF65-F5344CB8AC3E}">
        <p14:creationId xmlns:p14="http://schemas.microsoft.com/office/powerpoint/2010/main" val="8405324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EFA8495-A066-44F3-AB97-6074265761A2}"/>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2EECBA-31EE-435F-9948-C3571E01317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8EBE1E-417E-42A5-9C04-C090AFCD4045}"/>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B051A66F-1D3D-44FC-96E1-D41D2E3F28DB}"/>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Transition</a:t>
            </a:r>
          </a:p>
        </p:txBody>
      </p:sp>
      <p:sp>
        <p:nvSpPr>
          <p:cNvPr id="5" name="">
            <a:extLst xmlns:a="http://schemas.openxmlformats.org/drawingml/2006/main">
              <a:ext uri="{FF2B5EF4-FFF2-40B4-BE49-F238E27FC236}">
                <a16:creationId xmlns:a16="http://schemas.microsoft.com/office/drawing/2014/main" id="{4D588566-63E9-46F9-8596-CA665EDC829B}"/>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Where DevOps practices enter network automation</a:t>
            </a:r>
          </a:p>
        </p:txBody>
      </p:sp>
      <p:sp>
        <p:nvSpPr>
          <p:cNvPr id="6" name="">
            <a:extLst xmlns:a="http://schemas.openxmlformats.org/drawingml/2006/main">
              <a:ext uri="{FF2B5EF4-FFF2-40B4-BE49-F238E27FC236}">
                <a16:creationId xmlns:a16="http://schemas.microsoft.com/office/drawing/2014/main" id="{E006223C-E7C2-4F55-864C-06DA5B22BE43}"/>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C06E63-E0EC-43C0-A413-889D832911E2}"/>
              </a:ext>
            </a:extLst>
          </p:cNvPr>
          <p:cNvSpPr>
            <a:spLocks xmlns:a="http://schemas.openxmlformats.org/drawingml/2006/main" noGrp="1"/>
          </p:cNvSpPr>
          <p:nvPr/>
        </p:nvSpPr>
        <p:spPr>
          <a:xfrm xmlns:a="http://schemas.openxmlformats.org/drawingml/2006/main">
            <a:off x="571500" y="1733550"/>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148C7CFF-9886-44B2-9171-74E62A0C4921}"/>
              </a:ext>
            </a:extLst>
          </p:cNvPr>
          <p:cNvSpPr>
            <a:spLocks xmlns:a="http://schemas.openxmlformats.org/drawingml/2006/main" noGrp="1"/>
          </p:cNvSpPr>
          <p:nvPr/>
        </p:nvSpPr>
        <p:spPr>
          <a:xfrm xmlns:a="http://schemas.openxmlformats.org/drawingml/2006/main">
            <a:off x="1356360" y="18288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1f35785fdc444005">
            <a:extLst>
              <a:ext uri="{96DAC541-7B7A-43D3-8B79-37D633B846F1}">
                <asvg:svgBlip xmlns:asvg="http://schemas.microsoft.com/office/drawing/2016/SVG/main" r:embed="R8ab0852c025d44ee"/>
              </a:ext>
            </a:extLst>
          </a:blip>
          <a:stretch xmlns:a="http://schemas.openxmlformats.org/drawingml/2006/main"/>
        </p:blipFill>
        <p:spPr>
          <a:xfrm xmlns:a="http://schemas.openxmlformats.org/drawingml/2006/main">
            <a:off x="1461135" y="19335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845AB24-697A-48BD-B605-75C4F76140D3}"/>
              </a:ext>
            </a:extLst>
          </p:cNvPr>
          <p:cNvSpPr>
            <a:spLocks xmlns:a="http://schemas.openxmlformats.org/drawingml/2006/main" noGrp="1"/>
          </p:cNvSpPr>
          <p:nvPr/>
        </p:nvSpPr>
        <p:spPr>
          <a:xfrm xmlns:a="http://schemas.openxmlformats.org/drawingml/2006/main">
            <a:off x="666750" y="23145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Plan</a:t>
            </a:r>
          </a:p>
        </p:txBody>
      </p:sp>
      <p:sp>
        <p:nvSpPr>
          <p:cNvPr id="11" name="">
            <a:extLst xmlns:a="http://schemas.openxmlformats.org/drawingml/2006/main">
              <a:ext uri="{FF2B5EF4-FFF2-40B4-BE49-F238E27FC236}">
                <a16:creationId xmlns:a16="http://schemas.microsoft.com/office/drawing/2014/main" id="{EB8B415F-99DD-4EE6-A159-26DAF2529B8C}"/>
              </a:ext>
            </a:extLst>
          </p:cNvPr>
          <p:cNvSpPr>
            <a:spLocks xmlns:a="http://schemas.openxmlformats.org/drawingml/2006/main" noGrp="1"/>
          </p:cNvSpPr>
          <p:nvPr/>
        </p:nvSpPr>
        <p:spPr>
          <a:xfrm xmlns:a="http://schemas.openxmlformats.org/drawingml/2006/main">
            <a:off x="685800" y="2571750"/>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Intent + risk</a:t>
            </a:r>
          </a:p>
        </p:txBody>
      </p:sp>
      <p:sp>
        <p:nvSpPr>
          <p:cNvPr id="12" name="">
            <a:extLst xmlns:a="http://schemas.openxmlformats.org/drawingml/2006/main">
              <a:ext uri="{FF2B5EF4-FFF2-40B4-BE49-F238E27FC236}">
                <a16:creationId xmlns:a16="http://schemas.microsoft.com/office/drawing/2014/main" id="{255352FA-A430-4927-BD77-E0C2976D3BC7}"/>
              </a:ext>
            </a:extLst>
          </p:cNvPr>
          <p:cNvSpPr>
            <a:spLocks xmlns:a="http://schemas.openxmlformats.org/drawingml/2006/main" noGrp="1"/>
          </p:cNvSpPr>
          <p:nvPr/>
        </p:nvSpPr>
        <p:spPr>
          <a:xfrm xmlns:a="http://schemas.openxmlformats.org/drawingml/2006/main">
            <a:off x="2827020" y="1733550"/>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0A6FAF"/>
            </a:solidFill>
            <a:prstDash val="solid"/>
          </a:ln>
        </p:spPr>
      </p:sp>
      <p:sp>
        <p:nvSpPr>
          <p:cNvPr id="13" name="">
            <a:extLst xmlns:a="http://schemas.openxmlformats.org/drawingml/2006/main">
              <a:ext uri="{FF2B5EF4-FFF2-40B4-BE49-F238E27FC236}">
                <a16:creationId xmlns:a16="http://schemas.microsoft.com/office/drawing/2014/main" id="{0CCA3856-C08D-4829-BC1F-0D7E0B6D61CA}"/>
              </a:ext>
            </a:extLst>
          </p:cNvPr>
          <p:cNvSpPr>
            <a:spLocks xmlns:a="http://schemas.openxmlformats.org/drawingml/2006/main" noGrp="1"/>
          </p:cNvSpPr>
          <p:nvPr/>
        </p:nvSpPr>
        <p:spPr>
          <a:xfrm xmlns:a="http://schemas.openxmlformats.org/drawingml/2006/main">
            <a:off x="3611880" y="18288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69277fd9013044df">
            <a:extLst>
              <a:ext uri="{96DAC541-7B7A-43D3-8B79-37D633B846F1}">
                <asvg:svgBlip xmlns:asvg="http://schemas.microsoft.com/office/drawing/2016/SVG/main" r:embed="Ra9536d546d744f28"/>
              </a:ext>
            </a:extLst>
          </a:blip>
          <a:stretch xmlns:a="http://schemas.openxmlformats.org/drawingml/2006/main"/>
        </p:blipFill>
        <p:spPr>
          <a:xfrm xmlns:a="http://schemas.openxmlformats.org/drawingml/2006/main">
            <a:off x="3716655" y="19335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F5500E1-2708-46DD-9103-C9FFF3B0105B}"/>
              </a:ext>
            </a:extLst>
          </p:cNvPr>
          <p:cNvSpPr>
            <a:spLocks xmlns:a="http://schemas.openxmlformats.org/drawingml/2006/main" noGrp="1"/>
          </p:cNvSpPr>
          <p:nvPr/>
        </p:nvSpPr>
        <p:spPr>
          <a:xfrm xmlns:a="http://schemas.openxmlformats.org/drawingml/2006/main">
            <a:off x="2922270" y="23145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Code</a:t>
            </a:r>
          </a:p>
        </p:txBody>
      </p:sp>
      <p:sp>
        <p:nvSpPr>
          <p:cNvPr id="16" name="">
            <a:extLst xmlns:a="http://schemas.openxmlformats.org/drawingml/2006/main">
              <a:ext uri="{FF2B5EF4-FFF2-40B4-BE49-F238E27FC236}">
                <a16:creationId xmlns:a16="http://schemas.microsoft.com/office/drawing/2014/main" id="{43D8BCD4-6B9B-4F43-99BE-E32F174ABD85}"/>
              </a:ext>
            </a:extLst>
          </p:cNvPr>
          <p:cNvSpPr>
            <a:spLocks xmlns:a="http://schemas.openxmlformats.org/drawingml/2006/main" noGrp="1"/>
          </p:cNvSpPr>
          <p:nvPr/>
        </p:nvSpPr>
        <p:spPr>
          <a:xfrm xmlns:a="http://schemas.openxmlformats.org/drawingml/2006/main">
            <a:off x="2941320" y="2571750"/>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Version + review</a:t>
            </a:r>
          </a:p>
        </p:txBody>
      </p:sp>
      <p:sp>
        <p:nvSpPr>
          <p:cNvPr id="17" name="">
            <a:extLst xmlns:a="http://schemas.openxmlformats.org/drawingml/2006/main">
              <a:ext uri="{FF2B5EF4-FFF2-40B4-BE49-F238E27FC236}">
                <a16:creationId xmlns:a16="http://schemas.microsoft.com/office/drawing/2014/main" id="{B115358B-5EBD-4B04-B4CD-12663D23317A}"/>
              </a:ext>
            </a:extLst>
          </p:cNvPr>
          <p:cNvSpPr>
            <a:spLocks xmlns:a="http://schemas.openxmlformats.org/drawingml/2006/main" noGrp="1"/>
          </p:cNvSpPr>
          <p:nvPr/>
        </p:nvSpPr>
        <p:spPr>
          <a:xfrm xmlns:a="http://schemas.openxmlformats.org/drawingml/2006/main">
            <a:off x="2636520" y="229552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10E7A0D-D4F8-44EC-A164-34175D8CC772}"/>
              </a:ext>
            </a:extLst>
          </p:cNvPr>
          <p:cNvSpPr>
            <a:spLocks xmlns:a="http://schemas.openxmlformats.org/drawingml/2006/main" noGrp="1"/>
          </p:cNvSpPr>
          <p:nvPr/>
        </p:nvSpPr>
        <p:spPr>
          <a:xfrm xmlns:a="http://schemas.openxmlformats.org/drawingml/2006/main">
            <a:off x="5082540" y="1733550"/>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52715876-310F-4B59-8313-FA94D1E03EEB}"/>
              </a:ext>
            </a:extLst>
          </p:cNvPr>
          <p:cNvSpPr>
            <a:spLocks xmlns:a="http://schemas.openxmlformats.org/drawingml/2006/main" noGrp="1"/>
          </p:cNvSpPr>
          <p:nvPr/>
        </p:nvSpPr>
        <p:spPr>
          <a:xfrm xmlns:a="http://schemas.openxmlformats.org/drawingml/2006/main">
            <a:off x="5867400" y="182880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e6aad3e8dda4fe0">
            <a:extLst>
              <a:ext uri="{96DAC541-7B7A-43D3-8B79-37D633B846F1}">
                <asvg:svgBlip xmlns:asvg="http://schemas.microsoft.com/office/drawing/2016/SVG/main" r:embed="R873c415239604e97"/>
              </a:ext>
            </a:extLst>
          </a:blip>
          <a:stretch xmlns:a="http://schemas.openxmlformats.org/drawingml/2006/main"/>
        </p:blipFill>
        <p:spPr>
          <a:xfrm xmlns:a="http://schemas.openxmlformats.org/drawingml/2006/main">
            <a:off x="5972175" y="19335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2706433-4E2F-4E96-AA5F-0A33D9848FB2}"/>
              </a:ext>
            </a:extLst>
          </p:cNvPr>
          <p:cNvSpPr>
            <a:spLocks xmlns:a="http://schemas.openxmlformats.org/drawingml/2006/main" noGrp="1"/>
          </p:cNvSpPr>
          <p:nvPr/>
        </p:nvSpPr>
        <p:spPr>
          <a:xfrm xmlns:a="http://schemas.openxmlformats.org/drawingml/2006/main">
            <a:off x="5177790" y="23145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Build</a:t>
            </a:r>
          </a:p>
        </p:txBody>
      </p:sp>
      <p:sp>
        <p:nvSpPr>
          <p:cNvPr id="22" name="">
            <a:extLst xmlns:a="http://schemas.openxmlformats.org/drawingml/2006/main">
              <a:ext uri="{FF2B5EF4-FFF2-40B4-BE49-F238E27FC236}">
                <a16:creationId xmlns:a16="http://schemas.microsoft.com/office/drawing/2014/main" id="{0119B659-7B5F-4E43-91A6-B09796336B6F}"/>
              </a:ext>
            </a:extLst>
          </p:cNvPr>
          <p:cNvSpPr>
            <a:spLocks xmlns:a="http://schemas.openxmlformats.org/drawingml/2006/main" noGrp="1"/>
          </p:cNvSpPr>
          <p:nvPr/>
        </p:nvSpPr>
        <p:spPr>
          <a:xfrm xmlns:a="http://schemas.openxmlformats.org/drawingml/2006/main">
            <a:off x="5196840" y="2571750"/>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Runtime + artifact</a:t>
            </a:r>
          </a:p>
        </p:txBody>
      </p:sp>
      <p:sp>
        <p:nvSpPr>
          <p:cNvPr id="23" name="">
            <a:extLst xmlns:a="http://schemas.openxmlformats.org/drawingml/2006/main">
              <a:ext uri="{FF2B5EF4-FFF2-40B4-BE49-F238E27FC236}">
                <a16:creationId xmlns:a16="http://schemas.microsoft.com/office/drawing/2014/main" id="{A9B3484B-E699-4BBA-B735-8773F7A56BFC}"/>
              </a:ext>
            </a:extLst>
          </p:cNvPr>
          <p:cNvSpPr>
            <a:spLocks xmlns:a="http://schemas.openxmlformats.org/drawingml/2006/main" noGrp="1"/>
          </p:cNvSpPr>
          <p:nvPr/>
        </p:nvSpPr>
        <p:spPr>
          <a:xfrm xmlns:a="http://schemas.openxmlformats.org/drawingml/2006/main">
            <a:off x="4892040" y="229552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1563987-EB1D-4C37-86F0-70C9A1578B99}"/>
              </a:ext>
            </a:extLst>
          </p:cNvPr>
          <p:cNvSpPr>
            <a:spLocks xmlns:a="http://schemas.openxmlformats.org/drawingml/2006/main" noGrp="1"/>
          </p:cNvSpPr>
          <p:nvPr/>
        </p:nvSpPr>
        <p:spPr>
          <a:xfrm xmlns:a="http://schemas.openxmlformats.org/drawingml/2006/main">
            <a:off x="7338060" y="1733550"/>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87EB9E45-3FE0-4AA3-93E6-8936E3D59B97}"/>
              </a:ext>
            </a:extLst>
          </p:cNvPr>
          <p:cNvSpPr>
            <a:spLocks xmlns:a="http://schemas.openxmlformats.org/drawingml/2006/main" noGrp="1"/>
          </p:cNvSpPr>
          <p:nvPr/>
        </p:nvSpPr>
        <p:spPr>
          <a:xfrm xmlns:a="http://schemas.openxmlformats.org/drawingml/2006/main">
            <a:off x="8122920" y="182880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627a19bdab2f4f53">
            <a:extLst>
              <a:ext uri="{96DAC541-7B7A-43D3-8B79-37D633B846F1}">
                <asvg:svgBlip xmlns:asvg="http://schemas.microsoft.com/office/drawing/2016/SVG/main" r:embed="Rbec5beacc0dc49e8"/>
              </a:ext>
            </a:extLst>
          </a:blip>
          <a:stretch xmlns:a="http://schemas.openxmlformats.org/drawingml/2006/main"/>
        </p:blipFill>
        <p:spPr>
          <a:xfrm xmlns:a="http://schemas.openxmlformats.org/drawingml/2006/main">
            <a:off x="8227695" y="19335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4345E0F7-3609-4799-B732-EE5A72E05CBA}"/>
              </a:ext>
            </a:extLst>
          </p:cNvPr>
          <p:cNvSpPr>
            <a:spLocks xmlns:a="http://schemas.openxmlformats.org/drawingml/2006/main" noGrp="1"/>
          </p:cNvSpPr>
          <p:nvPr/>
        </p:nvSpPr>
        <p:spPr>
          <a:xfrm xmlns:a="http://schemas.openxmlformats.org/drawingml/2006/main">
            <a:off x="7433310" y="23145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Release</a:t>
            </a:r>
          </a:p>
        </p:txBody>
      </p:sp>
      <p:sp>
        <p:nvSpPr>
          <p:cNvPr id="28" name="">
            <a:extLst xmlns:a="http://schemas.openxmlformats.org/drawingml/2006/main">
              <a:ext uri="{FF2B5EF4-FFF2-40B4-BE49-F238E27FC236}">
                <a16:creationId xmlns:a16="http://schemas.microsoft.com/office/drawing/2014/main" id="{42EC3001-B989-4777-8DE0-2C09B1092CCF}"/>
              </a:ext>
            </a:extLst>
          </p:cNvPr>
          <p:cNvSpPr>
            <a:spLocks xmlns:a="http://schemas.openxmlformats.org/drawingml/2006/main" noGrp="1"/>
          </p:cNvSpPr>
          <p:nvPr/>
        </p:nvSpPr>
        <p:spPr>
          <a:xfrm xmlns:a="http://schemas.openxmlformats.org/drawingml/2006/main">
            <a:off x="7452360" y="2571750"/>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Approve + deploy</a:t>
            </a:r>
          </a:p>
        </p:txBody>
      </p:sp>
      <p:sp>
        <p:nvSpPr>
          <p:cNvPr id="29" name="">
            <a:extLst xmlns:a="http://schemas.openxmlformats.org/drawingml/2006/main">
              <a:ext uri="{FF2B5EF4-FFF2-40B4-BE49-F238E27FC236}">
                <a16:creationId xmlns:a16="http://schemas.microsoft.com/office/drawing/2014/main" id="{97DD0717-3B6A-4705-80E3-E339F3F05319}"/>
              </a:ext>
            </a:extLst>
          </p:cNvPr>
          <p:cNvSpPr>
            <a:spLocks xmlns:a="http://schemas.openxmlformats.org/drawingml/2006/main" noGrp="1"/>
          </p:cNvSpPr>
          <p:nvPr/>
        </p:nvSpPr>
        <p:spPr>
          <a:xfrm xmlns:a="http://schemas.openxmlformats.org/drawingml/2006/main">
            <a:off x="7147560" y="229552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99E7E7B-CCA0-4977-9BA8-89D55AC847C9}"/>
              </a:ext>
            </a:extLst>
          </p:cNvPr>
          <p:cNvSpPr>
            <a:spLocks xmlns:a="http://schemas.openxmlformats.org/drawingml/2006/main" noGrp="1"/>
          </p:cNvSpPr>
          <p:nvPr/>
        </p:nvSpPr>
        <p:spPr>
          <a:xfrm xmlns:a="http://schemas.openxmlformats.org/drawingml/2006/main">
            <a:off x="9593580" y="1733550"/>
            <a:ext cx="2026920" cy="1295400"/>
          </a:xfrm>
          <a:prstGeom xmlns:a="http://schemas.openxmlformats.org/drawingml/2006/main" prst="roundRect">
            <a:avLst>
              <a:gd name="adj" fmla="val 8824"/>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6B7CAD5C-0C0A-40D5-97BD-6E00DE4921AC}"/>
              </a:ext>
            </a:extLst>
          </p:cNvPr>
          <p:cNvSpPr>
            <a:spLocks xmlns:a="http://schemas.openxmlformats.org/drawingml/2006/main" noGrp="1"/>
          </p:cNvSpPr>
          <p:nvPr/>
        </p:nvSpPr>
        <p:spPr>
          <a:xfrm xmlns:a="http://schemas.openxmlformats.org/drawingml/2006/main">
            <a:off x="10378440" y="18288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72769a9e59a64dbc">
            <a:extLst>
              <a:ext uri="{96DAC541-7B7A-43D3-8B79-37D633B846F1}">
                <asvg:svgBlip xmlns:asvg="http://schemas.microsoft.com/office/drawing/2016/SVG/main" r:embed="Rfed7259358f54bca"/>
              </a:ext>
            </a:extLst>
          </a:blip>
          <a:stretch xmlns:a="http://schemas.openxmlformats.org/drawingml/2006/main"/>
        </p:blipFill>
        <p:spPr>
          <a:xfrm xmlns:a="http://schemas.openxmlformats.org/drawingml/2006/main">
            <a:off x="10483215" y="193357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E7F582CE-5546-424D-9C91-3CB0FCA8CDB2}"/>
              </a:ext>
            </a:extLst>
          </p:cNvPr>
          <p:cNvSpPr>
            <a:spLocks xmlns:a="http://schemas.openxmlformats.org/drawingml/2006/main" noGrp="1"/>
          </p:cNvSpPr>
          <p:nvPr/>
        </p:nvSpPr>
        <p:spPr>
          <a:xfrm xmlns:a="http://schemas.openxmlformats.org/drawingml/2006/main">
            <a:off x="9688830" y="23145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Operate</a:t>
            </a:r>
          </a:p>
        </p:txBody>
      </p:sp>
      <p:sp>
        <p:nvSpPr>
          <p:cNvPr id="34" name="">
            <a:extLst xmlns:a="http://schemas.openxmlformats.org/drawingml/2006/main">
              <a:ext uri="{FF2B5EF4-FFF2-40B4-BE49-F238E27FC236}">
                <a16:creationId xmlns:a16="http://schemas.microsoft.com/office/drawing/2014/main" id="{C70F16B3-589F-4E21-8445-D4E397C989CB}"/>
              </a:ext>
            </a:extLst>
          </p:cNvPr>
          <p:cNvSpPr>
            <a:spLocks xmlns:a="http://schemas.openxmlformats.org/drawingml/2006/main" noGrp="1"/>
          </p:cNvSpPr>
          <p:nvPr/>
        </p:nvSpPr>
        <p:spPr>
          <a:xfrm xmlns:a="http://schemas.openxmlformats.org/drawingml/2006/main">
            <a:off x="9707880" y="2571750"/>
            <a:ext cx="17983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Observe + learn</a:t>
            </a:r>
          </a:p>
        </p:txBody>
      </p:sp>
      <p:sp>
        <p:nvSpPr>
          <p:cNvPr id="35" name="">
            <a:extLst xmlns:a="http://schemas.openxmlformats.org/drawingml/2006/main">
              <a:ext uri="{FF2B5EF4-FFF2-40B4-BE49-F238E27FC236}">
                <a16:creationId xmlns:a16="http://schemas.microsoft.com/office/drawing/2014/main" id="{FA343A4B-FAA6-4C52-9A25-07CF025B99D6}"/>
              </a:ext>
            </a:extLst>
          </p:cNvPr>
          <p:cNvSpPr>
            <a:spLocks xmlns:a="http://schemas.openxmlformats.org/drawingml/2006/main" noGrp="1"/>
          </p:cNvSpPr>
          <p:nvPr/>
        </p:nvSpPr>
        <p:spPr>
          <a:xfrm xmlns:a="http://schemas.openxmlformats.org/drawingml/2006/main">
            <a:off x="9403080" y="229552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B8C7E75-EF6B-4463-952C-C1A5188E26B6}"/>
              </a:ext>
            </a:extLst>
          </p:cNvPr>
          <p:cNvSpPr>
            <a:spLocks xmlns:a="http://schemas.openxmlformats.org/drawingml/2006/main" noGrp="1"/>
          </p:cNvSpPr>
          <p:nvPr/>
        </p:nvSpPr>
        <p:spPr>
          <a:xfrm xmlns:a="http://schemas.openxmlformats.org/drawingml/2006/main">
            <a:off x="1752600" y="3638550"/>
            <a:ext cx="8667750" cy="9525"/>
          </a:xfrm>
          <a:prstGeom xmlns:a="http://schemas.openxmlformats.org/drawingml/2006/main" prst="line">
            <a:avLst/>
          </a:prstGeom>
          <a:noFill xmlns:a="http://schemas.openxmlformats.org/drawingml/2006/main"/>
          <a:ln xmlns:a="http://schemas.openxmlformats.org/drawingml/2006/main" w="9525">
            <a:solidFill>
              <a:srgbClr val="0A6FAF"/>
            </a:solidFill>
            <a:prstDash val="solid"/>
          </a:ln>
        </p:spPr>
      </p:sp>
      <p:sp>
        <p:nvSpPr>
          <p:cNvPr id="37" name="">
            <a:extLst xmlns:a="http://schemas.openxmlformats.org/drawingml/2006/main">
              <a:ext uri="{FF2B5EF4-FFF2-40B4-BE49-F238E27FC236}">
                <a16:creationId xmlns:a16="http://schemas.microsoft.com/office/drawing/2014/main" id="{D2E75F51-D3B3-4E54-86AD-ED792B0FDE09}"/>
              </a:ext>
            </a:extLst>
          </p:cNvPr>
          <p:cNvSpPr>
            <a:spLocks xmlns:a="http://schemas.openxmlformats.org/drawingml/2006/main" noGrp="1"/>
          </p:cNvSpPr>
          <p:nvPr/>
        </p:nvSpPr>
        <p:spPr>
          <a:xfrm xmlns:a="http://schemas.openxmlformats.org/drawingml/2006/main">
            <a:off x="857250" y="3429000"/>
            <a:ext cx="10477500" cy="400050"/>
          </a:xfrm>
          <a:prstGeom xmlns:a="http://schemas.openxmlformats.org/drawingml/2006/main" prst="leftArrow">
            <a:avLst/>
          </a:prstGeom>
          <a:solidFill xmlns:a="http://schemas.openxmlformats.org/drawingml/2006/main">
            <a:srgbClr val="DDF2F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ED3B045-0900-4C79-945A-8DE07CABFC4F}"/>
              </a:ext>
            </a:extLst>
          </p:cNvPr>
          <p:cNvSpPr>
            <a:spLocks xmlns:a="http://schemas.openxmlformats.org/drawingml/2006/main" noGrp="1"/>
          </p:cNvSpPr>
          <p:nvPr/>
        </p:nvSpPr>
        <p:spPr>
          <a:xfrm xmlns:a="http://schemas.openxmlformats.org/drawingml/2006/main">
            <a:off x="5124450" y="34671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FEEDBACK</a:t>
            </a:r>
          </a:p>
        </p:txBody>
      </p:sp>
      <p:sp>
        <p:nvSpPr>
          <p:cNvPr id="39" name="">
            <a:extLst xmlns:a="http://schemas.openxmlformats.org/drawingml/2006/main">
              <a:ext uri="{FF2B5EF4-FFF2-40B4-BE49-F238E27FC236}">
                <a16:creationId xmlns:a16="http://schemas.microsoft.com/office/drawing/2014/main" id="{C938F9FA-FC7B-4239-BF49-82AB0F274899}"/>
              </a:ext>
            </a:extLst>
          </p:cNvPr>
          <p:cNvSpPr>
            <a:spLocks xmlns:a="http://schemas.openxmlformats.org/drawingml/2006/main" noGrp="1"/>
          </p:cNvSpPr>
          <p:nvPr/>
        </p:nvSpPr>
        <p:spPr>
          <a:xfrm xmlns:a="http://schemas.openxmlformats.org/drawingml/2006/main">
            <a:off x="1285875" y="4333875"/>
            <a:ext cx="2857500" cy="1047750"/>
          </a:xfrm>
          <a:prstGeom xmlns:a="http://schemas.openxmlformats.org/drawingml/2006/main" prst="roundRect">
            <a:avLst>
              <a:gd name="adj" fmla="val 10909"/>
            </a:avLst>
          </a:prstGeom>
          <a:solidFill xmlns:a="http://schemas.openxmlformats.org/drawingml/2006/main">
            <a:srgbClr val="F3F8FC"/>
          </a:solidFill>
          <a:ln xmlns:a="http://schemas.openxmlformats.org/drawingml/2006/main" w="9525">
            <a:solidFill>
              <a:srgbClr val="C8D7E5"/>
            </a:solidFill>
            <a:prstDash val="solid"/>
          </a:ln>
        </p:spPr>
      </p:sp>
      <p:sp>
        <p:nvSpPr>
          <p:cNvPr id="40" name="">
            <a:extLst xmlns:a="http://schemas.openxmlformats.org/drawingml/2006/main">
              <a:ext uri="{FF2B5EF4-FFF2-40B4-BE49-F238E27FC236}">
                <a16:creationId xmlns:a16="http://schemas.microsoft.com/office/drawing/2014/main" id="{1C162645-5134-4F10-A7B8-79D4B7EFE584}"/>
              </a:ext>
            </a:extLst>
          </p:cNvPr>
          <p:cNvSpPr>
            <a:spLocks xmlns:a="http://schemas.openxmlformats.org/drawingml/2006/main" noGrp="1"/>
          </p:cNvSpPr>
          <p:nvPr/>
        </p:nvSpPr>
        <p:spPr>
          <a:xfrm xmlns:a="http://schemas.openxmlformats.org/drawingml/2006/main">
            <a:off x="1285875" y="4333875"/>
            <a:ext cx="76200" cy="10477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568C878-DC48-48E5-901A-BEB35B9DDC50}"/>
              </a:ext>
            </a:extLst>
          </p:cNvPr>
          <p:cNvSpPr>
            <a:spLocks xmlns:a="http://schemas.openxmlformats.org/drawingml/2006/main" noGrp="1"/>
          </p:cNvSpPr>
          <p:nvPr/>
        </p:nvSpPr>
        <p:spPr>
          <a:xfrm xmlns:a="http://schemas.openxmlformats.org/drawingml/2006/main">
            <a:off x="1495425" y="4505325"/>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Delivery</a:t>
            </a:r>
          </a:p>
        </p:txBody>
      </p:sp>
      <p:sp>
        <p:nvSpPr>
          <p:cNvPr id="42" name="">
            <a:extLst xmlns:a="http://schemas.openxmlformats.org/drawingml/2006/main">
              <a:ext uri="{FF2B5EF4-FFF2-40B4-BE49-F238E27FC236}">
                <a16:creationId xmlns:a16="http://schemas.microsoft.com/office/drawing/2014/main" id="{F353ABDC-FF3C-4D27-A368-89F6C24E98D1}"/>
              </a:ext>
            </a:extLst>
          </p:cNvPr>
          <p:cNvSpPr>
            <a:spLocks xmlns:a="http://schemas.openxmlformats.org/drawingml/2006/main" noGrp="1"/>
          </p:cNvSpPr>
          <p:nvPr/>
        </p:nvSpPr>
        <p:spPr>
          <a:xfrm xmlns:a="http://schemas.openxmlformats.org/drawingml/2006/main">
            <a:off x="1495425" y="489585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Pipelines, artifacts, environments</a:t>
            </a:r>
          </a:p>
        </p:txBody>
      </p:sp>
      <p:sp>
        <p:nvSpPr>
          <p:cNvPr id="43" name="">
            <a:extLst xmlns:a="http://schemas.openxmlformats.org/drawingml/2006/main">
              <a:ext uri="{FF2B5EF4-FFF2-40B4-BE49-F238E27FC236}">
                <a16:creationId xmlns:a16="http://schemas.microsoft.com/office/drawing/2014/main" id="{37FFD0FD-5D5D-41A7-8A41-EBDD5018FDF3}"/>
              </a:ext>
            </a:extLst>
          </p:cNvPr>
          <p:cNvSpPr>
            <a:spLocks xmlns:a="http://schemas.openxmlformats.org/drawingml/2006/main" noGrp="1"/>
          </p:cNvSpPr>
          <p:nvPr/>
        </p:nvSpPr>
        <p:spPr>
          <a:xfrm xmlns:a="http://schemas.openxmlformats.org/drawingml/2006/main">
            <a:off x="4667250" y="4333875"/>
            <a:ext cx="2857500" cy="1047750"/>
          </a:xfrm>
          <a:prstGeom xmlns:a="http://schemas.openxmlformats.org/drawingml/2006/main" prst="roundRect">
            <a:avLst>
              <a:gd name="adj" fmla="val 10909"/>
            </a:avLst>
          </a:prstGeom>
          <a:solidFill xmlns:a="http://schemas.openxmlformats.org/drawingml/2006/main">
            <a:srgbClr val="F3F8FC"/>
          </a:solidFill>
          <a:ln xmlns:a="http://schemas.openxmlformats.org/drawingml/2006/main" w="9525">
            <a:solidFill>
              <a:srgbClr val="C8D7E5"/>
            </a:solidFill>
            <a:prstDash val="solid"/>
          </a:ln>
        </p:spPr>
      </p:sp>
      <p:sp>
        <p:nvSpPr>
          <p:cNvPr id="44" name="">
            <a:extLst xmlns:a="http://schemas.openxmlformats.org/drawingml/2006/main">
              <a:ext uri="{FF2B5EF4-FFF2-40B4-BE49-F238E27FC236}">
                <a16:creationId xmlns:a16="http://schemas.microsoft.com/office/drawing/2014/main" id="{CAE1F64D-F120-4C96-89BF-C549FF6319A2}"/>
              </a:ext>
            </a:extLst>
          </p:cNvPr>
          <p:cNvSpPr>
            <a:spLocks xmlns:a="http://schemas.openxmlformats.org/drawingml/2006/main" noGrp="1"/>
          </p:cNvSpPr>
          <p:nvPr/>
        </p:nvSpPr>
        <p:spPr>
          <a:xfrm xmlns:a="http://schemas.openxmlformats.org/drawingml/2006/main">
            <a:off x="4667250" y="4333875"/>
            <a:ext cx="76200" cy="10477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3C32CE7-C7A9-429C-A28B-962D61ABD5E3}"/>
              </a:ext>
            </a:extLst>
          </p:cNvPr>
          <p:cNvSpPr>
            <a:spLocks xmlns:a="http://schemas.openxmlformats.org/drawingml/2006/main" noGrp="1"/>
          </p:cNvSpPr>
          <p:nvPr/>
        </p:nvSpPr>
        <p:spPr>
          <a:xfrm xmlns:a="http://schemas.openxmlformats.org/drawingml/2006/main">
            <a:off x="4876800" y="4505325"/>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Governance</a:t>
            </a:r>
          </a:p>
        </p:txBody>
      </p:sp>
      <p:sp>
        <p:nvSpPr>
          <p:cNvPr id="46" name="">
            <a:extLst xmlns:a="http://schemas.openxmlformats.org/drawingml/2006/main">
              <a:ext uri="{FF2B5EF4-FFF2-40B4-BE49-F238E27FC236}">
                <a16:creationId xmlns:a16="http://schemas.microsoft.com/office/drawing/2014/main" id="{E191EAB7-FB3B-41F7-8470-EFC844C7BD4B}"/>
              </a:ext>
            </a:extLst>
          </p:cNvPr>
          <p:cNvSpPr>
            <a:spLocks xmlns:a="http://schemas.openxmlformats.org/drawingml/2006/main" noGrp="1"/>
          </p:cNvSpPr>
          <p:nvPr/>
        </p:nvSpPr>
        <p:spPr>
          <a:xfrm xmlns:a="http://schemas.openxmlformats.org/drawingml/2006/main">
            <a:off x="4876800" y="489585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Review, policy, identity, approval</a:t>
            </a:r>
          </a:p>
        </p:txBody>
      </p:sp>
      <p:sp>
        <p:nvSpPr>
          <p:cNvPr id="47" name="">
            <a:extLst xmlns:a="http://schemas.openxmlformats.org/drawingml/2006/main">
              <a:ext uri="{FF2B5EF4-FFF2-40B4-BE49-F238E27FC236}">
                <a16:creationId xmlns:a16="http://schemas.microsoft.com/office/drawing/2014/main" id="{BED691F4-437E-4F28-95B6-09FECB5BA7F8}"/>
              </a:ext>
            </a:extLst>
          </p:cNvPr>
          <p:cNvSpPr>
            <a:spLocks xmlns:a="http://schemas.openxmlformats.org/drawingml/2006/main" noGrp="1"/>
          </p:cNvSpPr>
          <p:nvPr/>
        </p:nvSpPr>
        <p:spPr>
          <a:xfrm xmlns:a="http://schemas.openxmlformats.org/drawingml/2006/main">
            <a:off x="8048625" y="4333875"/>
            <a:ext cx="2857500" cy="1047750"/>
          </a:xfrm>
          <a:prstGeom xmlns:a="http://schemas.openxmlformats.org/drawingml/2006/main" prst="roundRect">
            <a:avLst>
              <a:gd name="adj" fmla="val 10909"/>
            </a:avLst>
          </a:prstGeom>
          <a:solidFill xmlns:a="http://schemas.openxmlformats.org/drawingml/2006/main">
            <a:srgbClr val="F3F8FC"/>
          </a:solidFill>
          <a:ln xmlns:a="http://schemas.openxmlformats.org/drawingml/2006/main" w="9525">
            <a:solidFill>
              <a:srgbClr val="C8D7E5"/>
            </a:solidFill>
            <a:prstDash val="solid"/>
          </a:ln>
        </p:spPr>
      </p:sp>
      <p:sp>
        <p:nvSpPr>
          <p:cNvPr id="48" name="">
            <a:extLst xmlns:a="http://schemas.openxmlformats.org/drawingml/2006/main">
              <a:ext uri="{FF2B5EF4-FFF2-40B4-BE49-F238E27FC236}">
                <a16:creationId xmlns:a16="http://schemas.microsoft.com/office/drawing/2014/main" id="{DD2C8A2E-D8F7-4F8E-9ED3-5EE0BB52A2E9}"/>
              </a:ext>
            </a:extLst>
          </p:cNvPr>
          <p:cNvSpPr>
            <a:spLocks xmlns:a="http://schemas.openxmlformats.org/drawingml/2006/main" noGrp="1"/>
          </p:cNvSpPr>
          <p:nvPr/>
        </p:nvSpPr>
        <p:spPr>
          <a:xfrm xmlns:a="http://schemas.openxmlformats.org/drawingml/2006/main">
            <a:off x="8048625" y="4333875"/>
            <a:ext cx="76200" cy="10477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34CF327-3702-451D-9E42-B99B4DD62DAE}"/>
              </a:ext>
            </a:extLst>
          </p:cNvPr>
          <p:cNvSpPr>
            <a:spLocks xmlns:a="http://schemas.openxmlformats.org/drawingml/2006/main" noGrp="1"/>
          </p:cNvSpPr>
          <p:nvPr/>
        </p:nvSpPr>
        <p:spPr>
          <a:xfrm xmlns:a="http://schemas.openxmlformats.org/drawingml/2006/main">
            <a:off x="8258175" y="4505325"/>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Operations</a:t>
            </a:r>
          </a:p>
        </p:txBody>
      </p:sp>
      <p:sp>
        <p:nvSpPr>
          <p:cNvPr id="50" name="">
            <a:extLst xmlns:a="http://schemas.openxmlformats.org/drawingml/2006/main">
              <a:ext uri="{FF2B5EF4-FFF2-40B4-BE49-F238E27FC236}">
                <a16:creationId xmlns:a16="http://schemas.microsoft.com/office/drawing/2014/main" id="{8A8ED174-E652-4664-9193-EB2B05013BEA}"/>
              </a:ext>
            </a:extLst>
          </p:cNvPr>
          <p:cNvSpPr>
            <a:spLocks xmlns:a="http://schemas.openxmlformats.org/drawingml/2006/main" noGrp="1"/>
          </p:cNvSpPr>
          <p:nvPr/>
        </p:nvSpPr>
        <p:spPr>
          <a:xfrm xmlns:a="http://schemas.openxmlformats.org/drawingml/2006/main">
            <a:off x="8258175" y="489585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Telemetry, evidence, recovery</a:t>
            </a:r>
          </a:p>
        </p:txBody>
      </p:sp>
      <p:sp>
        <p:nvSpPr>
          <p:cNvPr id="51" name="">
            <a:extLst xmlns:a="http://schemas.openxmlformats.org/drawingml/2006/main">
              <a:ext uri="{FF2B5EF4-FFF2-40B4-BE49-F238E27FC236}">
                <a16:creationId xmlns:a16="http://schemas.microsoft.com/office/drawing/2014/main" id="{26CB9120-493F-440C-8E64-C039B1DCB6FE}"/>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586ADFEE-4074-44FE-A3AB-992D110204B8}"/>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59956628-094B-4038-A37D-FFFBC20D4616}"/>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Module 1 applies the CALMS model to this lifecycle.</a:t>
            </a:r>
          </a:p>
        </p:txBody>
      </p:sp>
    </p:spTree>
    <p:extLst>
      <p:ext uri="{BB962C8B-B14F-4D97-AF65-F5344CB8AC3E}">
        <p14:creationId xmlns:p14="http://schemas.microsoft.com/office/powerpoint/2010/main" val="20884386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C2AACF4-4FEA-43F4-8A36-647509374CCD}"/>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79A1EF-6BE0-44BB-B76D-D0065B0E941D}"/>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A0EA2B-864C-47B6-BBBC-2C3199A6CEEE}"/>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C8176DBB-B29E-44D9-A8E3-C81656B1A5D3}"/>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Key Takeaways</a:t>
            </a:r>
          </a:p>
        </p:txBody>
      </p:sp>
      <p:sp>
        <p:nvSpPr>
          <p:cNvPr id="5" name="">
            <a:extLst xmlns:a="http://schemas.openxmlformats.org/drawingml/2006/main">
              <a:ext uri="{FF2B5EF4-FFF2-40B4-BE49-F238E27FC236}">
                <a16:creationId xmlns:a16="http://schemas.microsoft.com/office/drawing/2014/main" id="{014343D8-AA82-461B-BE7C-2C763E64B9AF}"/>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Four principles connect automation to DevOps</a:t>
            </a:r>
          </a:p>
        </p:txBody>
      </p:sp>
      <p:sp>
        <p:nvSpPr>
          <p:cNvPr id="6" name="">
            <a:extLst xmlns:a="http://schemas.openxmlformats.org/drawingml/2006/main">
              <a:ext uri="{FF2B5EF4-FFF2-40B4-BE49-F238E27FC236}">
                <a16:creationId xmlns:a16="http://schemas.microsoft.com/office/drawing/2014/main" id="{43858120-F360-401D-B020-B92C785173DA}"/>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A6F2B4-A110-4D00-9F59-7D155E6DE1BB}"/>
              </a:ext>
            </a:extLst>
          </p:cNvPr>
          <p:cNvSpPr>
            <a:spLocks xmlns:a="http://schemas.openxmlformats.org/drawingml/2006/main" noGrp="1"/>
          </p:cNvSpPr>
          <p:nvPr/>
        </p:nvSpPr>
        <p:spPr>
          <a:xfrm xmlns:a="http://schemas.openxmlformats.org/drawingml/2006/main">
            <a:off x="904875" y="1714500"/>
            <a:ext cx="490537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8" name="">
            <a:extLst xmlns:a="http://schemas.openxmlformats.org/drawingml/2006/main">
              <a:ext uri="{FF2B5EF4-FFF2-40B4-BE49-F238E27FC236}">
                <a16:creationId xmlns:a16="http://schemas.microsoft.com/office/drawing/2014/main" id="{11DFC8B0-533C-41F4-AC55-F61141893EDE}"/>
              </a:ext>
            </a:extLst>
          </p:cNvPr>
          <p:cNvSpPr>
            <a:spLocks xmlns:a="http://schemas.openxmlformats.org/drawingml/2006/main" noGrp="1"/>
          </p:cNvSpPr>
          <p:nvPr/>
        </p:nvSpPr>
        <p:spPr>
          <a:xfrm xmlns:a="http://schemas.openxmlformats.org/drawingml/2006/main">
            <a:off x="904875" y="1714500"/>
            <a:ext cx="76200" cy="14287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EC4D65-58D1-4CA8-9286-79F157DF4740}"/>
              </a:ext>
            </a:extLst>
          </p:cNvPr>
          <p:cNvSpPr>
            <a:spLocks xmlns:a="http://schemas.openxmlformats.org/drawingml/2006/main" noGrp="1"/>
          </p:cNvSpPr>
          <p:nvPr/>
        </p:nvSpPr>
        <p:spPr>
          <a:xfrm xmlns:a="http://schemas.openxmlformats.org/drawingml/2006/main">
            <a:off x="1095375" y="1885950"/>
            <a:ext cx="419100" cy="4191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DE481D8-04C5-4F6A-9CED-5C7E68630DCA}"/>
              </a:ext>
            </a:extLst>
          </p:cNvPr>
          <p:cNvSpPr>
            <a:spLocks xmlns:a="http://schemas.openxmlformats.org/drawingml/2006/main" noGrp="1"/>
          </p:cNvSpPr>
          <p:nvPr/>
        </p:nvSpPr>
        <p:spPr>
          <a:xfrm xmlns:a="http://schemas.openxmlformats.org/drawingml/2006/main">
            <a:off x="1095375" y="1895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1</a:t>
            </a:r>
          </a:p>
        </p:txBody>
      </p:sp>
      <p:sp>
        <p:nvSpPr>
          <p:cNvPr id="11" name="">
            <a:extLst xmlns:a="http://schemas.openxmlformats.org/drawingml/2006/main">
              <a:ext uri="{FF2B5EF4-FFF2-40B4-BE49-F238E27FC236}">
                <a16:creationId xmlns:a16="http://schemas.microsoft.com/office/drawing/2014/main" id="{32067EFD-723B-4B33-A5A5-313693C0A27F}"/>
              </a:ext>
            </a:extLst>
          </p:cNvPr>
          <p:cNvSpPr>
            <a:spLocks xmlns:a="http://schemas.openxmlformats.org/drawingml/2006/main" noGrp="1"/>
          </p:cNvSpPr>
          <p:nvPr/>
        </p:nvSpPr>
        <p:spPr>
          <a:xfrm xmlns:a="http://schemas.openxmlformats.org/drawingml/2006/main">
            <a:off x="1647825" y="1876425"/>
            <a:ext cx="3990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Model intent</a:t>
            </a:r>
          </a:p>
        </p:txBody>
      </p:sp>
      <p:sp>
        <p:nvSpPr>
          <p:cNvPr id="12" name="">
            <a:extLst xmlns:a="http://schemas.openxmlformats.org/drawingml/2006/main">
              <a:ext uri="{FF2B5EF4-FFF2-40B4-BE49-F238E27FC236}">
                <a16:creationId xmlns:a16="http://schemas.microsoft.com/office/drawing/2014/main" id="{D80BBB8A-0658-48ED-AA38-C1DA22154DBE}"/>
              </a:ext>
            </a:extLst>
          </p:cNvPr>
          <p:cNvSpPr>
            <a:spLocks xmlns:a="http://schemas.openxmlformats.org/drawingml/2006/main" noGrp="1"/>
          </p:cNvSpPr>
          <p:nvPr/>
        </p:nvSpPr>
        <p:spPr>
          <a:xfrm xmlns:a="http://schemas.openxmlformats.org/drawingml/2006/main">
            <a:off x="1114425" y="2276475"/>
            <a:ext cx="4505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Use structured, validated data</a:t>
            </a:r>
          </a:p>
        </p:txBody>
      </p:sp>
      <p:sp>
        <p:nvSpPr>
          <p:cNvPr id="13" name="">
            <a:extLst xmlns:a="http://schemas.openxmlformats.org/drawingml/2006/main">
              <a:ext uri="{FF2B5EF4-FFF2-40B4-BE49-F238E27FC236}">
                <a16:creationId xmlns:a16="http://schemas.microsoft.com/office/drawing/2014/main" id="{1DE44148-2D4B-47A4-9BD5-1729BBDB1457}"/>
              </a:ext>
            </a:extLst>
          </p:cNvPr>
          <p:cNvSpPr>
            <a:spLocks xmlns:a="http://schemas.openxmlformats.org/drawingml/2006/main" noGrp="1"/>
          </p:cNvSpPr>
          <p:nvPr/>
        </p:nvSpPr>
        <p:spPr>
          <a:xfrm xmlns:a="http://schemas.openxmlformats.org/drawingml/2006/main">
            <a:off x="6381750" y="1714500"/>
            <a:ext cx="490537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14" name="">
            <a:extLst xmlns:a="http://schemas.openxmlformats.org/drawingml/2006/main">
              <a:ext uri="{FF2B5EF4-FFF2-40B4-BE49-F238E27FC236}">
                <a16:creationId xmlns:a16="http://schemas.microsoft.com/office/drawing/2014/main" id="{0AA2FCBE-DC1E-4F57-A5C9-1B9F642296EA}"/>
              </a:ext>
            </a:extLst>
          </p:cNvPr>
          <p:cNvSpPr>
            <a:spLocks xmlns:a="http://schemas.openxmlformats.org/drawingml/2006/main" noGrp="1"/>
          </p:cNvSpPr>
          <p:nvPr/>
        </p:nvSpPr>
        <p:spPr>
          <a:xfrm xmlns:a="http://schemas.openxmlformats.org/drawingml/2006/main">
            <a:off x="6381750" y="1714500"/>
            <a:ext cx="76200" cy="142875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0C2155F-D67B-46A9-A8A6-DCA86403B691}"/>
              </a:ext>
            </a:extLst>
          </p:cNvPr>
          <p:cNvSpPr>
            <a:spLocks xmlns:a="http://schemas.openxmlformats.org/drawingml/2006/main" noGrp="1"/>
          </p:cNvSpPr>
          <p:nvPr/>
        </p:nvSpPr>
        <p:spPr>
          <a:xfrm xmlns:a="http://schemas.openxmlformats.org/drawingml/2006/main">
            <a:off x="6572250" y="1885950"/>
            <a:ext cx="419100" cy="4191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686F21B-DF66-4BA2-90D0-B58DF3072A12}"/>
              </a:ext>
            </a:extLst>
          </p:cNvPr>
          <p:cNvSpPr>
            <a:spLocks xmlns:a="http://schemas.openxmlformats.org/drawingml/2006/main" noGrp="1"/>
          </p:cNvSpPr>
          <p:nvPr/>
        </p:nvSpPr>
        <p:spPr>
          <a:xfrm xmlns:a="http://schemas.openxmlformats.org/drawingml/2006/main">
            <a:off x="6572250" y="1895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0FABCADE-F8BB-4EE6-A644-95159FB062AF}"/>
              </a:ext>
            </a:extLst>
          </p:cNvPr>
          <p:cNvSpPr>
            <a:spLocks xmlns:a="http://schemas.openxmlformats.org/drawingml/2006/main" noGrp="1"/>
          </p:cNvSpPr>
          <p:nvPr/>
        </p:nvSpPr>
        <p:spPr>
          <a:xfrm xmlns:a="http://schemas.openxmlformats.org/drawingml/2006/main">
            <a:off x="7124700" y="1876425"/>
            <a:ext cx="3990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Control execution</a:t>
            </a:r>
          </a:p>
        </p:txBody>
      </p:sp>
      <p:sp>
        <p:nvSpPr>
          <p:cNvPr id="18" name="">
            <a:extLst xmlns:a="http://schemas.openxmlformats.org/drawingml/2006/main">
              <a:ext uri="{FF2B5EF4-FFF2-40B4-BE49-F238E27FC236}">
                <a16:creationId xmlns:a16="http://schemas.microsoft.com/office/drawing/2014/main" id="{E0E6943E-D55A-4090-80DB-430E66DF8522}"/>
              </a:ext>
            </a:extLst>
          </p:cNvPr>
          <p:cNvSpPr>
            <a:spLocks xmlns:a="http://schemas.openxmlformats.org/drawingml/2006/main" noGrp="1"/>
          </p:cNvSpPr>
          <p:nvPr/>
        </p:nvSpPr>
        <p:spPr>
          <a:xfrm xmlns:a="http://schemas.openxmlformats.org/drawingml/2006/main">
            <a:off x="6591300" y="2276475"/>
            <a:ext cx="4505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Identity, scope, timeout, recovery</a:t>
            </a:r>
          </a:p>
        </p:txBody>
      </p:sp>
      <p:sp>
        <p:nvSpPr>
          <p:cNvPr id="19" name="">
            <a:extLst xmlns:a="http://schemas.openxmlformats.org/drawingml/2006/main">
              <a:ext uri="{FF2B5EF4-FFF2-40B4-BE49-F238E27FC236}">
                <a16:creationId xmlns:a16="http://schemas.microsoft.com/office/drawing/2014/main" id="{29309305-BB6C-4257-BB30-1DAD6DFFAB45}"/>
              </a:ext>
            </a:extLst>
          </p:cNvPr>
          <p:cNvSpPr>
            <a:spLocks xmlns:a="http://schemas.openxmlformats.org/drawingml/2006/main" noGrp="1"/>
          </p:cNvSpPr>
          <p:nvPr/>
        </p:nvSpPr>
        <p:spPr>
          <a:xfrm xmlns:a="http://schemas.openxmlformats.org/drawingml/2006/main">
            <a:off x="904875" y="3524250"/>
            <a:ext cx="490537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20" name="">
            <a:extLst xmlns:a="http://schemas.openxmlformats.org/drawingml/2006/main">
              <a:ext uri="{FF2B5EF4-FFF2-40B4-BE49-F238E27FC236}">
                <a16:creationId xmlns:a16="http://schemas.microsoft.com/office/drawing/2014/main" id="{C91CFB48-1760-4564-ABF6-2F9764CB377C}"/>
              </a:ext>
            </a:extLst>
          </p:cNvPr>
          <p:cNvSpPr>
            <a:spLocks xmlns:a="http://schemas.openxmlformats.org/drawingml/2006/main" noGrp="1"/>
          </p:cNvSpPr>
          <p:nvPr/>
        </p:nvSpPr>
        <p:spPr>
          <a:xfrm xmlns:a="http://schemas.openxmlformats.org/drawingml/2006/main">
            <a:off x="904875" y="3524250"/>
            <a:ext cx="76200" cy="14287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D65039D-05D1-42EC-9745-8E47234E93E5}"/>
              </a:ext>
            </a:extLst>
          </p:cNvPr>
          <p:cNvSpPr>
            <a:spLocks xmlns:a="http://schemas.openxmlformats.org/drawingml/2006/main" noGrp="1"/>
          </p:cNvSpPr>
          <p:nvPr/>
        </p:nvSpPr>
        <p:spPr>
          <a:xfrm xmlns:a="http://schemas.openxmlformats.org/drawingml/2006/main">
            <a:off x="1095375" y="3695700"/>
            <a:ext cx="419100" cy="41910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44236C9-3A5C-4E0D-87D0-1DDFF094BE28}"/>
              </a:ext>
            </a:extLst>
          </p:cNvPr>
          <p:cNvSpPr>
            <a:spLocks xmlns:a="http://schemas.openxmlformats.org/drawingml/2006/main" noGrp="1"/>
          </p:cNvSpPr>
          <p:nvPr/>
        </p:nvSpPr>
        <p:spPr>
          <a:xfrm xmlns:a="http://schemas.openxmlformats.org/drawingml/2006/main">
            <a:off x="1095375" y="37052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3</a:t>
            </a:r>
          </a:p>
        </p:txBody>
      </p:sp>
      <p:sp>
        <p:nvSpPr>
          <p:cNvPr id="23" name="">
            <a:extLst xmlns:a="http://schemas.openxmlformats.org/drawingml/2006/main">
              <a:ext uri="{FF2B5EF4-FFF2-40B4-BE49-F238E27FC236}">
                <a16:creationId xmlns:a16="http://schemas.microsoft.com/office/drawing/2014/main" id="{A71DDEBB-672E-4C19-80D4-BEF2A0E6365F}"/>
              </a:ext>
            </a:extLst>
          </p:cNvPr>
          <p:cNvSpPr>
            <a:spLocks xmlns:a="http://schemas.openxmlformats.org/drawingml/2006/main" noGrp="1"/>
          </p:cNvSpPr>
          <p:nvPr/>
        </p:nvSpPr>
        <p:spPr>
          <a:xfrm xmlns:a="http://schemas.openxmlformats.org/drawingml/2006/main">
            <a:off x="1647825" y="3686175"/>
            <a:ext cx="3990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Verify three states</a:t>
            </a:r>
          </a:p>
        </p:txBody>
      </p:sp>
      <p:sp>
        <p:nvSpPr>
          <p:cNvPr id="24" name="">
            <a:extLst xmlns:a="http://schemas.openxmlformats.org/drawingml/2006/main">
              <a:ext uri="{FF2B5EF4-FFF2-40B4-BE49-F238E27FC236}">
                <a16:creationId xmlns:a16="http://schemas.microsoft.com/office/drawing/2014/main" id="{BC77DC71-A61C-4AE7-892A-7FC5BB8F8709}"/>
              </a:ext>
            </a:extLst>
          </p:cNvPr>
          <p:cNvSpPr>
            <a:spLocks xmlns:a="http://schemas.openxmlformats.org/drawingml/2006/main" noGrp="1"/>
          </p:cNvSpPr>
          <p:nvPr/>
        </p:nvSpPr>
        <p:spPr>
          <a:xfrm xmlns:a="http://schemas.openxmlformats.org/drawingml/2006/main">
            <a:off x="1114425" y="4086225"/>
            <a:ext cx="4505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Intended, configured, operational</a:t>
            </a:r>
          </a:p>
        </p:txBody>
      </p:sp>
      <p:sp>
        <p:nvSpPr>
          <p:cNvPr id="25" name="">
            <a:extLst xmlns:a="http://schemas.openxmlformats.org/drawingml/2006/main">
              <a:ext uri="{FF2B5EF4-FFF2-40B4-BE49-F238E27FC236}">
                <a16:creationId xmlns:a16="http://schemas.microsoft.com/office/drawing/2014/main" id="{0D302A9D-4B35-4282-91F0-899D15596094}"/>
              </a:ext>
            </a:extLst>
          </p:cNvPr>
          <p:cNvSpPr>
            <a:spLocks xmlns:a="http://schemas.openxmlformats.org/drawingml/2006/main" noGrp="1"/>
          </p:cNvSpPr>
          <p:nvPr/>
        </p:nvSpPr>
        <p:spPr>
          <a:xfrm xmlns:a="http://schemas.openxmlformats.org/drawingml/2006/main">
            <a:off x="6381750" y="3524250"/>
            <a:ext cx="490537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26" name="">
            <a:extLst xmlns:a="http://schemas.openxmlformats.org/drawingml/2006/main">
              <a:ext uri="{FF2B5EF4-FFF2-40B4-BE49-F238E27FC236}">
                <a16:creationId xmlns:a16="http://schemas.microsoft.com/office/drawing/2014/main" id="{AD6E2D45-83E2-4A99-9045-05EE3C88190B}"/>
              </a:ext>
            </a:extLst>
          </p:cNvPr>
          <p:cNvSpPr>
            <a:spLocks xmlns:a="http://schemas.openxmlformats.org/drawingml/2006/main" noGrp="1"/>
          </p:cNvSpPr>
          <p:nvPr/>
        </p:nvSpPr>
        <p:spPr>
          <a:xfrm xmlns:a="http://schemas.openxmlformats.org/drawingml/2006/main">
            <a:off x="6381750" y="3524250"/>
            <a:ext cx="76200" cy="14287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7CEDA08-B55C-4251-82CD-7206C3E92AE8}"/>
              </a:ext>
            </a:extLst>
          </p:cNvPr>
          <p:cNvSpPr>
            <a:spLocks xmlns:a="http://schemas.openxmlformats.org/drawingml/2006/main" noGrp="1"/>
          </p:cNvSpPr>
          <p:nvPr/>
        </p:nvSpPr>
        <p:spPr>
          <a:xfrm xmlns:a="http://schemas.openxmlformats.org/drawingml/2006/main">
            <a:off x="6572250" y="3695700"/>
            <a:ext cx="419100" cy="419100"/>
          </a:xfrm>
          <a:prstGeom xmlns:a="http://schemas.openxmlformats.org/drawingml/2006/main" prst="ellipse">
            <a:avLst/>
          </a:prstGeom>
          <a:solidFill xmlns:a="http://schemas.openxmlformats.org/drawingml/2006/main">
            <a:srgbClr val="0A6FA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05B4830-7A5A-4C4A-8F6D-3F20E98AD362}"/>
              </a:ext>
            </a:extLst>
          </p:cNvPr>
          <p:cNvSpPr>
            <a:spLocks xmlns:a="http://schemas.openxmlformats.org/drawingml/2006/main" noGrp="1"/>
          </p:cNvSpPr>
          <p:nvPr/>
        </p:nvSpPr>
        <p:spPr>
          <a:xfrm xmlns:a="http://schemas.openxmlformats.org/drawingml/2006/main">
            <a:off x="6572250" y="37052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4</a:t>
            </a:r>
          </a:p>
        </p:txBody>
      </p:sp>
      <p:sp>
        <p:nvSpPr>
          <p:cNvPr id="29" name="">
            <a:extLst xmlns:a="http://schemas.openxmlformats.org/drawingml/2006/main">
              <a:ext uri="{FF2B5EF4-FFF2-40B4-BE49-F238E27FC236}">
                <a16:creationId xmlns:a16="http://schemas.microsoft.com/office/drawing/2014/main" id="{4ACC2463-266D-4F47-97D5-E0DC57E3C72A}"/>
              </a:ext>
            </a:extLst>
          </p:cNvPr>
          <p:cNvSpPr>
            <a:spLocks xmlns:a="http://schemas.openxmlformats.org/drawingml/2006/main" noGrp="1"/>
          </p:cNvSpPr>
          <p:nvPr/>
        </p:nvSpPr>
        <p:spPr>
          <a:xfrm xmlns:a="http://schemas.openxmlformats.org/drawingml/2006/main">
            <a:off x="7124700" y="3686175"/>
            <a:ext cx="3990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B59"/>
                </a:solidFill>
                <a:latin typeface="Helvetica Neue"/>
                <a:ea typeface="Helvetica Neue"/>
                <a:cs typeface="Helvetica Neue"/>
              </a:defRPr>
            </a:pPr>
            <a:r>
              <a:rPr sz="1575" b="1">
                <a:solidFill>
                  <a:srgbClr val="082B59"/>
                </a:solidFill>
                <a:latin typeface="Helvetica Neue"/>
                <a:ea typeface="Helvetica Neue"/>
                <a:cs typeface="Helvetica Neue"/>
              </a:rPr>
              <a:t>Retain evidence</a:t>
            </a:r>
          </a:p>
        </p:txBody>
      </p:sp>
      <p:sp>
        <p:nvSpPr>
          <p:cNvPr id="30" name="">
            <a:extLst xmlns:a="http://schemas.openxmlformats.org/drawingml/2006/main">
              <a:ext uri="{FF2B5EF4-FFF2-40B4-BE49-F238E27FC236}">
                <a16:creationId xmlns:a16="http://schemas.microsoft.com/office/drawing/2014/main" id="{DA32BAD7-EB01-4C0A-BD7E-0C3ABB69719D}"/>
              </a:ext>
            </a:extLst>
          </p:cNvPr>
          <p:cNvSpPr>
            <a:spLocks xmlns:a="http://schemas.openxmlformats.org/drawingml/2006/main" noGrp="1"/>
          </p:cNvSpPr>
          <p:nvPr/>
        </p:nvSpPr>
        <p:spPr>
          <a:xfrm xmlns:a="http://schemas.openxmlformats.org/drawingml/2006/main">
            <a:off x="6591300" y="4086225"/>
            <a:ext cx="4505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Link results to the exact change</a:t>
            </a:r>
          </a:p>
        </p:txBody>
      </p:sp>
      <p:sp>
        <p:nvSpPr>
          <p:cNvPr id="31" name="">
            <a:extLst xmlns:a="http://schemas.openxmlformats.org/drawingml/2006/main">
              <a:ext uri="{FF2B5EF4-FFF2-40B4-BE49-F238E27FC236}">
                <a16:creationId xmlns:a16="http://schemas.microsoft.com/office/drawing/2014/main" id="{0F665E30-A18D-4A4E-8F9E-B48AE4AA3CD5}"/>
              </a:ext>
            </a:extLst>
          </p:cNvPr>
          <p:cNvSpPr>
            <a:spLocks xmlns:a="http://schemas.openxmlformats.org/drawingml/2006/main" noGrp="1"/>
          </p:cNvSpPr>
          <p:nvPr/>
        </p:nvSpPr>
        <p:spPr>
          <a:xfrm xmlns:a="http://schemas.openxmlformats.org/drawingml/2006/main">
            <a:off x="2714625" y="5429250"/>
            <a:ext cx="6762750" cy="552450"/>
          </a:xfrm>
          <a:prstGeom xmlns:a="http://schemas.openxmlformats.org/drawingml/2006/main" prst="roundRect">
            <a:avLst>
              <a:gd name="adj" fmla="val 20690"/>
            </a:avLst>
          </a:prstGeom>
          <a:solidFill xmlns:a="http://schemas.openxmlformats.org/drawingml/2006/main">
            <a:srgbClr val="082B5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8C63E35-024E-4607-9C1B-21FF13C83AFC}"/>
              </a:ext>
            </a:extLst>
          </p:cNvPr>
          <p:cNvSpPr>
            <a:spLocks xmlns:a="http://schemas.openxmlformats.org/drawingml/2006/main" noGrp="1"/>
          </p:cNvSpPr>
          <p:nvPr/>
        </p:nvSpPr>
        <p:spPr>
          <a:xfrm xmlns:a="http://schemas.openxmlformats.org/drawingml/2006/main">
            <a:off x="3000375" y="55245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Use these principles to assess existing automation</a:t>
            </a:r>
          </a:p>
        </p:txBody>
      </p:sp>
      <p:sp>
        <p:nvSpPr>
          <p:cNvPr id="33" name="">
            <a:extLst xmlns:a="http://schemas.openxmlformats.org/drawingml/2006/main">
              <a:ext uri="{FF2B5EF4-FFF2-40B4-BE49-F238E27FC236}">
                <a16:creationId xmlns:a16="http://schemas.microsoft.com/office/drawing/2014/main" id="{F54BCAF3-088F-4B73-A904-E5C9B29605BF}"/>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8B4BB3B-33E1-4113-956E-12B3A6AE6A0A}"/>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89F6967-3CCC-4300-9B12-9B68A23EF9C3}"/>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Network automation becomes durable when delivery is engineered as carefully as code.</a:t>
            </a:r>
          </a:p>
        </p:txBody>
      </p:sp>
    </p:spTree>
    <p:extLst>
      <p:ext uri="{BB962C8B-B14F-4D97-AF65-F5344CB8AC3E}">
        <p14:creationId xmlns:p14="http://schemas.microsoft.com/office/powerpoint/2010/main" val="1510328872"/>
      </p:ext>
    </p:extLst>
  </p:cSld>
</p:sld>
</file>

<file path=ppt/slides/slide22.xml><?xml version="1.0" encoding="utf-8"?>
<p:sld xmlns:p="http://schemas.openxmlformats.org/presentationml/2006/main">
  <p:cSld>
    <p:bg>
      <p:bgPr>
        <a:solidFill xmlns:a="http://schemas.openxmlformats.org/drawingml/2006/main">
          <a:srgbClr val="051A3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86861f58c8840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741569-34F3-43A4-AF2F-A6EF22152F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C35">
              <a:alpha val="84706"/>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34E5E8-1176-4D87-BA8B-CC423ABFF4F5}"/>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26FBBA-7A2C-4EE8-A022-A1068DC1863C}"/>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EEF02317-05D3-49D6-8831-47D7389836E2}"/>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0   Module End</a:t>
            </a:r>
          </a:p>
        </p:txBody>
      </p:sp>
      <p:sp>
        <p:nvSpPr>
          <p:cNvPr id="6" name="">
            <a:extLst xmlns:a="http://schemas.openxmlformats.org/drawingml/2006/main">
              <a:ext uri="{FF2B5EF4-FFF2-40B4-BE49-F238E27FC236}">
                <a16:creationId xmlns:a16="http://schemas.microsoft.com/office/drawing/2014/main" id="{7B0CAE04-DF78-45B4-AF5E-715A55882A91}"/>
              </a:ext>
            </a:extLst>
          </p:cNvPr>
          <p:cNvSpPr>
            <a:spLocks xmlns:a="http://schemas.openxmlformats.org/drawingml/2006/main" noGrp="1"/>
          </p:cNvSpPr>
          <p:nvPr/>
        </p:nvSpPr>
        <p:spPr>
          <a:xfrm xmlns:a="http://schemas.openxmlformats.org/drawingml/2006/main">
            <a:off x="5286375" y="1190625"/>
            <a:ext cx="1619250" cy="1619250"/>
          </a:xfrm>
          <a:prstGeom xmlns:a="http://schemas.openxmlformats.org/drawingml/2006/main" prst="ellipse">
            <a:avLst/>
          </a:prstGeom>
          <a:solidFill xmlns:a="http://schemas.openxmlformats.org/drawingml/2006/main">
            <a:srgbClr val="0A6FAF">
              <a:alpha val="80000"/>
            </a:srgbClr>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1d0b0e505bd46cd">
            <a:extLst>
              <a:ext uri="{96DAC541-7B7A-43D3-8B79-37D633B846F1}">
                <asvg:svgBlip xmlns:asvg="http://schemas.microsoft.com/office/drawing/2016/SVG/main" r:embed="Rc0b64b671b7647eb"/>
              </a:ext>
            </a:extLst>
          </a:blip>
          <a:stretch xmlns:a="http://schemas.openxmlformats.org/drawingml/2006/main"/>
        </p:blipFill>
        <p:spPr>
          <a:xfrm xmlns:a="http://schemas.openxmlformats.org/drawingml/2006/main">
            <a:off x="5695950" y="1600200"/>
            <a:ext cx="800100" cy="8001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5408648-D316-462C-BDBD-742E96812FB7}"/>
              </a:ext>
            </a:extLst>
          </p:cNvPr>
          <p:cNvSpPr>
            <a:spLocks xmlns:a="http://schemas.openxmlformats.org/drawingml/2006/main" noGrp="1"/>
          </p:cNvSpPr>
          <p:nvPr/>
        </p:nvSpPr>
        <p:spPr>
          <a:xfrm xmlns:a="http://schemas.openxmlformats.org/drawingml/2006/main">
            <a:off x="2762250" y="3143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MODULE 0 COMPLETE</a:t>
            </a:r>
          </a:p>
        </p:txBody>
      </p:sp>
      <p:sp>
        <p:nvSpPr>
          <p:cNvPr id="9" name="">
            <a:extLst xmlns:a="http://schemas.openxmlformats.org/drawingml/2006/main">
              <a:ext uri="{FF2B5EF4-FFF2-40B4-BE49-F238E27FC236}">
                <a16:creationId xmlns:a16="http://schemas.microsoft.com/office/drawing/2014/main" id="{546B4E39-83DC-410F-BA60-0A9171DACBB9}"/>
              </a:ext>
            </a:extLst>
          </p:cNvPr>
          <p:cNvSpPr>
            <a:spLocks xmlns:a="http://schemas.openxmlformats.org/drawingml/2006/main" noGrp="1"/>
          </p:cNvSpPr>
          <p:nvPr/>
        </p:nvSpPr>
        <p:spPr>
          <a:xfrm xmlns:a="http://schemas.openxmlformats.org/drawingml/2006/main">
            <a:off x="3143250" y="37623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8DDBF3"/>
                </a:solidFill>
                <a:latin typeface="Helvetica Neue"/>
                <a:ea typeface="Helvetica Neue"/>
                <a:cs typeface="Helvetica Neue"/>
              </a:defRPr>
            </a:pPr>
            <a:r>
              <a:rPr sz="1800" b="1">
                <a:solidFill>
                  <a:srgbClr val="8DDBF3"/>
                </a:solidFill>
                <a:latin typeface="Helvetica Neue"/>
                <a:ea typeface="Helvetica Neue"/>
                <a:cs typeface="Helvetica Neue"/>
              </a:rPr>
              <a:t>Network Automation Review</a:t>
            </a:r>
          </a:p>
        </p:txBody>
      </p:sp>
      <p:sp>
        <p:nvSpPr>
          <p:cNvPr id="10" name="">
            <a:extLst xmlns:a="http://schemas.openxmlformats.org/drawingml/2006/main">
              <a:ext uri="{FF2B5EF4-FFF2-40B4-BE49-F238E27FC236}">
                <a16:creationId xmlns:a16="http://schemas.microsoft.com/office/drawing/2014/main" id="{558D395F-544D-41C6-8766-D93B94D6FFC1}"/>
              </a:ext>
            </a:extLst>
          </p:cNvPr>
          <p:cNvSpPr>
            <a:spLocks xmlns:a="http://schemas.openxmlformats.org/drawingml/2006/main" noGrp="1"/>
          </p:cNvSpPr>
          <p:nvPr/>
        </p:nvSpPr>
        <p:spPr>
          <a:xfrm xmlns:a="http://schemas.openxmlformats.org/drawingml/2006/main">
            <a:off x="5334000" y="4381500"/>
            <a:ext cx="1524000" cy="381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693F208-8630-48AF-BD28-0D417896D716}"/>
              </a:ext>
            </a:extLst>
          </p:cNvPr>
          <p:cNvSpPr>
            <a:spLocks xmlns:a="http://schemas.openxmlformats.org/drawingml/2006/main" noGrp="1"/>
          </p:cNvSpPr>
          <p:nvPr/>
        </p:nvSpPr>
        <p:spPr>
          <a:xfrm xmlns:a="http://schemas.openxmlformats.org/drawingml/2006/main">
            <a:off x="4762500" y="47148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C6E8F5"/>
                </a:solidFill>
                <a:latin typeface="Helvetica Neue"/>
                <a:ea typeface="Helvetica Neue"/>
                <a:cs typeface="Helvetica Neue"/>
              </a:defRPr>
            </a:pPr>
            <a:r>
              <a:rPr sz="1200" b="1">
                <a:solidFill>
                  <a:srgbClr val="C6E8F5"/>
                </a:solidFill>
                <a:latin typeface="Helvetica Neue"/>
                <a:ea typeface="Helvetica Neue"/>
                <a:cs typeface="Helvetica Neue"/>
              </a:rPr>
              <a:t>Next module</a:t>
            </a:r>
          </a:p>
        </p:txBody>
      </p:sp>
      <p:sp>
        <p:nvSpPr>
          <p:cNvPr id="12" name="">
            <a:extLst xmlns:a="http://schemas.openxmlformats.org/drawingml/2006/main">
              <a:ext uri="{FF2B5EF4-FFF2-40B4-BE49-F238E27FC236}">
                <a16:creationId xmlns:a16="http://schemas.microsoft.com/office/drawing/2014/main" id="{B1BBE1B9-314F-4437-B36B-339FEDE7A0F4}"/>
              </a:ext>
            </a:extLst>
          </p:cNvPr>
          <p:cNvSpPr>
            <a:spLocks xmlns:a="http://schemas.openxmlformats.org/drawingml/2006/main" noGrp="1"/>
          </p:cNvSpPr>
          <p:nvPr/>
        </p:nvSpPr>
        <p:spPr>
          <a:xfrm xmlns:a="http://schemas.openxmlformats.org/drawingml/2006/main">
            <a:off x="2857500" y="5048250"/>
            <a:ext cx="647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Introducing the DevOps Model</a:t>
            </a:r>
          </a:p>
        </p:txBody>
      </p:sp>
      <p:sp>
        <p:nvSpPr>
          <p:cNvPr id="13" name="">
            <a:extLst xmlns:a="http://schemas.openxmlformats.org/drawingml/2006/main">
              <a:ext uri="{FF2B5EF4-FFF2-40B4-BE49-F238E27FC236}">
                <a16:creationId xmlns:a16="http://schemas.microsoft.com/office/drawing/2014/main" id="{726E3699-7513-40A9-8411-3AF37025BCC2}"/>
              </a:ext>
            </a:extLst>
          </p:cNvPr>
          <p:cNvSpPr>
            <a:spLocks xmlns:a="http://schemas.openxmlformats.org/drawingml/2006/main" noGrp="1"/>
          </p:cNvSpPr>
          <p:nvPr/>
        </p:nvSpPr>
        <p:spPr>
          <a:xfrm xmlns:a="http://schemas.openxmlformats.org/drawingml/2006/main">
            <a:off x="3143250" y="59531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C6E8F5"/>
                </a:solidFill>
                <a:latin typeface="Helvetica Neue"/>
                <a:ea typeface="Helvetica Neue"/>
                <a:cs typeface="Helvetica Neue"/>
              </a:defRPr>
            </a:pPr>
            <a:r>
              <a:rPr sz="1125" b="0">
                <a:solidFill>
                  <a:srgbClr val="C6E8F5"/>
                </a:solidFill>
                <a:latin typeface="Helvetica Neue"/>
                <a:ea typeface="Helvetica Neue"/>
                <a:cs typeface="Helvetica Neue"/>
              </a:rPr>
              <a:t>Intent   Interfaces   State   Safety   Evidence</a:t>
            </a:r>
          </a:p>
        </p:txBody>
      </p:sp>
    </p:spTree>
    <p:extLst>
      <p:ext uri="{BB962C8B-B14F-4D97-AF65-F5344CB8AC3E}">
        <p14:creationId xmlns:p14="http://schemas.microsoft.com/office/powerpoint/2010/main" val="1610130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2026-09-12T08:58:51.3250000Z</dcterms:created>
  <dcterms:modified xsi:type="dcterms:W3CDTF">2026-09-12T08:58:51.3250000Z</dcterms:modified>
</coreProperties>
</file>