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57880109354ec3" /><Relationship Type="http://schemas.openxmlformats.org/officeDocument/2006/relationships/extended-properties" Target="/docProps/app.xml" Id="Rfe40306ea151480f" /><Relationship Type="http://schemas.openxmlformats.org/officeDocument/2006/relationships/officeDocument" Target="/ppt/presentation.xml" Id="Rb3ead3659f0f4f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11519444cf4855"/>
  </p:sldMasterIdLst>
  <p:notesMasterIdLst>
    <p:notesMasterId xmlns:r="http://schemas.openxmlformats.org/officeDocument/2006/relationships" r:id="R6a73cd370b8a40ea"/>
  </p:notesMasterIdLst>
  <p:sldIdLst>
    <p:sldId xmlns:r="http://schemas.openxmlformats.org/officeDocument/2006/relationships" id="256" r:id="R75102da69606422d"/>
    <p:sldId xmlns:r="http://schemas.openxmlformats.org/officeDocument/2006/relationships" id="257" r:id="R955539b661b94e27"/>
    <p:sldId xmlns:r="http://schemas.openxmlformats.org/officeDocument/2006/relationships" id="258" r:id="R0cbd954955584676"/>
    <p:sldId xmlns:r="http://schemas.openxmlformats.org/officeDocument/2006/relationships" id="259" r:id="Rc540eeed754447b7"/>
    <p:sldId xmlns:r="http://schemas.openxmlformats.org/officeDocument/2006/relationships" id="260" r:id="R2674fb16cc8c43e2"/>
    <p:sldId xmlns:r="http://schemas.openxmlformats.org/officeDocument/2006/relationships" id="261" r:id="R007f89c2579c4175"/>
    <p:sldId xmlns:r="http://schemas.openxmlformats.org/officeDocument/2006/relationships" id="262" r:id="R09b627f92a2740ca"/>
    <p:sldId xmlns:r="http://schemas.openxmlformats.org/officeDocument/2006/relationships" id="263" r:id="R1fe738e932cc448c"/>
    <p:sldId xmlns:r="http://schemas.openxmlformats.org/officeDocument/2006/relationships" id="264" r:id="Rd02a1c03fd784e95"/>
    <p:sldId xmlns:r="http://schemas.openxmlformats.org/officeDocument/2006/relationships" id="265" r:id="Re9d99055272149ca"/>
    <p:sldId xmlns:r="http://schemas.openxmlformats.org/officeDocument/2006/relationships" id="266" r:id="R348da284d01c43fa"/>
    <p:sldId xmlns:r="http://schemas.openxmlformats.org/officeDocument/2006/relationships" id="267" r:id="R58bff320dec74ee3"/>
    <p:sldId xmlns:r="http://schemas.openxmlformats.org/officeDocument/2006/relationships" id="268" r:id="R1e0b6bcfd6584dbb"/>
    <p:sldId xmlns:r="http://schemas.openxmlformats.org/officeDocument/2006/relationships" id="269" r:id="Rf9824877921d4db1"/>
    <p:sldId xmlns:r="http://schemas.openxmlformats.org/officeDocument/2006/relationships" id="270" r:id="Re7cd7bf8dbf04f0a"/>
    <p:sldId xmlns:r="http://schemas.openxmlformats.org/officeDocument/2006/relationships" id="271" r:id="Rd50cafa86fec4576"/>
    <p:sldId xmlns:r="http://schemas.openxmlformats.org/officeDocument/2006/relationships" id="272" r:id="R8a8fd67b62784f07"/>
    <p:sldId xmlns:r="http://schemas.openxmlformats.org/officeDocument/2006/relationships" id="273" r:id="R346410640706488f"/>
    <p:sldId xmlns:r="http://schemas.openxmlformats.org/officeDocument/2006/relationships" id="274" r:id="Rc3a1d0d22e1e40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9176e90096476f" /><Relationship Type="http://schemas.openxmlformats.org/officeDocument/2006/relationships/slideMaster" Target="/ppt/slideMasters/slideMaster1.xml" Id="Rc911519444cf4855" /><Relationship Type="http://schemas.openxmlformats.org/officeDocument/2006/relationships/notesMaster" Target="/ppt/notesMasters/notesMaster1.xml" Id="R6a73cd370b8a40ea" /><Relationship Type="http://schemas.openxmlformats.org/officeDocument/2006/relationships/presProps" Target="/ppt/presProps.xml" Id="Rf8deb14620fc4da4" /><Relationship Type="http://schemas.openxmlformats.org/officeDocument/2006/relationships/tableStyles" Target="/ppt/tableStyles.xml" Id="Rdda834124f6c4feb" /><Relationship Type="http://schemas.openxmlformats.org/officeDocument/2006/relationships/slide" Target="/ppt/slides/slide1.xml" Id="R75102da69606422d" /><Relationship Type="http://schemas.openxmlformats.org/officeDocument/2006/relationships/slide" Target="/ppt/slides/slide2.xml" Id="R955539b661b94e27" /><Relationship Type="http://schemas.openxmlformats.org/officeDocument/2006/relationships/slide" Target="/ppt/slides/slide3.xml" Id="R0cbd954955584676" /><Relationship Type="http://schemas.openxmlformats.org/officeDocument/2006/relationships/slide" Target="/ppt/slides/slide4.xml" Id="Rc540eeed754447b7" /><Relationship Type="http://schemas.openxmlformats.org/officeDocument/2006/relationships/slide" Target="/ppt/slides/slide5.xml" Id="R2674fb16cc8c43e2" /><Relationship Type="http://schemas.openxmlformats.org/officeDocument/2006/relationships/slide" Target="/ppt/slides/slide6.xml" Id="R007f89c2579c4175" /><Relationship Type="http://schemas.openxmlformats.org/officeDocument/2006/relationships/slide" Target="/ppt/slides/slide7.xml" Id="R09b627f92a2740ca" /><Relationship Type="http://schemas.openxmlformats.org/officeDocument/2006/relationships/slide" Target="/ppt/slides/slide8.xml" Id="R1fe738e932cc448c" /><Relationship Type="http://schemas.openxmlformats.org/officeDocument/2006/relationships/slide" Target="/ppt/slides/slide9.xml" Id="Rd02a1c03fd784e95" /><Relationship Type="http://schemas.openxmlformats.org/officeDocument/2006/relationships/slide" Target="/ppt/slides/slide10.xml" Id="Re9d99055272149ca" /><Relationship Type="http://schemas.openxmlformats.org/officeDocument/2006/relationships/slide" Target="/ppt/slides/slide11.xml" Id="R348da284d01c43fa" /><Relationship Type="http://schemas.openxmlformats.org/officeDocument/2006/relationships/slide" Target="/ppt/slides/slide12.xml" Id="R58bff320dec74ee3" /><Relationship Type="http://schemas.openxmlformats.org/officeDocument/2006/relationships/slide" Target="/ppt/slides/slide13.xml" Id="R1e0b6bcfd6584dbb" /><Relationship Type="http://schemas.openxmlformats.org/officeDocument/2006/relationships/slide" Target="/ppt/slides/slide14.xml" Id="Rf9824877921d4db1" /><Relationship Type="http://schemas.openxmlformats.org/officeDocument/2006/relationships/slide" Target="/ppt/slides/slide15.xml" Id="Re7cd7bf8dbf04f0a" /><Relationship Type="http://schemas.openxmlformats.org/officeDocument/2006/relationships/slide" Target="/ppt/slides/slide16.xml" Id="Rd50cafa86fec4576" /><Relationship Type="http://schemas.openxmlformats.org/officeDocument/2006/relationships/slide" Target="/ppt/slides/slide17.xml" Id="R8a8fd67b62784f07" /><Relationship Type="http://schemas.openxmlformats.org/officeDocument/2006/relationships/slide" Target="/ppt/slides/slide18.xml" Id="R346410640706488f" /><Relationship Type="http://schemas.openxmlformats.org/officeDocument/2006/relationships/slide" Target="/ppt/slides/slide19.xml" Id="Rc3a1d0d22e1e40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dbf04c2dce47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a8e240702b45da" /><Relationship Type="http://schemas.openxmlformats.org/officeDocument/2006/relationships/notesMaster" Target="/ppt/notesMasters/notesMaster1.xml" Id="R0ddbcae0cb604a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84b9c346734e29" /><Relationship Type="http://schemas.openxmlformats.org/officeDocument/2006/relationships/notesMaster" Target="/ppt/notesMasters/notesMaster1.xml" Id="R280c784602134c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9bfca8baf4409d" /><Relationship Type="http://schemas.openxmlformats.org/officeDocument/2006/relationships/notesMaster" Target="/ppt/notesMasters/notesMaster1.xml" Id="R72c18808151c4a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4aef82a676468c" /><Relationship Type="http://schemas.openxmlformats.org/officeDocument/2006/relationships/notesMaster" Target="/ppt/notesMasters/notesMaster1.xml" Id="Rdf8e9cc7415246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dec8fe3fbd4d45" /><Relationship Type="http://schemas.openxmlformats.org/officeDocument/2006/relationships/notesMaster" Target="/ppt/notesMasters/notesMaster1.xml" Id="R768ef76530b748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228e7393b3486a" /><Relationship Type="http://schemas.openxmlformats.org/officeDocument/2006/relationships/notesMaster" Target="/ppt/notesMasters/notesMaster1.xml" Id="R5df5865fa62b48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6cf642ddc34a0a" /><Relationship Type="http://schemas.openxmlformats.org/officeDocument/2006/relationships/notesMaster" Target="/ppt/notesMasters/notesMaster1.xml" Id="R35c430807a964e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26906f4ef848f6" /><Relationship Type="http://schemas.openxmlformats.org/officeDocument/2006/relationships/notesMaster" Target="/ppt/notesMasters/notesMaster1.xml" Id="R218720f8e0824e9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5c3fd10ff9645fa" /><Relationship Type="http://schemas.openxmlformats.org/officeDocument/2006/relationships/notesMaster" Target="/ppt/notesMasters/notesMaster1.xml" Id="R69dad8a608c64bf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a08aeebd5064879" /><Relationship Type="http://schemas.openxmlformats.org/officeDocument/2006/relationships/notesMaster" Target="/ppt/notesMasters/notesMaster1.xml" Id="Ra64553c017524b0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d84b9792c814520" /><Relationship Type="http://schemas.openxmlformats.org/officeDocument/2006/relationships/notesMaster" Target="/ppt/notesMasters/notesMaster1.xml" Id="R6303b743e635458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9698a35d0a1485e" /><Relationship Type="http://schemas.openxmlformats.org/officeDocument/2006/relationships/notesMaster" Target="/ppt/notesMasters/notesMaster1.xml" Id="R3e2f407f69384d5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6bf5a05bebb46f4" /><Relationship Type="http://schemas.openxmlformats.org/officeDocument/2006/relationships/notesMaster" Target="/ppt/notesMasters/notesMaster1.xml" Id="R766430c9ac114b4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8cbdaeb0bd34828" /><Relationship Type="http://schemas.openxmlformats.org/officeDocument/2006/relationships/notesMaster" Target="/ppt/notesMasters/notesMaster1.xml" Id="R72478c7f0c5746c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8bc3dc0499546a8" /><Relationship Type="http://schemas.openxmlformats.org/officeDocument/2006/relationships/notesMaster" Target="/ppt/notesMasters/notesMaster1.xml" Id="Ree5c712113dc4a7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70f23e984a34f3c" /><Relationship Type="http://schemas.openxmlformats.org/officeDocument/2006/relationships/notesMaster" Target="/ppt/notesMasters/notesMaster1.xml" Id="R5425309403ca4b2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e03466aadec4107" /><Relationship Type="http://schemas.openxmlformats.org/officeDocument/2006/relationships/notesMaster" Target="/ppt/notesMasters/notesMaster1.xml" Id="R99263b2250554bf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8dade505f274610" /><Relationship Type="http://schemas.openxmlformats.org/officeDocument/2006/relationships/notesMaster" Target="/ppt/notesMasters/notesMaster1.xml" Id="Raa25108d91664e8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dfbe7fbdd114b38" /><Relationship Type="http://schemas.openxmlformats.org/officeDocument/2006/relationships/notesMaster" Target="/ppt/notesMasters/notesMaster1.xml" Id="Rab7d80ba11ae49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Open Module 4 and establish the subject of the deck.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Explain: Continuous Integration, Delivery, and Deployment Validation. Pipeline design, evidence, promotion, and recovery.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Briefly connect this module to the previous part of the course before discussing details.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to the module introduction and learning focus.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Establish the scope of Module introduction.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Explain: This module turns build, test, deployment, and verification activities into pipelines with clear responsibilities and promotion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Discuss: Design GitLab stages and job dependencies Choose runner boundaries and protected execution Build once and promote the same artifact Validate the target service and handle failure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point is most familiar, and which point needs the most attention?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Introduce the first model or engineering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pipeline gates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Each gate should answer a specific release question and stop promotion when the evidence does not support the next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gitlab pipeline structure.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Pipeline definition: Stages establish broad order Jobs define executable work Rules select when jobs run Needs express direct dependencies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Execution context: Runner and executor Container image Variables and protected secrets Artifacts and environment scope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test confidence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Fast unit checks cover logic broadly. Integration and end-to-end tests cover fewer paths but provide stronger system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artifacts and caches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Artifacts carry identified outputs between jobs and releases. Caches accelerate work but should never determine release identity.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runner trust model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Runner placement, executor type, credentials, network access, and branch protection determine what a job can affect.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runner selection.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General runner: Build and unit test work No production credentials Restricted network reach Disposable execution environment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Protected runner: Protected branch or tag Bounded deployment identity Restricted target access Enhanced audit and approval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pipeline purposes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An application delivery pipeline and a network intent pipeline can share a project while retaining different triggers, stages, permissions, and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network job trust sequence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A protected network job should validate the event, resolve approved intent, obtain bounded identity, change the target, and record the outcome.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network change state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A deployment moves through preparation, application, verification, and outcome classification. Unknown outcomes require investigation before retry.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scoped deployment controls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Target limits, concurrency controls, change windows, and progressive batches reduce the effect of a failed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pre-check and post-check design.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Before change: Confirm target identity Measure the service baseline Compare intended and current state Prepare a recovery path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After change: Confirm configuration state Wait for protocol convergence Test service behavior Compare with the baseline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deployment strategies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The right strategy depends on state, compatibility, traffic control, rollback cost, and the fidelity of health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rollback decision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Rollback is one recovery option. Forward remediation may be safer when state changed irreversibly or the previous version cannot interpret current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gitlab pipeline design.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Job contract: Declared image and dependencies Specific inputs and outputs Clear pass or fail condition Evidence retained for review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Promotion contract: Protected environment and identity Approval where risk requires it Same artifact across environments Post-deployment verification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pipeline failure categories.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Candidate failures: Syntax or schema error Failed unit or integration test Vulnerable dependency Unqualified artifact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Environment failures: Runner or platform unavailable Target baseline unhealthy Deployment outcome unknown Cleanup incomplete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Establish the scope of Key takeaways.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Explain: A useful pipeline automates decisions only when its tests and evidence support those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Discuss: Give each pipeline one operational purpose Protect runners according to their reach Promote one identified artifact Treat deployment verification and cleanup as required stages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point is most familiar, and which point needs the most attention?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Introduce the first model or engineering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Close Module 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Recap: Ask learners to state one concept they can apply and one question that remains.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Next: Security and Observability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Confirm the class is ready before moving to the next module.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7a563daf6540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1f6266e183420d" /><Relationship Type="http://schemas.openxmlformats.org/officeDocument/2006/relationships/slideLayout" Target="/ppt/slideLayouts/slideLayout1.xml" Id="R0fcbaf953ccb49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cbaf953ccb49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432502cfd4701" /><Relationship Type="http://schemas.openxmlformats.org/officeDocument/2006/relationships/image" Target="/ppt/media/image.png" Id="Rd25e11ae76824bce" /><Relationship Type="http://schemas.openxmlformats.org/officeDocument/2006/relationships/image" Target="/ppt/media/image2.png" Id="R0e16fb701f8d46c6" /><Relationship Type="http://schemas.openxmlformats.org/officeDocument/2006/relationships/image" Target="/ppt/media/image3.png" Id="R78d46cf6a6064a6d" /><Relationship Type="http://schemas.openxmlformats.org/officeDocument/2006/relationships/notesSlide" Target="/ppt/notesSlides/notesSlide1.xml" Id="R271b480c075347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6c5565327b43d0" /><Relationship Type="http://schemas.openxmlformats.org/officeDocument/2006/relationships/image" Target="/ppt/media/image4.png" Id="R810248109f3e4e6e" /><Relationship Type="http://schemas.openxmlformats.org/officeDocument/2006/relationships/image" Target="/ppt/media/image5.png" Id="R6adc73caf9a04245" /><Relationship Type="http://schemas.openxmlformats.org/officeDocument/2006/relationships/notesSlide" Target="/ppt/notesSlides/notesSlide2.xml" Id="R929a00628f404c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6ccd1ebfa457a" /><Relationship Type="http://schemas.openxmlformats.org/officeDocument/2006/relationships/image" Target="/ppt/media/image6.png" Id="R19c6a64438664388" /><Relationship Type="http://schemas.openxmlformats.org/officeDocument/2006/relationships/image" Target="/ppt/media/image7.png" Id="Reb3af964c2014555" /><Relationship Type="http://schemas.openxmlformats.org/officeDocument/2006/relationships/image" Target="/ppt/media/image8.png" Id="R40a47f1bfbbb4b95" /><Relationship Type="http://schemas.openxmlformats.org/officeDocument/2006/relationships/notesSlide" Target="/ppt/notesSlides/notesSlide3.xml" Id="R91afc5f178874f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dc6e4126ce4d7b" /><Relationship Type="http://schemas.openxmlformats.org/officeDocument/2006/relationships/image" Target="/ppt/media/image9.png" Id="R1f9b777659d14a94" /><Relationship Type="http://schemas.openxmlformats.org/officeDocument/2006/relationships/image" Target="/ppt/media/image10.png" Id="R3016efdaf5d94c70" /><Relationship Type="http://schemas.openxmlformats.org/officeDocument/2006/relationships/notesSlide" Target="/ppt/notesSlides/notesSlide4.xml" Id="R0e616203c7d74d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6d9c0dfffe4129" /><Relationship Type="http://schemas.openxmlformats.org/officeDocument/2006/relationships/image" Target="/ppt/media/image11.png" Id="Rdbf24a04737948ab" /><Relationship Type="http://schemas.openxmlformats.org/officeDocument/2006/relationships/image" Target="/ppt/media/image12.png" Id="Re957d384dd544f86" /><Relationship Type="http://schemas.openxmlformats.org/officeDocument/2006/relationships/image" Target="/ppt/media/image13.png" Id="R90b73f4ffaea480c" /><Relationship Type="http://schemas.openxmlformats.org/officeDocument/2006/relationships/notesSlide" Target="/ppt/notesSlides/notesSlide5.xml" Id="Rfccdf70ae4e64f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f85aafb66b4bb3" /><Relationship Type="http://schemas.openxmlformats.org/officeDocument/2006/relationships/image" Target="/ppt/media/image14.png" Id="R92c243a9fa24477b" /><Relationship Type="http://schemas.openxmlformats.org/officeDocument/2006/relationships/image" Target="/ppt/media/image15.png" Id="R0ec21e58d5e346d1" /><Relationship Type="http://schemas.openxmlformats.org/officeDocument/2006/relationships/image" Target="/ppt/media/image16.png" Id="R987e109154f6430b" /><Relationship Type="http://schemas.openxmlformats.org/officeDocument/2006/relationships/notesSlide" Target="/ppt/notesSlides/notesSlide6.xml" Id="Rac3016c13bb34cb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62733309804466" /><Relationship Type="http://schemas.openxmlformats.org/officeDocument/2006/relationships/image" Target="/ppt/media/image17.png" Id="R76bf818865a04a24" /><Relationship Type="http://schemas.openxmlformats.org/officeDocument/2006/relationships/image" Target="/ppt/media/image18.png" Id="R2c2f8389fdff48db" /><Relationship Type="http://schemas.openxmlformats.org/officeDocument/2006/relationships/image" Target="/ppt/media/image19.png" Id="Reb213153c321474a" /><Relationship Type="http://schemas.openxmlformats.org/officeDocument/2006/relationships/notesSlide" Target="/ppt/notesSlides/notesSlide7.xml" Id="R118c4f947e8945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9479a63542402f" /><Relationship Type="http://schemas.openxmlformats.org/officeDocument/2006/relationships/image" Target="/ppt/media/image20.png" Id="R4e04530846064efb" /><Relationship Type="http://schemas.openxmlformats.org/officeDocument/2006/relationships/image" Target="/ppt/media/image21.png" Id="Ra37b6e227fc448ce" /><Relationship Type="http://schemas.openxmlformats.org/officeDocument/2006/relationships/notesSlide" Target="/ppt/notesSlides/notesSlide8.xml" Id="Re1be888223c844b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4beb80b05f42c4" /><Relationship Type="http://schemas.openxmlformats.org/officeDocument/2006/relationships/image" Target="/ppt/media/image22.png" Id="Rbabaa26ba1c9496c" /><Relationship Type="http://schemas.openxmlformats.org/officeDocument/2006/relationships/image" Target="/ppt/media/image23.png" Id="Rfa2705ce411b4e9a" /><Relationship Type="http://schemas.openxmlformats.org/officeDocument/2006/relationships/image" Target="/ppt/media/image24.png" Id="R3477ff6120d94889" /><Relationship Type="http://schemas.openxmlformats.org/officeDocument/2006/relationships/notesSlide" Target="/ppt/notesSlides/notesSlide9.xml" Id="R998c09fc24f14d0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2edf0e87fa49f3" /><Relationship Type="http://schemas.openxmlformats.org/officeDocument/2006/relationships/image" Target="/ppt/media/image25.png" Id="R602589fffba34537" /><Relationship Type="http://schemas.openxmlformats.org/officeDocument/2006/relationships/image" Target="/ppt/media/image26.png" Id="R54d8b51052e9445e" /><Relationship Type="http://schemas.openxmlformats.org/officeDocument/2006/relationships/image" Target="/ppt/media/image27.png" Id="Re3ea9ce68cfa4fd5" /><Relationship Type="http://schemas.openxmlformats.org/officeDocument/2006/relationships/notesSlide" Target="/ppt/notesSlides/notesSlide10.xml" Id="R86837058abbb449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833f1987fe4298" /><Relationship Type="http://schemas.openxmlformats.org/officeDocument/2006/relationships/image" Target="/ppt/media/image28.png" Id="Rcf005675ef3b466e" /><Relationship Type="http://schemas.openxmlformats.org/officeDocument/2006/relationships/image" Target="/ppt/media/image29.png" Id="R086c9385af9d4ecb" /><Relationship Type="http://schemas.openxmlformats.org/officeDocument/2006/relationships/image" Target="/ppt/media/image30.png" Id="R690484cb62e84afe" /><Relationship Type="http://schemas.openxmlformats.org/officeDocument/2006/relationships/notesSlide" Target="/ppt/notesSlides/notesSlide11.xml" Id="R5d4d6a7d371c445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b808d9ad844030" /><Relationship Type="http://schemas.openxmlformats.org/officeDocument/2006/relationships/image" Target="/ppt/media/image31.png" Id="R5c4cbbc2ab4e488f" /><Relationship Type="http://schemas.openxmlformats.org/officeDocument/2006/relationships/image" Target="/ppt/media/image32.png" Id="R18780117e0e24573" /><Relationship Type="http://schemas.openxmlformats.org/officeDocument/2006/relationships/image" Target="/ppt/media/image33.png" Id="R1b65c9c3c217417e" /><Relationship Type="http://schemas.openxmlformats.org/officeDocument/2006/relationships/notesSlide" Target="/ppt/notesSlides/notesSlide12.xml" Id="Rb5dd011bd48a444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1727a9adff4559" /><Relationship Type="http://schemas.openxmlformats.org/officeDocument/2006/relationships/image" Target="/ppt/media/image34.png" Id="Rdb630a798b024f06" /><Relationship Type="http://schemas.openxmlformats.org/officeDocument/2006/relationships/image" Target="/ppt/media/image35.png" Id="Rf616bf5e0948448c" /><Relationship Type="http://schemas.openxmlformats.org/officeDocument/2006/relationships/notesSlide" Target="/ppt/notesSlides/notesSlide13.xml" Id="R305e88a6bb6d4d9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4051dfed341db" /><Relationship Type="http://schemas.openxmlformats.org/officeDocument/2006/relationships/image" Target="/ppt/media/image36.png" Id="Rc73bd53498f5401f" /><Relationship Type="http://schemas.openxmlformats.org/officeDocument/2006/relationships/image" Target="/ppt/media/image37.png" Id="R57560d36aff94476" /><Relationship Type="http://schemas.openxmlformats.org/officeDocument/2006/relationships/image" Target="/ppt/media/image38.png" Id="R912e3e2676da40e6" /><Relationship Type="http://schemas.openxmlformats.org/officeDocument/2006/relationships/notesSlide" Target="/ppt/notesSlides/notesSlide14.xml" Id="R3e71fc1b770c443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e6dadaac074343" /><Relationship Type="http://schemas.openxmlformats.org/officeDocument/2006/relationships/image" Target="/ppt/media/image39.png" Id="Raeefe7aa45f24856" /><Relationship Type="http://schemas.openxmlformats.org/officeDocument/2006/relationships/image" Target="/ppt/media/image40.png" Id="Rc5382b89a7214571" /><Relationship Type="http://schemas.openxmlformats.org/officeDocument/2006/relationships/image" Target="/ppt/media/image41.png" Id="R014a40d2f9e94b8b" /><Relationship Type="http://schemas.openxmlformats.org/officeDocument/2006/relationships/notesSlide" Target="/ppt/notesSlides/notesSlide15.xml" Id="R979f179808d6467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fb1b9d47a84020" /><Relationship Type="http://schemas.openxmlformats.org/officeDocument/2006/relationships/image" Target="/ppt/media/image42.png" Id="Rfbeed48cd4da4fed" /><Relationship Type="http://schemas.openxmlformats.org/officeDocument/2006/relationships/image" Target="/ppt/media/image43.png" Id="R6aeb1eee93764976" /><Relationship Type="http://schemas.openxmlformats.org/officeDocument/2006/relationships/notesSlide" Target="/ppt/notesSlides/notesSlide16.xml" Id="R518fc5d8b9c24fe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b110cc566e4c8f" /><Relationship Type="http://schemas.openxmlformats.org/officeDocument/2006/relationships/image" Target="/ppt/media/image44.png" Id="Rfd1d256ecb7e4a72" /><Relationship Type="http://schemas.openxmlformats.org/officeDocument/2006/relationships/image" Target="/ppt/media/image45.png" Id="Rcc96726ca9a74996" /><Relationship Type="http://schemas.openxmlformats.org/officeDocument/2006/relationships/notesSlide" Target="/ppt/notesSlides/notesSlide17.xml" Id="R09276fcaab144f6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0afae40a974837" /><Relationship Type="http://schemas.openxmlformats.org/officeDocument/2006/relationships/image" Target="/ppt/media/image46.png" Id="Rf9df97250602483b" /><Relationship Type="http://schemas.openxmlformats.org/officeDocument/2006/relationships/image" Target="/ppt/media/image47.png" Id="R5996672b9bc643e2" /><Relationship Type="http://schemas.openxmlformats.org/officeDocument/2006/relationships/notesSlide" Target="/ppt/notesSlides/notesSlide18.xml" Id="R69b405eb9c4c437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8708ae9a754804" /><Relationship Type="http://schemas.openxmlformats.org/officeDocument/2006/relationships/image" Target="/ppt/media/image48.png" Id="Raf431781f19f461f" /><Relationship Type="http://schemas.openxmlformats.org/officeDocument/2006/relationships/image" Target="/ppt/media/image49.png" Id="R1b795e74d4174193" /><Relationship Type="http://schemas.openxmlformats.org/officeDocument/2006/relationships/notesSlide" Target="/ppt/notesSlides/notesSlide19.xml" Id="Rbbd19aafbae744f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2B5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5e11ae76824bce"/>
          <a:srcRect xmlns:a="http://schemas.openxmlformats.org/drawingml/2006/main" l="0" t="30099" r="0" b="300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55BCD9-05C6-4940-B1C6-14298EB5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167979-C830-47D9-85B6-36F839AB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CC1458-6C5F-4255-B0D4-78BBEB7B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FE77FE-C801-4383-9E88-78238E77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7A4DEF-4EA1-445B-8593-64072959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1193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Continuous Integration, Delivery, and Deployment Validation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047764-4C15-41BB-A33F-10F3A51F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D8EC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D8ECFA"/>
                </a:solidFill>
                <a:latin typeface="Helvetica Neue"/>
                <a:ea typeface="Helvetica Neue"/>
                <a:cs typeface="Helvetica Neue"/>
              </a:rPr>
              <a:t>Pipeline design, evidence, promotion, and recovery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72386C-EC9D-4015-9279-61D98F6C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4837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Cisco learning and professional development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16fb701f8d46c6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d46cf6a6064a6d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6022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215F56-3466-42B8-9E5F-7421C5B3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8533FC-C638-4B76-8889-70F90B7F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79C9FC-1A3F-4076-9F4F-EBAF8D01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484DB9-2FA4-49AC-814A-58508162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A99FAB-6DD4-4255-8C26-99573297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Module introduction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B99DFA-8D3F-44AC-9055-387EA857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EABEAE-6D9D-46C6-B6AD-DF39BD4D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F7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F758B"/>
                </a:solidFill>
                <a:latin typeface="Helvetica Neue"/>
                <a:ea typeface="Helvetica Neue"/>
                <a:cs typeface="Helvetica Neue"/>
              </a:rPr>
              <a:t>This module turns build, test, deployment, and verification activities into pipelines with clear responsibilities and promotion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3045BF-679F-4B35-8797-AAB04C18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5E7ABC-2F3A-43E1-94F8-7D0BB96C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Design GitLab stages and job dependencies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2ABC5B-89E4-4C2E-BCC7-5294FC06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527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8D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11A7F2-363F-496D-8FA9-2CA3AC07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Choose runner boundaries and protected execution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DAB1DB-20AA-4449-B095-154A7A07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623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92E9FC-0B04-419F-9187-8400C630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Build once and promote the same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D63210-B7A9-4A43-BC07-0D218857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719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8D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D65964-5311-498B-8D48-D942948E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Validate the target service and handle failure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0248109f3e4e6e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dc73caf9a04245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0479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E6C2B1-F611-47ED-98BB-CE57DEA6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26B91C-077F-47DB-9424-44551130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98ADCB-0580-46D5-99AD-0E451D08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E8D93E-4C8A-4EC8-BF5C-7C4ECF70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381C9E-083D-473C-8322-3D101E48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Pipeline gates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9C6F4D-8090-4D2E-BC70-DB0C760D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c6a64438664388"/>
          <a:stretch xmlns:a="http://schemas.openxmlformats.org/drawingml/2006/main"/>
        </p:blipFill>
        <p:spPr>
          <a:xfrm xmlns:a="http://schemas.openxmlformats.org/drawingml/2006/main">
            <a:off x="609600" y="1621696"/>
            <a:ext cx="10972800" cy="394798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C2AEAA-73C9-433A-8C12-6F29E467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27DD1C-C631-4E75-BA84-02B0AC05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Each gate should answer a specific release question and stop promotion when the evidence does not support the next action.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3af964c2014555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a47f1bfbbb4b95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7410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D2CC42-CD7E-448F-AA04-38DF419F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A14738-0798-431D-B462-B8E54121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CEF871-0747-4793-9E44-6DA4C08D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16BD4D-20F1-4381-AA93-B9C01DAF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2A6484-128B-4444-8962-98770EB6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GitLab pipeline 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9B4FB5-7421-4942-A0B6-CEEC44F1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95B1C9-BCD6-410A-9451-6201FA44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0CACA0-EEC0-4861-8C64-35B8996D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Pipeline definition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06627A-2E65-45D4-9F7A-12E0F13A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Execution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43261E-DB2C-4615-B54D-6A7D12EE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31782D-2969-42E6-8A4D-788043A1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602233-CB45-4A26-84E2-65F1AEEA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Stages establish broad order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060D96-0A7A-4986-A742-4FA142D4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CB30C1-F016-4EFD-909D-5DCF2955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69CA84-0CF4-4878-A039-034FA161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Jobs define executable work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AD2A48-A2B1-4378-962A-D6836E61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91B09C-EA8A-46D2-B947-B7374629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C4BB3F-5EB2-42FC-9769-BFDE741F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Rules select when jobs run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E9C334-FD1E-4763-874F-D510AC9B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0CE625-7F90-49F7-AE29-34D66D5B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784572-5340-413A-9CD5-6045EAFD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Needs express direct dependencies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850B61-2E3D-4434-89AC-90A50397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9DB72B-57D8-4D07-A772-758C122B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B62CEE-6C67-47B7-B8F5-C84F11A1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Runner and executor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FEFCC5-4D34-4A35-A84E-5A06FC34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572790-61DC-424D-BA9C-5D3D230F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F56A30-C08A-46D3-B741-F09A7785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Container image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CCF43C-998F-4F2B-AF35-5E92D1CD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4941BE-E49D-4045-8717-CF0DAF1C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A0CD48-C210-49F9-B6CF-BD53A6BA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Variables and protected secrets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8A6902-17F9-4D17-A3FD-0783FBF7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9EBA3D-1AA5-47D3-A786-59D7A466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FE8DA5-40F7-4FBE-B173-53C9C606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Artifacts and environment scope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9b777659d14a94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16efdaf5d94c70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4056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3E4DAE-5B0B-4727-828D-5E0454A5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4EA76A-053F-4227-87ED-0979D3D4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F32843-9247-4F15-8156-7DBF7345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E59D50-D849-4D68-A2DC-20607511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A6FB78-093A-4FA5-A5AB-24C1F51A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Test confidence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37E8B1-17AE-47FF-A421-951DD443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f24a04737948ab"/>
          <a:stretch xmlns:a="http://schemas.openxmlformats.org/drawingml/2006/main"/>
        </p:blipFill>
        <p:spPr>
          <a:xfrm xmlns:a="http://schemas.openxmlformats.org/drawingml/2006/main">
            <a:off x="609600" y="1811681"/>
            <a:ext cx="10972800" cy="356801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4CDF9A-E625-4052-B567-E128F604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334756-03B1-4710-B470-EB7B2A78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Fast unit checks cover logic broadly. Integration and end-to-end tests cover fewer paths but provide stronger system evidence.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57d384dd544f86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b73f4ffaea480c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6121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56176A-E7C7-49D4-AA80-D4E00F2E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11E075-0DB9-4E29-B478-8E936B05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4B272F-27BB-4C63-99D7-A18C50E8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0E98A7-AD15-4175-92E5-1CF67045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0C4FBC-5CC2-4DFA-A809-8791542A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Artifacts and caches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8FAB85-7AC5-4912-B7C4-952EDCC7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c243a9fa24477b"/>
          <a:stretch xmlns:a="http://schemas.openxmlformats.org/drawingml/2006/main"/>
        </p:blipFill>
        <p:spPr>
          <a:xfrm xmlns:a="http://schemas.openxmlformats.org/drawingml/2006/main">
            <a:off x="609600" y="1742174"/>
            <a:ext cx="10972800" cy="370702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3D3E16-AE7B-4EBA-BD98-2685E618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273288-52EC-4AF1-B66B-F17A18F5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Artifacts carry identified outputs between jobs and releases. Caches accelerate work but should never determine release identity.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c21e58d5e346d1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7e109154f6430b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2833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1A0339-842F-4CC7-B56C-27E6A25F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0ED07-2426-424F-A323-16847ECE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16532E-CC34-4C94-BCB3-9A32820C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69E00C-43BB-4A88-B24F-966EA499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9503C0-CAA0-43D8-9807-6FA0CF26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Runner trust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BBEEB2-DE3E-4CBF-A563-A3218000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bf818865a04a24"/>
          <a:stretch xmlns:a="http://schemas.openxmlformats.org/drawingml/2006/main"/>
        </p:blipFill>
        <p:spPr>
          <a:xfrm xmlns:a="http://schemas.openxmlformats.org/drawingml/2006/main">
            <a:off x="609600" y="1742174"/>
            <a:ext cx="10972800" cy="370702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3EADFE-9831-4034-B10B-1907FC78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EA6594-B578-4D65-B92C-896C51C4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Runner placement, executor type, credentials, network access, and branch protection determine what a job can affect.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2f8389fdff48db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213153c321474a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9705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59D847-A0A5-4613-B489-CEAC7E51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2301D0-9A42-4870-83EB-CCD2D697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A68BED-B3EF-4A58-8DE5-FC66CB8A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1AB28F-010A-4CE6-9632-7487D69B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770CE7-AF56-4453-A0E2-D8633E86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Runner selection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DDDDF0-EACF-466F-9C79-6981AE55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D310C7-61A2-4E2F-9EDB-43868D08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9DC670-B629-410E-8E63-388E4CCE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General runner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93A9E1-CA8E-4200-A1A2-8F8C7506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Protected runner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5F8707-FD54-4B94-AA34-35738924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2A41FE-F090-4675-BF32-D9079A25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B01538-1E4D-45C1-852E-990D61A9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Build and unit test 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040B21-0FA5-4292-98C9-B6626D42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2CC8CC-0A13-4165-984F-7322FD39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7196C0-B126-4FD1-A85D-BA137609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No production credentials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86F6B5-C91D-48A1-8DE0-7905EF1F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A4F3A6-3AAB-4E6F-9171-66E1D57D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D5A6D5-BA2D-4675-91A9-1048E614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Restricted network reach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47A140-EE91-45ED-90A6-ED40BC58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F01014-B453-40BC-B66A-2B7B7746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DABB53-3D3C-49EC-9B85-7345094E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Disposable execution environment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598DD8-316A-442A-8ED6-990CC493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78F818-D629-43B1-B88A-AB7F23EE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10F02B-425F-4C2C-9995-14842FE4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Protected branch or tag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2C9547-2849-4058-803B-A3A35AC3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B11D1E-5356-4FC2-A1D3-F3E07DD4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9D5558-00A1-4E9C-9826-FA929228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Bounded deployment identity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FAB2CD-F629-4F65-97BE-799DEB20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09C7EC-1957-4C35-892E-993C97AD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628C8E-6C6B-4D78-8504-863480C6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Restricted target access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E62243-27F0-4FA7-B697-65783EFB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BA70BA-C450-4084-8947-591AC010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2A0C8C-013A-4B53-8247-6AD274EB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Enhanced audit and approval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04530846064efb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7b6e227fc448ce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804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8EAE46-FAF3-4E9B-9056-320A836B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A5C583-B839-4A15-A98E-DEA49927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FA4DDC-3B81-485C-A0C1-CEAC4E9B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8242C6-EC5D-4363-B028-53105589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C8FEBF-7C56-411A-9D31-05F293AB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Pipeline purposes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BA20-6B5B-4DAD-8A0E-11C0D53C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baa26ba1c9496c"/>
          <a:stretch xmlns:a="http://schemas.openxmlformats.org/drawingml/2006/main"/>
        </p:blipFill>
        <p:spPr>
          <a:xfrm xmlns:a="http://schemas.openxmlformats.org/drawingml/2006/main">
            <a:off x="609600" y="1742174"/>
            <a:ext cx="10972800" cy="370702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3812E8-653D-476B-B087-5338FCCB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D83DAD-6FD9-4EBA-B11C-63BC8003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An application delivery pipeline and a network intent pipeline can share a project while retaining different triggers, stages, permissions, and evidence.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2705ce411b4e9a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77ff6120d94889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9860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AFF7E2-8CC1-4873-8679-FD800845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ACBB02-E232-4B6C-8349-899AE1FC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3E0678-C77E-4B88-827F-674274B8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B611F7-0F86-4CBD-B997-29FD95F2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5D926D-51D1-4455-996C-97BC4447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Network job trust sequence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142221-C6AE-4F20-9D66-1495843C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2589fffba34537"/>
          <a:stretch xmlns:a="http://schemas.openxmlformats.org/drawingml/2006/main"/>
        </p:blipFill>
        <p:spPr>
          <a:xfrm xmlns:a="http://schemas.openxmlformats.org/drawingml/2006/main">
            <a:off x="609600" y="1742174"/>
            <a:ext cx="10972800" cy="370702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E27BBD-F9CE-4931-91AA-174FEE00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A01BF7-287E-4171-891C-B9A5D237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 protected network job should validate the event, resolve approved intent, obtain bounded identity, change the target, and record the outcome.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d8b51052e9445e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ea9ce68cfa4fd5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4120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63F168-66CE-4A87-8F18-05E36589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4E704D-E39E-4E89-B43B-8084ECAE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CA9064-6E9B-4DD9-B752-D3E9D4D3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5D6D30-A347-4B73-8639-B9C14630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7B6A41-1671-418C-B424-D3768D49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Network change state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109B57-C21F-4D4F-BE04-1A8A4DAA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005675ef3b466e"/>
          <a:stretch xmlns:a="http://schemas.openxmlformats.org/drawingml/2006/main"/>
        </p:blipFill>
        <p:spPr>
          <a:xfrm xmlns:a="http://schemas.openxmlformats.org/drawingml/2006/main">
            <a:off x="609600" y="1603160"/>
            <a:ext cx="10972800" cy="398505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171A5F-1BFD-43AD-9A7C-0D8EB255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299FA8-820F-4310-A231-CCA43BA5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 deployment moves through preparation, application, verification, and outcome classification. Unknown outcomes require investigation before retry.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6c9385af9d4ecb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0484cb62e84afe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7474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5CA12C-8886-4F3F-A846-006773EB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D47329-21F1-48C7-8F51-387D77E5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1041A9-EA7B-4D20-91DC-BD2F56D2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2C3F00-88F0-4BA2-8864-47002724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BD36EC-3DCF-437F-922D-3C2F4683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Scoped deployment controls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3E30D8-4EB1-446C-9F49-8C81C804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4cbbc2ab4e488f"/>
          <a:stretch xmlns:a="http://schemas.openxmlformats.org/drawingml/2006/main"/>
        </p:blipFill>
        <p:spPr>
          <a:xfrm xmlns:a="http://schemas.openxmlformats.org/drawingml/2006/main">
            <a:off x="609600" y="1621696"/>
            <a:ext cx="10972800" cy="394798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F9E7FC-93D9-4F13-BFF7-E8135111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CE6B97-47F5-4EBD-BFB7-B4A1F3FC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Target limits, concurrency controls, change windows, and progressive batches reduce the effect of a failed change.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780117e0e24573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65c9c3c217417e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1897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F989EB-2920-43B1-A891-AA4C8D36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A23B86-88DC-4FC9-96EF-A97B72C6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FBC23C-3C3C-4F44-BDF4-517E9342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755B83-C96A-4A78-B8FF-D99A8576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B25B12-BC35-4C78-89CB-4BF433DB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Pre-check and post-check 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421AB1-F9D7-43B2-B9AA-BBBB37EB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DD17EA-09AE-4C32-9AF0-711AFF40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E96C90-E50F-49BE-81E4-249E95C2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Before change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5EA2CF-09E2-448D-80EF-AA0042B3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After change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2724F9-EB97-4550-BE0A-32096469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C580DB-C5B1-42FB-B8D2-1F1A109C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73635C-0547-4FAB-A23E-72B02609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Confirm target identity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66E661-016B-453E-BB40-66C1AE5B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8D69BF-CD88-4817-B7E1-34FEFD3A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FF82C5-62E3-420A-8754-906008D4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Measure the service baseline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B2D38A-0A08-46FD-A5A6-8911017B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3C7305-2AC8-4C86-9DBB-7E6AC150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03838E-3DE6-472B-B4C8-44BDD134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Compare intended and current state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7BC4ED-330E-462C-B835-A0752678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21D65B-34DA-405A-8F67-843F93A2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18C1CD-D62B-4B2A-B7FC-AB10156E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Prepare a recovery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96A9D9-6FE8-498B-BE4A-9D66D316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BC9E2A-130A-4858-9405-0FAA03FB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C86765-FD9E-4428-BEFF-3951E189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Confirm configuration state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8706D6-7D2F-4B0E-9385-BF31C79C1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550C74-FC7C-4D4E-ACC2-3DDBDFF7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8471A0-3037-47FC-88B6-0CCDB6F4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Wait for protocol convergence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3AE63E-0B14-4997-8C09-A2F38C69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BBF29C-2C99-4E5F-A800-F756E5E0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183CE5-5110-46CF-870A-04FBC4ED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Test service behavior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87AA6C-09D5-45BC-82D3-659C862A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18D488-A50F-4635-A8B6-1FD4DDF8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E54A97-A5A5-4691-9FC6-B9318859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Compare with the baseline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630a798b024f06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16bf5e0948448c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65971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37C3E4-5D50-424B-8C5E-2CEE7796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5951E6-F2FF-46B4-945C-517EECAB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17FE33-AFB1-4CE6-BA35-99AD3AA6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594FC-BE67-4B6C-8DCC-CCAA05C0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1CF629-43BA-4178-B7AD-35B5A665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Deployment strategies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8020FE-EAD1-47AE-ACEC-2F5C4F70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3bd53498f5401f"/>
          <a:stretch xmlns:a="http://schemas.openxmlformats.org/drawingml/2006/main"/>
        </p:blipFill>
        <p:spPr>
          <a:xfrm xmlns:a="http://schemas.openxmlformats.org/drawingml/2006/main">
            <a:off x="609600" y="1742174"/>
            <a:ext cx="10972800" cy="370702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792F62-929B-4ED8-A536-B53AFEB5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AB184A-4D9E-431B-8BD5-123C931A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The right strategy depends on state, compatibility, traffic control, rollback cost, and the fidelity of health checks.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560d36aff94476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2e3e2676da40e6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2638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C78EAA-F2A5-4100-BE45-CAF3BF73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485B59-CA3C-476B-903B-6E8A6823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0B2E28-C448-4472-B806-67565671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9599DF-84ED-40BF-A532-A91F70C5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5EFC08-B442-4329-AD00-8E7529DB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Rollback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DACC55-3668-4B19-987D-513B234B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efe7aa45f24856"/>
          <a:stretch xmlns:a="http://schemas.openxmlformats.org/drawingml/2006/main"/>
        </p:blipFill>
        <p:spPr>
          <a:xfrm xmlns:a="http://schemas.openxmlformats.org/drawingml/2006/main">
            <a:off x="609600" y="1603160"/>
            <a:ext cx="10972800" cy="398505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B07C2A-E6D9-4215-9D7C-D90BFBEE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9AE231-612B-4064-A362-1E9305B9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Rollback is one recovery option. Forward remediation may be safer when state changed irreversibly or the previous version cannot interpret current data.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382b89a7214571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4a40d2f9e94b8b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3682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0320AB-402F-40C8-BEFA-F4B8172E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CE9077-6234-468A-AA53-C0324C52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3B6DBA-FC2E-41C1-B703-102C8F46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6A5F83-ADF7-401A-9368-C532FF33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08FBFD-36B6-4B04-BF37-897E62B3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GitLab pipeline 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20F3C9-235A-4D9B-A1BE-B7C99B11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1D4866-BB84-4B4F-9178-6C4D993A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38E061-7861-4C7C-8181-F35F0B14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Job contract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5D2A8C-4497-44FC-A29E-279C82BD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Promotion contract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FFC843-5DBD-454D-A1B8-49A2B5C3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8872A8-DFB9-44B2-915D-9872F91D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C26A4E-D921-44B8-A026-296D6316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Declared image and dependencies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1127FC-4906-4235-AF26-595F7BB9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5E3326-EBEC-4E6C-BC75-AD78D963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BBB2F5-0400-4A5F-8BA3-C80CDE98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Specific inputs and outputs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8A382F-CCEB-40CF-872A-E9A5EFC3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04060E-E383-4745-B505-5482592C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C879B4-DBB0-47B9-85CE-6F2ADFF4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Clear pass or fail condition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68DA8D-5B13-4A48-9A12-54C36185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D83DEB-6090-4371-A1C5-FAC8DE6E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0F5B5F-25A2-431E-A6F9-FF96D961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Evidence retained for 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2FCD4A-04BE-473D-9024-72131112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F4EB70-E1B8-4588-9866-72F7C20E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26D63D-7D44-45BF-9D3F-F6877BB3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Protected environment and identity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F8ED5D-0741-4C6E-BD82-5917C5DC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8661AD-4A00-4FBE-B326-60F063BC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303EEF-B69D-4FD4-A24C-DB65A95E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Approval where risk requires 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F28577-88C1-4A3D-8E2A-AC9E13EE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08E4EF-FF9D-4A8F-A8DD-FC282F76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6F352A-518F-40AC-B1CF-7F6C2CD9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Same artifact across environments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B1905A-B013-4CE1-8862-F22BCE68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64E8C9-BB05-41EA-9927-7744A7A3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7E4AF9-F983-4CF1-9110-087D6D10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Post-deployment verification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eed48cd4da4fed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eb1eee93764976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0314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43F8B2-8DE2-4953-8549-E1C22938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05E3EF-23BE-4F71-884C-C110D8ED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99276F-C95D-43B7-BF22-6A01424C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CC9F43-4D65-419F-B6CE-D9A84186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590F6E-AB5E-4C2D-87E5-56973A06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Pipeline failure categories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FBE107-EF91-46B0-B989-FE56947A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F44DEA-68D4-41EE-90E5-DCF78F45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09E96E-240C-4B7E-ADAF-2E351DBC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Candidate failures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83C21-30B9-4357-8884-95272069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Environment failures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62752B-5CC9-4E1B-B766-2FEC08A0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F27817-017E-424C-93E2-92F9096F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89A9D0-0FE6-4AC6-8324-AD09320A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Syntax or schema error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312D61-458C-478D-A647-3C46B4D2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A05994-EAD9-4818-BC43-D3C3B119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4678BA-8CF0-4E46-8FFE-6CF9BCC9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Failed unit or integration test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16607F-816B-4AA5-90A9-60979410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34D597-79F9-40E9-B14A-F8CB51BF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B56CBD-AA30-4BB6-926C-B55D1F85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Vulnerable dependency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6FC65C-1F0E-465B-BFE6-9DB8156B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F269FF-A385-41DC-A55E-6F774ECB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2CADCE-1240-4B65-82FF-4C7C350E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Unqualified artifact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D13620-A024-4482-97FA-C82AC5E8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8186E5-ECB2-450C-8263-39FBC637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53F5E5-ACAA-463E-B0F5-7F52D12F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Runner or platform unavailable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612800-AAB8-496A-A70B-A04A5982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2927EE-6F6D-4680-A683-11F6E6EB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67A090-1EFB-4841-8392-281FC913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Target baseline unhealthy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7F9E02-D8CC-4BF4-B9CE-309E76F8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D4ABE7-151F-4D55-A6E1-9B42A2EE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41E1B4-FC70-481E-AA35-0EE142B4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Deployment outcome unknown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1B6FE2-D1F0-4465-B80A-EA678F76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4EDB61-3D1F-49D6-9E10-33FE5E7D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78E79F-8BFB-4407-A70F-E310E4F5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Cleanup incomplete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1d256ecb7e4a72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96726ca9a74996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45462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4509BA-454F-45F1-86E8-B651F66A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D0F86A-5D82-4548-BD44-8E335697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AA8C2D-6BEA-434B-A6CA-BCF07062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8E864D-47F9-49B9-995A-B00941D8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5AF275-3157-4229-8233-A70EC56F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Key takeaways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61E8A2-FFC6-4D76-8971-552BFBBC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2B1665-E584-4C1D-A2B4-60905479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F7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F758B"/>
                </a:solidFill>
                <a:latin typeface="Helvetica Neue"/>
                <a:ea typeface="Helvetica Neue"/>
                <a:cs typeface="Helvetica Neue"/>
              </a:rPr>
              <a:t>A useful pipeline automates decisions only when its tests and evidence support those decisions.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60A725-7F8C-429B-BFB2-CE281BD2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9AB811-42CE-4F82-8284-ACBE6743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Give each pipeline one operational purpose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0EC9E4-32DF-4FDC-A3F9-F054C591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527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8D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B0F275-8553-4F63-8DE2-8CD2D6E1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Protect runners according to their reach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3D7D5D-1627-49BA-B8D3-6712BC84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623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16C288-13D0-4032-809B-E5F7E1D4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Promote one identified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DF40B6-5DAA-4C66-8CC8-0A3B8853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719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8D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27B231-11B6-4B66-A6CD-B75ADC76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Treat deployment verification and cleanup as required stages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df97250602483b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96672b9bc643e2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20019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BC7213-8AB9-4451-866B-E2E89439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B23D41-53D3-48A5-81EA-2AC14ECF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84EA70-3214-4A42-AF08-ADD2299A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3B47B1-3368-4FF2-BAE5-CD68A7AA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5EA645-9D8B-478B-A50D-2525A206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Module 4 complete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7996B0-62E6-4CB1-B129-236F0B3A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B08735-B717-4143-8BC6-ECA84E69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0"/>
            <a:ext cx="12192000" cy="552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9589E7-0785-4DBD-A951-C7861AAC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502880-EC72-44FF-B62F-871D288E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876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9F5180-1E43-4FD1-9809-E2EBB1C9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0025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4 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20D698-776D-4CEF-AB5E-1A9A05BA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48000"/>
            <a:ext cx="838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CDE9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CDE9F7"/>
                </a:solidFill>
                <a:latin typeface="Helvetica Neue"/>
                <a:ea typeface="Helvetica Neue"/>
                <a:cs typeface="Helvetica Neue"/>
              </a:rPr>
              <a:t>Next: Security and Observability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8677DF-1DA3-4BE9-B91D-F9B2AE38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0525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CBD8DD-45E0-4DAB-94BC-7C4B5452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23862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Review the key concepts before continuing.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431781f19f461f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795e74d4174193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8796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2026-09-24T13:15:30.9430000Z</dcterms:created>
  <dcterms:modified xsi:type="dcterms:W3CDTF">2026-09-24T13:15:30.9430000Z</dcterms:modified>
</coreProperties>
</file>