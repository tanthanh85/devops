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4b329bca024710" /><Relationship Type="http://schemas.openxmlformats.org/officeDocument/2006/relationships/extended-properties" Target="/docProps/app.xml" Id="Rb6b9ab7b667d4f59" /><Relationship Type="http://schemas.openxmlformats.org/officeDocument/2006/relationships/officeDocument" Target="/ppt/presentation.xml" Id="R24ece664f96e43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ae1c31dde14ced"/>
  </p:sldMasterIdLst>
  <p:notesMasterIdLst>
    <p:notesMasterId xmlns:r="http://schemas.openxmlformats.org/officeDocument/2006/relationships" r:id="R94a8d48da51b446b"/>
  </p:notesMasterIdLst>
  <p:sldIdLst>
    <p:sldId xmlns:r="http://schemas.openxmlformats.org/officeDocument/2006/relationships" id="256" r:id="R79ecccf3fc264b6c"/>
    <p:sldId xmlns:r="http://schemas.openxmlformats.org/officeDocument/2006/relationships" id="257" r:id="Rb679c36fea2d4db2"/>
    <p:sldId xmlns:r="http://schemas.openxmlformats.org/officeDocument/2006/relationships" id="258" r:id="R8dedb13781014ccd"/>
    <p:sldId xmlns:r="http://schemas.openxmlformats.org/officeDocument/2006/relationships" id="259" r:id="R0a83202af1bb4f5f"/>
    <p:sldId xmlns:r="http://schemas.openxmlformats.org/officeDocument/2006/relationships" id="260" r:id="Rf83dae4a44c64806"/>
    <p:sldId xmlns:r="http://schemas.openxmlformats.org/officeDocument/2006/relationships" id="261" r:id="R74db873b15514502"/>
    <p:sldId xmlns:r="http://schemas.openxmlformats.org/officeDocument/2006/relationships" id="262" r:id="Rfa56a0d3daa444ff"/>
    <p:sldId xmlns:r="http://schemas.openxmlformats.org/officeDocument/2006/relationships" id="263" r:id="R3b01623b882e456e"/>
    <p:sldId xmlns:r="http://schemas.openxmlformats.org/officeDocument/2006/relationships" id="264" r:id="Rb73104afb9d24716"/>
    <p:sldId xmlns:r="http://schemas.openxmlformats.org/officeDocument/2006/relationships" id="265" r:id="R0d799f0a7df749a8"/>
    <p:sldId xmlns:r="http://schemas.openxmlformats.org/officeDocument/2006/relationships" id="266" r:id="Radcdc34edef24bdc"/>
    <p:sldId xmlns:r="http://schemas.openxmlformats.org/officeDocument/2006/relationships" id="267" r:id="R3cb79e2f51574ed2"/>
    <p:sldId xmlns:r="http://schemas.openxmlformats.org/officeDocument/2006/relationships" id="268" r:id="R9e60e23360cd487e"/>
    <p:sldId xmlns:r="http://schemas.openxmlformats.org/officeDocument/2006/relationships" id="269" r:id="R4b05aa9c77ce41a0"/>
    <p:sldId xmlns:r="http://schemas.openxmlformats.org/officeDocument/2006/relationships" id="270" r:id="R89da557594b14f77"/>
    <p:sldId xmlns:r="http://schemas.openxmlformats.org/officeDocument/2006/relationships" id="271" r:id="R6d4df9db102b4823"/>
    <p:sldId xmlns:r="http://schemas.openxmlformats.org/officeDocument/2006/relationships" id="272" r:id="Rfe543cf7f28f402b"/>
    <p:sldId xmlns:r="http://schemas.openxmlformats.org/officeDocument/2006/relationships" id="273" r:id="R3fd0767ac31c4eac"/>
    <p:sldId xmlns:r="http://schemas.openxmlformats.org/officeDocument/2006/relationships" id="274" r:id="R309ba0d311fd4b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4cabf567cd4415" /><Relationship Type="http://schemas.openxmlformats.org/officeDocument/2006/relationships/slideMaster" Target="/ppt/slideMasters/slideMaster1.xml" Id="Raeae1c31dde14ced" /><Relationship Type="http://schemas.openxmlformats.org/officeDocument/2006/relationships/notesMaster" Target="/ppt/notesMasters/notesMaster1.xml" Id="R94a8d48da51b446b" /><Relationship Type="http://schemas.openxmlformats.org/officeDocument/2006/relationships/presProps" Target="/ppt/presProps.xml" Id="R06516600f19e464f" /><Relationship Type="http://schemas.openxmlformats.org/officeDocument/2006/relationships/tableStyles" Target="/ppt/tableStyles.xml" Id="Rf3b190e25415413d" /><Relationship Type="http://schemas.openxmlformats.org/officeDocument/2006/relationships/slide" Target="/ppt/slides/slide1.xml" Id="R79ecccf3fc264b6c" /><Relationship Type="http://schemas.openxmlformats.org/officeDocument/2006/relationships/slide" Target="/ppt/slides/slide2.xml" Id="Rb679c36fea2d4db2" /><Relationship Type="http://schemas.openxmlformats.org/officeDocument/2006/relationships/slide" Target="/ppt/slides/slide3.xml" Id="R8dedb13781014ccd" /><Relationship Type="http://schemas.openxmlformats.org/officeDocument/2006/relationships/slide" Target="/ppt/slides/slide4.xml" Id="R0a83202af1bb4f5f" /><Relationship Type="http://schemas.openxmlformats.org/officeDocument/2006/relationships/slide" Target="/ppt/slides/slide5.xml" Id="Rf83dae4a44c64806" /><Relationship Type="http://schemas.openxmlformats.org/officeDocument/2006/relationships/slide" Target="/ppt/slides/slide6.xml" Id="R74db873b15514502" /><Relationship Type="http://schemas.openxmlformats.org/officeDocument/2006/relationships/slide" Target="/ppt/slides/slide7.xml" Id="Rfa56a0d3daa444ff" /><Relationship Type="http://schemas.openxmlformats.org/officeDocument/2006/relationships/slide" Target="/ppt/slides/slide8.xml" Id="R3b01623b882e456e" /><Relationship Type="http://schemas.openxmlformats.org/officeDocument/2006/relationships/slide" Target="/ppt/slides/slide9.xml" Id="Rb73104afb9d24716" /><Relationship Type="http://schemas.openxmlformats.org/officeDocument/2006/relationships/slide" Target="/ppt/slides/slide10.xml" Id="R0d799f0a7df749a8" /><Relationship Type="http://schemas.openxmlformats.org/officeDocument/2006/relationships/slide" Target="/ppt/slides/slide11.xml" Id="Radcdc34edef24bdc" /><Relationship Type="http://schemas.openxmlformats.org/officeDocument/2006/relationships/slide" Target="/ppt/slides/slide12.xml" Id="R3cb79e2f51574ed2" /><Relationship Type="http://schemas.openxmlformats.org/officeDocument/2006/relationships/slide" Target="/ppt/slides/slide13.xml" Id="R9e60e23360cd487e" /><Relationship Type="http://schemas.openxmlformats.org/officeDocument/2006/relationships/slide" Target="/ppt/slides/slide14.xml" Id="R4b05aa9c77ce41a0" /><Relationship Type="http://schemas.openxmlformats.org/officeDocument/2006/relationships/slide" Target="/ppt/slides/slide15.xml" Id="R89da557594b14f77" /><Relationship Type="http://schemas.openxmlformats.org/officeDocument/2006/relationships/slide" Target="/ppt/slides/slide16.xml" Id="R6d4df9db102b4823" /><Relationship Type="http://schemas.openxmlformats.org/officeDocument/2006/relationships/slide" Target="/ppt/slides/slide17.xml" Id="Rfe543cf7f28f402b" /><Relationship Type="http://schemas.openxmlformats.org/officeDocument/2006/relationships/slide" Target="/ppt/slides/slide18.xml" Id="R3fd0767ac31c4eac" /><Relationship Type="http://schemas.openxmlformats.org/officeDocument/2006/relationships/slide" Target="/ppt/slides/slide19.xml" Id="R309ba0d311fd4b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98540b938f45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94c2a6980a4843" /><Relationship Type="http://schemas.openxmlformats.org/officeDocument/2006/relationships/notesMaster" Target="/ppt/notesMasters/notesMaster1.xml" Id="R5d7deb29e26e4b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852d39f9d24c02" /><Relationship Type="http://schemas.openxmlformats.org/officeDocument/2006/relationships/notesMaster" Target="/ppt/notesMasters/notesMaster1.xml" Id="Ra81ad83e224748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0b49d149d944e0" /><Relationship Type="http://schemas.openxmlformats.org/officeDocument/2006/relationships/notesMaster" Target="/ppt/notesMasters/notesMaster1.xml" Id="Rbe60d3bdb55549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3d6e4a415c43c1" /><Relationship Type="http://schemas.openxmlformats.org/officeDocument/2006/relationships/notesMaster" Target="/ppt/notesMasters/notesMaster1.xml" Id="Ra73ce018006e48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1ef97156704aa3" /><Relationship Type="http://schemas.openxmlformats.org/officeDocument/2006/relationships/notesMaster" Target="/ppt/notesMasters/notesMaster1.xml" Id="Ra8555832500644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65ec0af74e4703" /><Relationship Type="http://schemas.openxmlformats.org/officeDocument/2006/relationships/notesMaster" Target="/ppt/notesMasters/notesMaster1.xml" Id="R3e8bf73ed0404b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91473249614df8" /><Relationship Type="http://schemas.openxmlformats.org/officeDocument/2006/relationships/notesMaster" Target="/ppt/notesMasters/notesMaster1.xml" Id="Rde9c8b6f2fe541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95fdea74364cf8" /><Relationship Type="http://schemas.openxmlformats.org/officeDocument/2006/relationships/notesMaster" Target="/ppt/notesMasters/notesMaster1.xml" Id="R3279cc7aa56f44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b62156d0b84b09" /><Relationship Type="http://schemas.openxmlformats.org/officeDocument/2006/relationships/notesMaster" Target="/ppt/notesMasters/notesMaster1.xml" Id="R862bec2a68fb4f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e6e91d5b6f4e02" /><Relationship Type="http://schemas.openxmlformats.org/officeDocument/2006/relationships/notesMaster" Target="/ppt/notesMasters/notesMaster1.xml" Id="Rd3cc2a85488046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45a4d9935a4a86" /><Relationship Type="http://schemas.openxmlformats.org/officeDocument/2006/relationships/notesMaster" Target="/ppt/notesMasters/notesMaster1.xml" Id="Rfe9fb82b352f46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a3d4236b844d27" /><Relationship Type="http://schemas.openxmlformats.org/officeDocument/2006/relationships/notesMaster" Target="/ppt/notesMasters/notesMaster1.xml" Id="Ra8a995428c8c4f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165fb64be14eaa" /><Relationship Type="http://schemas.openxmlformats.org/officeDocument/2006/relationships/notesMaster" Target="/ppt/notesMasters/notesMaster1.xml" Id="R74c7039ef77846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ca4f9072c8342b4" /><Relationship Type="http://schemas.openxmlformats.org/officeDocument/2006/relationships/notesMaster" Target="/ppt/notesMasters/notesMaster1.xml" Id="R5f25056dcec34c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50bd6da9fe44b9e" /><Relationship Type="http://schemas.openxmlformats.org/officeDocument/2006/relationships/notesMaster" Target="/ppt/notesMasters/notesMaster1.xml" Id="R694b13fe4ca748a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e133ee4c5c54ae4" /><Relationship Type="http://schemas.openxmlformats.org/officeDocument/2006/relationships/notesMaster" Target="/ppt/notesMasters/notesMaster1.xml" Id="Rb729b02bca9e49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4aaabe36a1443a1" /><Relationship Type="http://schemas.openxmlformats.org/officeDocument/2006/relationships/notesMaster" Target="/ppt/notesMasters/notesMaster1.xml" Id="Ra10a91c1ad9242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acbe2dcf9cb4c4b" /><Relationship Type="http://schemas.openxmlformats.org/officeDocument/2006/relationships/notesMaster" Target="/ppt/notesMasters/notesMaster1.xml" Id="R937c9859951844c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30e245f4bd747c3" /><Relationship Type="http://schemas.openxmlformats.org/officeDocument/2006/relationships/notesMaster" Target="/ppt/notesMasters/notesMaster1.xml" Id="Ra921050ce5cb47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Open Module 5 and establish the subject of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Security and Observability. Trust boundaries, secrets, telemetry, and operational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Briefly connect this module to the previous part of the course before discussing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the module introduction and learning focus.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Module introduction.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This module protects the delivery system and makes its behavior visible enough to investigate change, performance, and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Map trust boundaries across source, runners, registries, and targets Retrieve secrets at runtime with bounded identity Collect logs and metrics with useful context Build alerts and dashboards that support 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delivery trust boundaries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Every boundary changes the identity, permissions, data exposure, or network reach available to the delivery workload.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threat model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Assets and actors: Which source and artifacts require integrity? Who can approve or trigger deployment? Which identities can reach managed targets? Where can secrets or evidence leak?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Controls and response: How is identity verified? Where is scope enforced? Which events require alerting? How are credentials revoked?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security throughout delivery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Source controls, dependency checks, artifact integrity, protected deployment, and runtime monitoring address different attack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vault access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Authentication: Pipeline proves workload identity Vault evaluates policy A short-lived token scopes access Audit records identify the request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Secret use: Job retrieves only required values Values remain masked from output Credentials live only for the task Revocation closes the session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runner compromise response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Containment should revoke credentials, isolate the runner, preserve evidence, evaluate affected artifacts, and restore from a trusted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monitoring and observability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Telemetry provides raw signals. Monitoring evaluates known conditions. Observability supports investigation when the failure mode was not predicted.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observability architecture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Applications, containers, Kubernetes, delivery jobs, and managed systems should send correlated events to a common analysis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elastic data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Collection: Application and pipeline logs Container and Kubernetes events Host and workload metrics Synthetic request measurements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Use: Normalize and enrich events Search by deployment identity Build service dashboards Trigger actionable webhook alerts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operational signals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Logs explain events, metrics show trends, traces follow requests, and state collection confirms the behavior of managed infrastructure.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change-aware feedback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Deployment identity and timestamps connect pipeline events to changes in application, cluster, and network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change correlation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Useful audit records link actor, source revision, pipeline, artifact, target, action, result, and observed service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audit event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Identity and intent: Timestamp and correlation identifier Actor and workload identity Source revision and pipeline Target and requested 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Execution and outcome: Tool and dependency versions Command or API operation Result and sanitized error detail Artifact, evidence, and cleanup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secrets management.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Vault responsibilities: Authenticate the workload Issue or return scoped secrets Apply policy and lifetime Record access for audit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Pipeline responsibilities: Request secrets only at runtime Avoid printing or persisting values Limit the job and target scope Revoke access after use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dashboards and alerts.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Dashboards: Cluster and workload health Application request success Response time and resource pressure Pipeline and change correlation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Alerts: Identify a condition that needs action Include service and deployment context Use a tested notification path Reduce duplicate and non-actionable signals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synthetic monitoring.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Test request: Authenticate with a dedicated identity Access the published service endpoint Confirm device data appears Measure total response 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Recorded evidence: HTTP result and timing Application instance identity Target device and data timestamp Related pipeline and deployment version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Key takeaways.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Security controls limit what delivery components can do. Observability shows what they did and whether the service remained healthy.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Use short-lived, scoped workload identity Keep audit context across every pipeline stage Correlate deployment and runtime signals Design alerts around an operational response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Close Module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Recap: Ask learners to state one concept they can apply and one question that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Course content complete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Confirm the class is ready before moving to the next module.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3653f5e24445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d95c02f90f4725" /><Relationship Type="http://schemas.openxmlformats.org/officeDocument/2006/relationships/slideLayout" Target="/ppt/slideLayouts/slideLayout1.xml" Id="R89760c29b75a46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760c29b75a46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453a73f734693" /><Relationship Type="http://schemas.openxmlformats.org/officeDocument/2006/relationships/image" Target="/ppt/media/image.png" Id="Rd640b4f62caf4353" /><Relationship Type="http://schemas.openxmlformats.org/officeDocument/2006/relationships/image" Target="/ppt/media/image2.png" Id="R7f6c7070a7634a5a" /><Relationship Type="http://schemas.openxmlformats.org/officeDocument/2006/relationships/image" Target="/ppt/media/image3.png" Id="R00057223761c415d" /><Relationship Type="http://schemas.openxmlformats.org/officeDocument/2006/relationships/notesSlide" Target="/ppt/notesSlides/notesSlide1.xml" Id="R814e7b0d67ec47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94b66e67b4a32" /><Relationship Type="http://schemas.openxmlformats.org/officeDocument/2006/relationships/image" Target="/ppt/media/image4.png" Id="Ra962e45945e54774" /><Relationship Type="http://schemas.openxmlformats.org/officeDocument/2006/relationships/image" Target="/ppt/media/image5.png" Id="R1ad22ae28da045a1" /><Relationship Type="http://schemas.openxmlformats.org/officeDocument/2006/relationships/notesSlide" Target="/ppt/notesSlides/notesSlide2.xml" Id="Ra59e66d951f349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cd6cf0c044ebb" /><Relationship Type="http://schemas.openxmlformats.org/officeDocument/2006/relationships/image" Target="/ppt/media/image6.png" Id="R67dd7ebab2704f55" /><Relationship Type="http://schemas.openxmlformats.org/officeDocument/2006/relationships/image" Target="/ppt/media/image7.png" Id="R5ed39dc2eadd499f" /><Relationship Type="http://schemas.openxmlformats.org/officeDocument/2006/relationships/image" Target="/ppt/media/image8.png" Id="R26aed383f39e489c" /><Relationship Type="http://schemas.openxmlformats.org/officeDocument/2006/relationships/notesSlide" Target="/ppt/notesSlides/notesSlide3.xml" Id="R0a62a4e680c04d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3791d11fd45e7" /><Relationship Type="http://schemas.openxmlformats.org/officeDocument/2006/relationships/image" Target="/ppt/media/image9.png" Id="R39ad65381e1e4806" /><Relationship Type="http://schemas.openxmlformats.org/officeDocument/2006/relationships/image" Target="/ppt/media/image10.png" Id="Rb808af8f82014c53" /><Relationship Type="http://schemas.openxmlformats.org/officeDocument/2006/relationships/notesSlide" Target="/ppt/notesSlides/notesSlide4.xml" Id="Refd5a67fd2ee43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7e4b135904abf" /><Relationship Type="http://schemas.openxmlformats.org/officeDocument/2006/relationships/image" Target="/ppt/media/image11.png" Id="R79ddcdf9aefc4cbd" /><Relationship Type="http://schemas.openxmlformats.org/officeDocument/2006/relationships/image" Target="/ppt/media/image12.png" Id="Rba48471ff88a4876" /><Relationship Type="http://schemas.openxmlformats.org/officeDocument/2006/relationships/image" Target="/ppt/media/image13.png" Id="R82acdc883d614b2f" /><Relationship Type="http://schemas.openxmlformats.org/officeDocument/2006/relationships/notesSlide" Target="/ppt/notesSlides/notesSlide5.xml" Id="R2bb5ce8fa95246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3a1ad69d84738" /><Relationship Type="http://schemas.openxmlformats.org/officeDocument/2006/relationships/image" Target="/ppt/media/image14.png" Id="R52ab322a4915484f" /><Relationship Type="http://schemas.openxmlformats.org/officeDocument/2006/relationships/image" Target="/ppt/media/image15.png" Id="R52810e28d04b43b2" /><Relationship Type="http://schemas.openxmlformats.org/officeDocument/2006/relationships/notesSlide" Target="/ppt/notesSlides/notesSlide6.xml" Id="R990c1ea8187444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ea371d2b240b9" /><Relationship Type="http://schemas.openxmlformats.org/officeDocument/2006/relationships/image" Target="/ppt/media/image16.png" Id="R97e644854b994ca6" /><Relationship Type="http://schemas.openxmlformats.org/officeDocument/2006/relationships/image" Target="/ppt/media/image17.png" Id="R07d94571a0c44ca3" /><Relationship Type="http://schemas.openxmlformats.org/officeDocument/2006/relationships/image" Target="/ppt/media/image18.png" Id="R0118e3c1238f41da" /><Relationship Type="http://schemas.openxmlformats.org/officeDocument/2006/relationships/notesSlide" Target="/ppt/notesSlides/notesSlide7.xml" Id="R363261d0cdd440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d2f56ed0d4d95" /><Relationship Type="http://schemas.openxmlformats.org/officeDocument/2006/relationships/image" Target="/ppt/media/image19.png" Id="R5266530b084043cc" /><Relationship Type="http://schemas.openxmlformats.org/officeDocument/2006/relationships/image" Target="/ppt/media/image20.png" Id="R72d6d0b9994c4fe1" /><Relationship Type="http://schemas.openxmlformats.org/officeDocument/2006/relationships/image" Target="/ppt/media/image21.png" Id="Rf3614f59f0e14b85" /><Relationship Type="http://schemas.openxmlformats.org/officeDocument/2006/relationships/notesSlide" Target="/ppt/notesSlides/notesSlide8.xml" Id="Re0eba181ed4249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eda306cb4435a" /><Relationship Type="http://schemas.openxmlformats.org/officeDocument/2006/relationships/image" Target="/ppt/media/image22.png" Id="R3b69ab0e1a534d61" /><Relationship Type="http://schemas.openxmlformats.org/officeDocument/2006/relationships/image" Target="/ppt/media/image23.png" Id="Rac24363af57941da" /><Relationship Type="http://schemas.openxmlformats.org/officeDocument/2006/relationships/image" Target="/ppt/media/image24.png" Id="R14539d71fbec46c1" /><Relationship Type="http://schemas.openxmlformats.org/officeDocument/2006/relationships/notesSlide" Target="/ppt/notesSlides/notesSlide9.xml" Id="Rf96ca10731c142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2d20fec2b4f18" /><Relationship Type="http://schemas.openxmlformats.org/officeDocument/2006/relationships/image" Target="/ppt/media/image25.png" Id="Rf9b093498efc4439" /><Relationship Type="http://schemas.openxmlformats.org/officeDocument/2006/relationships/image" Target="/ppt/media/image26.png" Id="Rf6fffa61431841b6" /><Relationship Type="http://schemas.openxmlformats.org/officeDocument/2006/relationships/notesSlide" Target="/ppt/notesSlides/notesSlide10.xml" Id="Re955c3a53c3b41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fb6cb319a428b" /><Relationship Type="http://schemas.openxmlformats.org/officeDocument/2006/relationships/image" Target="/ppt/media/image27.png" Id="R071ca2060ee946ed" /><Relationship Type="http://schemas.openxmlformats.org/officeDocument/2006/relationships/image" Target="/ppt/media/image28.png" Id="R18bc8d2547a740dc" /><Relationship Type="http://schemas.openxmlformats.org/officeDocument/2006/relationships/image" Target="/ppt/media/image29.png" Id="R430091965e5d47c8" /><Relationship Type="http://schemas.openxmlformats.org/officeDocument/2006/relationships/notesSlide" Target="/ppt/notesSlides/notesSlide11.xml" Id="R5764b06c5c3143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c7084f5404d9d" /><Relationship Type="http://schemas.openxmlformats.org/officeDocument/2006/relationships/image" Target="/ppt/media/image30.png" Id="Red306063b4d64c13" /><Relationship Type="http://schemas.openxmlformats.org/officeDocument/2006/relationships/image" Target="/ppt/media/image31.png" Id="R049d49f6680b48ce" /><Relationship Type="http://schemas.openxmlformats.org/officeDocument/2006/relationships/image" Target="/ppt/media/image32.png" Id="Rd2d1072eb4c54ca0" /><Relationship Type="http://schemas.openxmlformats.org/officeDocument/2006/relationships/notesSlide" Target="/ppt/notesSlides/notesSlide12.xml" Id="R00c35a193e0d4d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c0b6c1bc147ff" /><Relationship Type="http://schemas.openxmlformats.org/officeDocument/2006/relationships/image" Target="/ppt/media/image33.png" Id="R8236ff0349714edd" /><Relationship Type="http://schemas.openxmlformats.org/officeDocument/2006/relationships/image" Target="/ppt/media/image34.png" Id="R146fb22cbf444bd4" /><Relationship Type="http://schemas.openxmlformats.org/officeDocument/2006/relationships/image" Target="/ppt/media/image35.png" Id="Rd9e843d9798f437a" /><Relationship Type="http://schemas.openxmlformats.org/officeDocument/2006/relationships/notesSlide" Target="/ppt/notesSlides/notesSlide13.xml" Id="Rc8c4b4209f3744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ebd9abdde45fa" /><Relationship Type="http://schemas.openxmlformats.org/officeDocument/2006/relationships/image" Target="/ppt/media/image36.png" Id="Rfb14c95107a9466f" /><Relationship Type="http://schemas.openxmlformats.org/officeDocument/2006/relationships/image" Target="/ppt/media/image37.png" Id="R8d8c885723124ed0" /><Relationship Type="http://schemas.openxmlformats.org/officeDocument/2006/relationships/notesSlide" Target="/ppt/notesSlides/notesSlide14.xml" Id="R24510c713b054bf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6d7d104244bd7" /><Relationship Type="http://schemas.openxmlformats.org/officeDocument/2006/relationships/image" Target="/ppt/media/image38.png" Id="R8248faf02636419b" /><Relationship Type="http://schemas.openxmlformats.org/officeDocument/2006/relationships/image" Target="/ppt/media/image39.png" Id="R8acba87247ee4dec" /><Relationship Type="http://schemas.openxmlformats.org/officeDocument/2006/relationships/notesSlide" Target="/ppt/notesSlides/notesSlide15.xml" Id="Rca133d2aa988473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659be1dfe44d1" /><Relationship Type="http://schemas.openxmlformats.org/officeDocument/2006/relationships/image" Target="/ppt/media/image40.png" Id="R6f5c018e3174432e" /><Relationship Type="http://schemas.openxmlformats.org/officeDocument/2006/relationships/image" Target="/ppt/media/image41.png" Id="Rb12f6f6bb2024852" /><Relationship Type="http://schemas.openxmlformats.org/officeDocument/2006/relationships/notesSlide" Target="/ppt/notesSlides/notesSlide16.xml" Id="R050e7827d97341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5721b9ece48af" /><Relationship Type="http://schemas.openxmlformats.org/officeDocument/2006/relationships/image" Target="/ppt/media/image42.png" Id="R1a31834b36b44346" /><Relationship Type="http://schemas.openxmlformats.org/officeDocument/2006/relationships/image" Target="/ppt/media/image43.png" Id="Ra4637809b79d42c2" /><Relationship Type="http://schemas.openxmlformats.org/officeDocument/2006/relationships/notesSlide" Target="/ppt/notesSlides/notesSlide17.xml" Id="Rde1ef717e76947b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d24055f4b4b2f" /><Relationship Type="http://schemas.openxmlformats.org/officeDocument/2006/relationships/image" Target="/ppt/media/image44.png" Id="R94416594fe1141ad" /><Relationship Type="http://schemas.openxmlformats.org/officeDocument/2006/relationships/image" Target="/ppt/media/image45.png" Id="Rb939ceb9683e489c" /><Relationship Type="http://schemas.openxmlformats.org/officeDocument/2006/relationships/notesSlide" Target="/ppt/notesSlides/notesSlide18.xml" Id="Re53bb70e080545d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93415cae9448e" /><Relationship Type="http://schemas.openxmlformats.org/officeDocument/2006/relationships/image" Target="/ppt/media/image46.png" Id="R7194507642a244c7" /><Relationship Type="http://schemas.openxmlformats.org/officeDocument/2006/relationships/image" Target="/ppt/media/image47.png" Id="Re7196ff1e2dd407e" /><Relationship Type="http://schemas.openxmlformats.org/officeDocument/2006/relationships/notesSlide" Target="/ppt/notesSlides/notesSlide19.xml" Id="R0547b6bb894c4e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B5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0b4f62caf4353"/>
          <a:srcRect xmlns:a="http://schemas.openxmlformats.org/drawingml/2006/main" l="0" t="30099" r="0" b="300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120FF-B54D-4A41-BC3E-5EA466A9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ECCDC-5EF3-42CE-8DB5-CB9B0AF8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1E706-05CE-4AA8-B721-976CB2DE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FCA4E-50B4-4814-80E3-7D1E3601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07A40-8C23-41A0-9D81-D116B14F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Security and Observability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9D940-B17F-4864-9AFE-CA3ADAF8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rPr>
              <a:t>Trust boundaries, secrets, telemetry, and operational 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8E6E6-51FE-4F55-A5D0-56840380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483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Cisco learning and professional development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c7070a7634a5a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57223761c415d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3794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39A85-8168-49FB-A1A6-7D0B6257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BC32B-93C7-4EA3-B927-B3BDCC5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241FB-C4E8-4A5E-90B6-95A3E2A7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9C82F-E48D-4507-B01A-583EE66E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2B2AA-49AD-42BA-9C01-6A3552FF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A958D-3C68-48FB-8B61-6194F800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F08E8-C04E-48C0-8C87-EDAAD280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This module protects the delivery system and makes its behavior visible enough to investigate change, performance, and failure.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6D793-8217-44F2-B1D5-7775CF54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F61AC-359A-4074-BEF3-494A77E2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Map trust boundaries across source, runners, registries, and targets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4EE28-0227-4EE7-AB67-BAB2D71C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96A7C-7EF9-45CD-A3D9-5FFFDB37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Retrieve secrets at runtime with bounded identity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A8CF0-22C5-4DD6-9461-A83AE2FC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7FF97-001A-4D54-9991-1B4A51BB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Collect logs and metrics with useful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023A6-369C-4EB9-B96D-21202D1A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82FAE-7E0C-43C5-968E-D2B86C54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 alerts and dashboards that support action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2e45945e54774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22ae28da045a1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6783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62003-55A5-4C20-91AA-D6F793E1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CE37B-7B2A-4B60-8AEE-8A9E36D0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95E0E-3996-4188-9DC3-F70A354E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46257-AB4B-4FD3-81B9-1720FA51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94607-BE43-4EB7-9460-8067D824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Delivery trust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10DED-94AA-41D7-A5E4-6A43EB59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d7ebab2704f55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FA163-4E47-4769-845D-6EBA72F9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6186D-9DB2-4C7F-9CF0-1023011E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Every boundary changes the identity, permissions, data exposure, or network reach available to the delivery workload.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39dc2eadd499f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ed383f39e489c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0071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DAA0C2-CCC3-4D8A-B6E3-ADFB96C5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8DAB0-CB48-4DE9-8972-5AB182D6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4664C-84AB-49F4-B52A-1528687F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4C1DA-7FBF-433E-8737-F13227F1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5A6DD-965C-40BC-BA77-25FDC531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Threat model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B67F9-42CF-45E5-B735-0856339E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143D7-E1AA-49C1-95FF-5B0DA30C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2B174-7174-4E6D-A2D0-141D511A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Assets and actors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4121F-98C6-4017-97E3-97CD7632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Controls and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C32E9-F264-4E6B-8BA5-CF189381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6C3C4-22A1-4707-B225-1426A6EA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2A0B6-7BE5-47E1-AA10-DE660912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Which source and artifacts require integrity?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93A6C-559C-48E9-8844-BB2457C4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43079-CBEB-4F4A-9C7C-B94CA9E0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1E5D1-3E9C-4A9D-94DD-09948B36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Who can approve or trigger deployment?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DE635-4D9A-41B8-AB06-DCF0DFCE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088545-C33B-45EC-BA7B-B68B4BB7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6ED84-01C9-44A8-9260-346C30B0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Which identities can reach managed targets?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80AA24-2476-4F7B-8429-6D92A1A0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2CF7C-3F73-4126-9CDF-A8BF83D3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FD6AD-AD36-457C-8F6F-2F52DE88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Where can secrets or evidence leak?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321630-2009-48C4-BF27-4063D781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22F2C5-D955-4DAC-A0BF-DC17EA84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47E554-27DB-4F0D-ADF7-07FAB9E7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How is identity verified?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1514D8-7D97-46F4-9275-DA2598AF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7CFBEA-FC9D-429C-99A2-BEE2CF5F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80027C-78EB-4B97-8286-FFF6421D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Where is scope enforced?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EA3BA-C0B3-47A7-BD4D-527ACD27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8D9C6A-E9E4-4360-ABE4-9B8A8106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A60335-1A01-476A-A2B6-A37834A1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Which events require alerting?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C08107-3CA9-4D30-954E-9B05B545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49A7FC-F477-48C9-8205-70C21B6F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C26E20-E95A-472D-BB7D-12EBD3D9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How are credentials revoked?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d65381e1e4806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8af8f82014c53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780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AA0DA-6392-4708-ADC3-B7CF0F85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C8B0D-1173-4C80-B3EE-5FA69F3C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E6E07-C4FB-4332-AD26-41B6AC6F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4FC73-EFEB-4293-878C-EFAB4395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94D0F-3F46-43DF-9815-ABED3DCE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Security throughout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46393-1378-41F3-8678-85A3A1AC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dcdf9aefc4cbd"/>
          <a:stretch xmlns:a="http://schemas.openxmlformats.org/drawingml/2006/main"/>
        </p:blipFill>
        <p:spPr>
          <a:xfrm xmlns:a="http://schemas.openxmlformats.org/drawingml/2006/main">
            <a:off x="1283771" y="1571625"/>
            <a:ext cx="9624458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5C09B-FA98-4D02-A784-9360EAD9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3E86D-F03A-4637-B7A6-8BBCE10A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Source controls, dependency checks, artifact integrity, protected deployment, and runtime monitoring address different attack paths.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8471ff88a4876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cdc883d614b2f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0631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7C05ED-98A6-4FA8-8084-F01194B9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16BD1-9188-425A-B46C-EBF282CA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682A9-B503-4382-B023-B2CBFDE9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989BA-5F88-44F0-9231-927EA176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162C3-F3A1-41EF-99BB-35E15C6A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Vault access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40F7D-C368-4E63-8323-CD371060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8556C-0414-44B6-94C4-1AFB7AA8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A612F-7E7D-482E-AFD8-7C3F3AAF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Authentication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4517C-8EF4-45A9-9486-48FFB13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Secret 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7C064-F5D0-4FC8-A1B6-AA78ABA8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EC63B-FC39-4C89-861D-8F2DFE21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878F3-1321-48F9-83A3-73C8D7F4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Pipeline proves workload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1CE8E-7057-47F2-AE7D-FD2E3B87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DFFF7-9145-45EE-B2FB-751EA104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D32B8-3C6B-42E2-BEA8-B44FF21A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Vault evaluates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2F0C1-360C-4A33-9060-7A5652F5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3C5CC-D483-4DAE-8BCF-B9ACC23A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7D549-BF6D-4CC4-BBE5-58F35B62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short-lived token scopes 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3A886-0063-44C6-A761-A79848C1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63CEB-9293-425F-BC69-5CB26B8B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9773E-B7DD-417F-96D6-C5D809E1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Audit records identify the request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5CE8A-8786-49F9-BFBF-78D63EA6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DDD4E2-15AF-4F83-9DED-670BBBDE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551C68-B069-416B-8E11-CD5FE38B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Job retrieves only required values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2474D7-1FCB-4A88-8CA2-41746F14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6381EB-9C6D-436A-9447-B3A4BEE0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FDF493-A14D-4FC9-B1D2-8C914C60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Values remain masked from output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77331F-287E-4BA4-ADCD-E99122A6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12B726-2371-427C-B243-27B55704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A5012B-3316-40E5-9694-DD34B300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Credentials live only for the task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8B3A5A-D6CA-430A-AD17-3263E895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16A70F-1B35-44F5-A360-8AFBF00E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2FD468-8E42-495B-A36E-1B915ADC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Revocation closes the session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b322a4915484f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10e28d04b43b2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877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56C1A-23EB-453B-A57B-5173E2F1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510A4-C0B7-4D0D-A33D-D927E157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425FD-B7EE-464C-815B-D130AF5C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BF620-EB03-4973-8191-CDF270F6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672FD-DD82-458F-A59B-7A1C8947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Runner compromise response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A0FC5-2C3C-459F-9436-490DCF04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644854b994ca6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4F8B9-A960-43A6-8704-6592181C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49093-3EE2-4592-B9BD-0F259F25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Containment should revoke credentials, isolate the runner, preserve evidence, evaluate affected artifacts, and restore from a trusted baseline.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94571a0c44ca3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8e3c1238f41da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7155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39A90-B970-4938-AE14-F1AFE941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7687E-5581-422C-A6F0-4F37F1E5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D9698-333D-4450-ACD1-DA5E13E7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0FC8B-0D54-435C-A7DD-53C63243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C4226-84D2-468D-966A-2130908D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Monitoring and observability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18545-24F8-447C-A266-189AB02B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6530b084043cc"/>
          <a:stretch xmlns:a="http://schemas.openxmlformats.org/drawingml/2006/main"/>
        </p:blipFill>
        <p:spPr>
          <a:xfrm xmlns:a="http://schemas.openxmlformats.org/drawingml/2006/main">
            <a:off x="609600" y="1955328"/>
            <a:ext cx="10972800" cy="3280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C5E44-C1A6-42A7-8827-0F9634E4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91999-2DFC-4D0E-BF23-5AFD9F57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Telemetry provides raw signals. Monitoring evaluates known conditions. Observability supports investigation when the failure mode was not predicted.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6d0b9994c4fe1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14f59f0e14b85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004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6EFE2-F0DB-4D06-BF7A-86E1D1FC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DE0FD-BE98-4B25-B2CD-8FCC26E0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DB309-952C-466C-AC6E-41D990D4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A631D-9DC8-4101-BE7D-C92D024C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D44C9-BB38-460E-B3F1-05CE7D12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Observability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E9944-7CA5-4B62-9BAC-72AA5D8A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9ab0e1a534d61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068B2-18F1-44B8-8011-78117D26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56DE5-EAF1-4D44-93F5-0269449F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Applications, containers, Kubernetes, delivery jobs, and managed systems should send correlated events to a common analysis path.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4363af57941da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39d71fbec46c1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951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B4CD64-AA1C-4610-BF8B-95E84A84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FB04A-ECFD-43AC-B4F2-0D555129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249E3-53AD-4875-AD11-531E390D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53508-DDA5-48E2-9BA0-C7F38028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9E3EE-EF61-45FF-898B-901F9EFB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Elastic data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05B02-B4A0-4883-9009-DCAE4F30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F6C7A-3909-402C-B70E-83F6E074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23FB9-1B49-4294-916A-855D2A7B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Collection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FF8E2-A139-4C39-9F0D-39AA03AB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0B70C-68EC-401F-BF76-220DCB90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30AFF-8B7D-431F-898B-554C4D08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5A6F3-5F3C-4651-8D8E-CF56C26F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Application and pipeline logs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00B68-380A-46F7-BA11-2CF0297D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20FEB-DA70-40FD-A570-FF29D1FD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61179-BD7F-4A82-9334-D18E6446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Container and Kubernetes 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60DC0-017C-4710-90CA-621931A8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8AA5BB-3632-43D1-B819-6CE4B384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E910E-63FB-4852-B07A-5EB4E63F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Host and workload metrics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91FE56-D4AB-4E9A-9035-5F1E632F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546A74-42C9-45BD-9F37-BA41C496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063F01-CA4E-45FE-8466-BC070856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Synthetic request measurements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3BA4FF-4A4B-4687-871F-5CCCF270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3DADAB-B80C-422C-8837-72DCDFF5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E31F46-6336-4574-A1E1-30D1490D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Normalize and enrich events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43CC5F-7A19-4F08-88F9-BFD65FDA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D70218-2C34-4116-A0F5-BBAACBE2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01C85D-9766-4114-96D4-6E75B1F2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Search by deployment identity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E43BA7-930D-48B7-B3B6-F85219E3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3657C3-18F7-46BC-8693-7C1BBA70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C79A3E-4934-4B44-8623-8C95B94A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 service dashboards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00EB4B-1701-4AAF-B24F-31A39B56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163BEC-46EE-475B-A870-A5AA54DF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FB52FC-DCE2-4888-9157-70D37CAC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Trigger actionable webhook alerts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093498efc4439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ffa61431841b6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182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63656-B51F-403E-8829-8CBFB4E5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C7DC5-89AD-4203-BE02-8EB322B3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19FAC-557E-4FFD-8C25-309C49A4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EB222-E2A1-4BB8-BF72-BC5365F5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AC580-FF4B-4E8D-8EAF-09D7FAD0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Operational signals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11B77-FFA1-42BF-8705-F6F6F0A1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ca2060ee946ed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8534B-7240-4628-88C0-CE4AC192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D0D72-96AC-494C-9D7C-1E3A2646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Logs explain events, metrics show trends, traces follow requests, and state collection confirms the behavior of managed infrastructure.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c8d2547a740dc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091965e5d47c8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2508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FCDC1-79CD-4171-9E0F-AE907A6A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D82B9-D975-478E-B33F-578BBC52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15B44-B703-4D0C-8BA2-C11F07EE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0DC7C-A81E-4C0B-9D4F-F6B6811C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15B5B-4F26-4B2B-8E5B-34BC19EB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Change-aware 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8A9B1-F000-4054-A7A1-197BAFEC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06063b4d64c13"/>
          <a:stretch xmlns:a="http://schemas.openxmlformats.org/drawingml/2006/main"/>
        </p:blipFill>
        <p:spPr>
          <a:xfrm xmlns:a="http://schemas.openxmlformats.org/drawingml/2006/main">
            <a:off x="770467" y="1571625"/>
            <a:ext cx="10651067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FBE8E-7AC4-4676-B4C1-20C262B4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221DC-765F-46C7-9441-2257E460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Deployment identity and timestamps connect pipeline events to changes in application, cluster, and network behavior.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d49f6680b48ce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1072eb4c54ca0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673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D56AE-71C1-4A17-AC88-9016DCDD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2BFC3-4E6A-41B3-A0D9-AE4B0120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B1DEB-7CFB-45AC-B28B-21FC0517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9F1F6-5FCF-4F42-847B-580E7069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CC1B0-6164-4B80-9F1B-22F1E605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Change correlation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BDE7B-C30E-4A23-AE9E-AF7511E1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6ff0349714edd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13CCC-4B7A-4EBF-8878-F255D71A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A7809-0C14-4F4B-A289-04528666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Useful audit records link actor, source revision, pipeline, artifact, target, action, result, and observed service outcome.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fb22cbf444bd4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843d9798f437a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1893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5A1E60-B0C9-4D04-B8BA-CDE8B35B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6EDF5-458E-4A3E-8471-4BEF1722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19C7E-D50C-4D64-A714-476A5178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C84D3-6374-4809-932A-91FE9270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D4359-112A-4CC2-AC06-CB7AF1AB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Audit event content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18278-BD40-46BA-92C3-7861CD86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83373-91CC-41A9-AC16-694852EE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4155E-89C0-4F5F-94AC-2CFD4878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Identity and intent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B063A-0B2D-4DAD-AE63-846D0E78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Execution and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12A58-0561-4466-A373-9FE3F3A1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790CD-6187-4826-B86E-554F1DC2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AB1C6-F9D4-4195-A225-05C21FC5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Timestamp and correlation identifier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01123-B75C-450D-8E00-CE3ACE9A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67C5E-5600-4672-8AE6-1FD9AFB6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4BC01-C991-44C5-A514-57505BD5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Actor and workload 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540C0-46A9-49C2-BBF4-D01E53CA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65FF6E-2A4B-403F-B60B-FD68A280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298CD-501F-4E48-8D63-7C37C5C7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Source revision and pipeline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5B8BE5-438F-4A8D-A0E5-4D0006A7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76280-5DCE-48E3-8A7C-7948B1C1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25298D-563D-4AF7-9FFD-3D710A92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Target and requested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D6F6E1-D3C0-4081-92C1-CA43960B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DB34F7-43F0-4BC1-B0A5-1F5AB7F9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D85E3F-ECBF-42A6-9AB7-458C1677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Tool and dependency versions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EA2ECF-EC24-4F07-ABF3-58DEDBDE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CD153E-E653-477D-9A3F-8716B04C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DBCD92-B2BE-4705-B832-8E3738CE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Command or API operation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DF528B-D630-4A78-9A05-99A3D759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1288C2-F162-43A9-8B87-54A61708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ECEDD7-5B34-4C9B-B92D-9C8D1148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Result and sanitized error detail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ADA198-133A-47CD-8F71-59B4C687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B04167-95F8-4CDF-9548-FFFD3771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9A81D7-17F1-4225-A8F9-65D47552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Artifact, evidence, and cleanup status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4c95107a9466f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c885723124ed0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1399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C97CA5-D122-4287-9F9D-C43352D9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CF649-C02D-4E36-A1B0-C3838BE9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3435D-974D-47C7-A930-E4A9683E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203A6-3007-4C5D-8664-CFC6DCC1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6F46A-024C-4783-958D-D94CB5DE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Secrets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BCE18-F0E3-4FEE-88E7-13E564F8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AD592-0221-403D-A2C1-4F2077FA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A9B15-DD2B-4D51-941C-53BFBE29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Vault responsibilities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0822E-54C3-413F-8FAA-6BAA45ED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Pipeline responsibilities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4A9C5-CB21-48A2-A185-0CCC16A3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73017-7AD8-4AD3-8BE8-A7D0BD58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A8D89-491A-4B2B-A417-7009DFF8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Authenticate the 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92570-B849-4C42-94DB-698CB559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11FDD-277E-4CB2-A4B7-D4456D82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6D9DF-6EFB-434F-BFE3-03C613B7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Issue or return scoped secrets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A485A-4461-410D-8F09-A20C325F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EEB33-F0FC-4AE0-9F2F-702CA494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D7ABBB-9550-4F9F-8270-F9862591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Apply policy and lifetime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F67EC-EBF0-4060-B487-05999F24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48267-FAA5-4FA1-A194-6289515F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2150E-9FF4-4C0E-9CF1-9345BC8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Record access for audit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7F52B5-716A-4388-8A9A-B16BAA12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8EACC7-9067-41CD-9455-8F51B7B0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BE6C6-7850-41C6-B69A-93558264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Request secrets only at runtime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7FFFAC-C4C8-4A82-9005-C5B6D897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1C5A88-26A6-4BA8-93CA-B2FE533B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389830-A13C-4C2A-9296-857B3511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Avoid printing or persisting values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9075E8-C958-4D72-999D-7C877730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BEC919-C6E1-464E-A103-2DFEC672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29EAAF-C736-43A0-943F-AA079BFD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Limit the job and target scope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935A7D-6F06-4653-8D02-1E3AFC03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331456-F242-4A93-85C1-D825E998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CF5C25-DCF1-4B31-A182-A38196A7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Revoke access after use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8faf02636419b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ba87247ee4dec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224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341B40-124D-460B-B3FC-7E2BE1BD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F7649-CDF6-4BAD-8D60-B2B736D8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735F2-E3D3-4574-8C7B-FE3054B1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8DE0A-A83D-400E-B6FD-745FFC28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D828D-EC58-4B43-8A3A-F3007073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Dashboards and alerts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0D1C0-5ACA-4D9B-8BB2-3E1FEA56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D0DCC-D0AC-4545-8A32-83CFA31C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F8D24-1BAE-4CC4-9333-3544B94C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Dashboards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D3973-6FED-4F58-A365-78C2B36B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Alerts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DF735-8BDC-40EA-9128-9FC8E309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0D509-9940-49F2-AB93-5B5CE9AF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637DE-0DBC-43CD-A21B-F4761821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Cluster and workload health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BDC14-1FC1-4C05-AA52-96EB1FA1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B78C6-5041-4AD4-8DFE-DB5E203D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71F34-3CFB-4296-B1A0-A0771DAD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Application request success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B9F65-E579-41B8-9E63-B4CA6AC8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4C94C-6482-4C17-AE86-68A0097D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F64A90-444D-40B7-BD4D-7F2B36A9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Response time and resource pressure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5E8FE4-9099-40B9-9875-C1C062D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830A05-2790-48D3-8099-3942F1E5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7BF4F-D65F-473B-9414-37C83868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Pipeline and change correlation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AD143-611D-4420-BE95-5C526A91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32DFA4-B8BA-4A45-A7ED-12B3C390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FA45B4-C9D1-41BD-94D6-981034F5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Identify a condition that needs 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424A3C-160C-4E38-B78B-0E24A539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529677-B06B-4C32-BBC0-4888BC82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C07131-4EFE-4DEE-93F4-652DE2AB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Include service and deployment context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ABB842-9792-4728-B9AC-4CEB5A6F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B2A9D0-1873-454E-84D7-659D0ED7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CFFF3F-E155-4F28-A6D1-9C9AE8CD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Use a tested notification path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0E2FDC-C19B-47A4-80B5-D4CDF2A8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BC41A5-1DEE-43F6-9761-D2D364F7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F66A15-7075-4584-841E-0D9EB969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Reduce duplicate and non-actionable signals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c018e3174432e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f6f6bb2024852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97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C5E415-6816-4E5C-ACB5-0D6A0AF1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36AED-99C6-4774-A0FB-2DDA392E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22511-EB56-437A-9B91-84065F36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A608E-2CF6-40FB-A975-704C1DEF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D66FF-3760-4673-9C6D-315B22C8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Synthetic monitoring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62861-535B-403F-9B24-D9BC6EB1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4C2CB-31F3-4F78-9E13-2881711F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222DF-DC36-4BA3-85B3-BB62563C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Test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6169E-3364-44CA-B104-5546E50F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Recorded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C262C-3DD0-4134-A38E-8F12D1F4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10F4C-FDB5-4BCF-AC2D-F8C404E7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C7327-FDEA-4416-8E15-6AC87799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Authenticate with a dedicated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D8310-4ED3-4877-A0D1-56079532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E2384-69FF-4B84-8DFE-5DEE4C8A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B5AB8-3540-4AAD-88F0-CE85C4AD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Access the published service endpoint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F10B1-8F0B-4DF8-9A99-49B80A92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B80E6-93BF-42B5-BE5A-9752B17A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F5F90A-26DA-4D0E-BA99-216052C7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Confirm device data appears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79F373-9482-41F9-961E-11D4ED9A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944E2F-B00D-435C-AF60-5D966376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815A97-DE85-46E4-BB09-355B62F0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Measure total response 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4E4F3-2568-4DCF-AFAC-2C0BA48B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AA253D-D28E-4521-9ED8-5A1FD4A4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80EA77-17B1-44EE-9C36-A11B38A5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HTTP result and timing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530FB9-EFD9-4340-A7EC-E618C051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26F314-3772-4D68-A9C6-08BB4920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EEB49C-75EF-451B-B274-822A615A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Application instance identity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86CE8A-F8EC-4503-B3DC-DA5163B5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F47D0A-22FA-4B8E-B4F3-4D14B7B0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E250C6-FEB7-4537-880B-2B868FBF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Target device and data timestamp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C278BC-C7D2-4864-9986-497F6982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CF4AB6-C33C-4953-B01A-9773C07C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7F7877-49D4-4463-A086-8A5B4310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Related pipeline and deployment version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1834b36b44346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37809b79d42c2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672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9274B-3601-466D-8CF6-10BE31E3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3924E-C3A4-4503-B1E1-973118E8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503FF-DB23-40CE-A7BE-5AF2B5ED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071BF-DC40-4A9B-A26B-50F7FF0B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8DDBE-8437-4805-A1D2-60EF2CCF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Key takeaways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971F2-E711-427D-BCB6-C0476E49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C5CE9-0DC0-473A-9667-46876FB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Security controls limit what delivery components can do. Observability shows what they did and whether the service remained healthy.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51E23-A764-4E03-B4CA-792A132B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64FF9-0C01-424A-9E5E-3A0E9A54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Use short-lived, scoped workload 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A8162-F134-4D8F-A1F4-E0E0B115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96156-E0EF-43BA-AFEA-67999274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Keep audit context across every pipeline stage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AABA6-4676-4DC4-9308-51A951F3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60483-E46F-4ABD-8AE2-0AAF74D9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Correlate deployment and runtime signals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BE260-06C5-4E9A-A5AA-410D7AB8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6BC0A-4FF1-4168-8A83-831C99B8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Design alerts around an operational response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16594fe1141ad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9ceb9683e489c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5562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A6505-CEC7-4B15-B1CB-D9337A5A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F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220D3-3EFA-4040-8745-0372432D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B172E-689D-4D7A-BFAF-13D17495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7EFE6-D00D-4F83-8961-D66CAD4B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5B5DC-9762-4E5E-9F73-4EF54F92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5 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9A993-9AF3-460C-B414-7D72FACA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73516-81F2-419A-8D6D-925ED9EA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21920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48988-C5CC-43C7-B9F4-92079F74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472F0-C660-4057-A51A-EEECC15C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87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6E0B5-28FB-41BD-901E-13C0614E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 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20337-3D12-4621-B570-88F26E53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rPr>
              <a:t>Course content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E7F052-C0C8-42DA-BC02-E819E5B7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C1257-8DE4-4342-936D-C3804E17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386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Review the key concepts before continuing.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4507642a244c7"/>
          <a:stretch xmlns:a="http://schemas.openxmlformats.org/drawingml/2006/main"/>
        </p:blipFill>
        <p:spPr>
          <a:xfrm xmlns:a="http://schemas.openxmlformats.org/drawingml/2006/main">
            <a:off x="10525805" y="0"/>
            <a:ext cx="1665514" cy="32385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96ff1e2dd407e"/>
          <a:stretch xmlns:a="http://schemas.openxmlformats.org/drawingml/2006/main"/>
        </p:blipFill>
        <p:spPr>
          <a:xfrm xmlns:a="http://schemas.openxmlformats.org/drawingml/2006/main">
            <a:off x="38100" y="6353175"/>
            <a:ext cx="12115800" cy="504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45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2026-09-24T13:15:35.1140000Z</dcterms:created>
  <dcterms:modified xsi:type="dcterms:W3CDTF">2026-09-24T13:15:35.1140000Z</dcterms:modified>
</coreProperties>
</file>