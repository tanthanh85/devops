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a2058741040c8" /><Relationship Type="http://schemas.openxmlformats.org/officeDocument/2006/relationships/extended-properties" Target="/docProps/app.xml" Id="R8d600d29880b4cfe" /><Relationship Type="http://schemas.openxmlformats.org/officeDocument/2006/relationships/officeDocument" Target="/ppt/presentation.xml" Id="Rd55b74cc0877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9e1c4f1154135"/>
  </p:sldMasterIdLst>
  <p:notesMasterIdLst>
    <p:notesMasterId xmlns:r="http://schemas.openxmlformats.org/officeDocument/2006/relationships" r:id="Rb13d083288604400"/>
  </p:notesMasterIdLst>
  <p:sldIdLst>
    <p:sldId xmlns:r="http://schemas.openxmlformats.org/officeDocument/2006/relationships" id="256" r:id="R7558c18df74e4ce2"/>
    <p:sldId xmlns:r="http://schemas.openxmlformats.org/officeDocument/2006/relationships" id="257" r:id="R0801bda2e9b4418d"/>
    <p:sldId xmlns:r="http://schemas.openxmlformats.org/officeDocument/2006/relationships" id="258" r:id="R90f3d99a261d4b41"/>
    <p:sldId xmlns:r="http://schemas.openxmlformats.org/officeDocument/2006/relationships" id="259" r:id="R913d80b3c5de456c"/>
    <p:sldId xmlns:r="http://schemas.openxmlformats.org/officeDocument/2006/relationships" id="260" r:id="R1ebe6932bdfb44b9"/>
    <p:sldId xmlns:r="http://schemas.openxmlformats.org/officeDocument/2006/relationships" id="261" r:id="Rda817634135a44b6"/>
    <p:sldId xmlns:r="http://schemas.openxmlformats.org/officeDocument/2006/relationships" id="262" r:id="R7ac1ce75b5d9422c"/>
    <p:sldId xmlns:r="http://schemas.openxmlformats.org/officeDocument/2006/relationships" id="263" r:id="R685307cecf2144a3"/>
    <p:sldId xmlns:r="http://schemas.openxmlformats.org/officeDocument/2006/relationships" id="264" r:id="Re0e5b14993634a1c"/>
    <p:sldId xmlns:r="http://schemas.openxmlformats.org/officeDocument/2006/relationships" id="265" r:id="R29751b7d26374bb3"/>
    <p:sldId xmlns:r="http://schemas.openxmlformats.org/officeDocument/2006/relationships" id="266" r:id="R4910b2bff7e54237"/>
    <p:sldId xmlns:r="http://schemas.openxmlformats.org/officeDocument/2006/relationships" id="267" r:id="Rbc3c5b4060834454"/>
    <p:sldId xmlns:r="http://schemas.openxmlformats.org/officeDocument/2006/relationships" id="268" r:id="R3d406e7dd3c54f71"/>
    <p:sldId xmlns:r="http://schemas.openxmlformats.org/officeDocument/2006/relationships" id="269" r:id="R13c4fa4906754006"/>
    <p:sldId xmlns:r="http://schemas.openxmlformats.org/officeDocument/2006/relationships" id="270" r:id="Rf198d69e52b14bb3"/>
    <p:sldId xmlns:r="http://schemas.openxmlformats.org/officeDocument/2006/relationships" id="271" r:id="Rbc0878cc770a43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897aa4f524747" /><Relationship Type="http://schemas.openxmlformats.org/officeDocument/2006/relationships/slideMaster" Target="/ppt/slideMasters/slideMaster1.xml" Id="R9649e1c4f1154135" /><Relationship Type="http://schemas.openxmlformats.org/officeDocument/2006/relationships/notesMaster" Target="/ppt/notesMasters/notesMaster1.xml" Id="Rb13d083288604400" /><Relationship Type="http://schemas.openxmlformats.org/officeDocument/2006/relationships/presProps" Target="/ppt/presProps.xml" Id="Ra3d7638cf9374190" /><Relationship Type="http://schemas.openxmlformats.org/officeDocument/2006/relationships/tableStyles" Target="/ppt/tableStyles.xml" Id="Re9f9feb0c95b4c29" /><Relationship Type="http://schemas.openxmlformats.org/officeDocument/2006/relationships/slide" Target="/ppt/slides/slide1.xml" Id="R7558c18df74e4ce2" /><Relationship Type="http://schemas.openxmlformats.org/officeDocument/2006/relationships/slide" Target="/ppt/slides/slide2.xml" Id="R0801bda2e9b4418d" /><Relationship Type="http://schemas.openxmlformats.org/officeDocument/2006/relationships/slide" Target="/ppt/slides/slide3.xml" Id="R90f3d99a261d4b41" /><Relationship Type="http://schemas.openxmlformats.org/officeDocument/2006/relationships/slide" Target="/ppt/slides/slide4.xml" Id="R913d80b3c5de456c" /><Relationship Type="http://schemas.openxmlformats.org/officeDocument/2006/relationships/slide" Target="/ppt/slides/slide5.xml" Id="R1ebe6932bdfb44b9" /><Relationship Type="http://schemas.openxmlformats.org/officeDocument/2006/relationships/slide" Target="/ppt/slides/slide6.xml" Id="Rda817634135a44b6" /><Relationship Type="http://schemas.openxmlformats.org/officeDocument/2006/relationships/slide" Target="/ppt/slides/slide7.xml" Id="R7ac1ce75b5d9422c" /><Relationship Type="http://schemas.openxmlformats.org/officeDocument/2006/relationships/slide" Target="/ppt/slides/slide8.xml" Id="R685307cecf2144a3" /><Relationship Type="http://schemas.openxmlformats.org/officeDocument/2006/relationships/slide" Target="/ppt/slides/slide9.xml" Id="Re0e5b14993634a1c" /><Relationship Type="http://schemas.openxmlformats.org/officeDocument/2006/relationships/slide" Target="/ppt/slides/slide10.xml" Id="R29751b7d26374bb3" /><Relationship Type="http://schemas.openxmlformats.org/officeDocument/2006/relationships/slide" Target="/ppt/slides/slide11.xml" Id="R4910b2bff7e54237" /><Relationship Type="http://schemas.openxmlformats.org/officeDocument/2006/relationships/slide" Target="/ppt/slides/slide12.xml" Id="Rbc3c5b4060834454" /><Relationship Type="http://schemas.openxmlformats.org/officeDocument/2006/relationships/slide" Target="/ppt/slides/slide13.xml" Id="R3d406e7dd3c54f71" /><Relationship Type="http://schemas.openxmlformats.org/officeDocument/2006/relationships/slide" Target="/ppt/slides/slide14.xml" Id="R13c4fa4906754006" /><Relationship Type="http://schemas.openxmlformats.org/officeDocument/2006/relationships/slide" Target="/ppt/slides/slide15.xml" Id="Rf198d69e52b14bb3" /><Relationship Type="http://schemas.openxmlformats.org/officeDocument/2006/relationships/slide" Target="/ppt/slides/slide16.xml" Id="Rbc0878cc770a43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befd41c714c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01deecde904574" /><Relationship Type="http://schemas.openxmlformats.org/officeDocument/2006/relationships/notesMaster" Target="/ppt/notesMasters/notesMaster1.xml" Id="R6d1f776b96cf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031f10bcec448d" /><Relationship Type="http://schemas.openxmlformats.org/officeDocument/2006/relationships/notesMaster" Target="/ppt/notesMasters/notesMaster1.xml" Id="Ra7a8ba19b1e64f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40d8ac2ed45f0" /><Relationship Type="http://schemas.openxmlformats.org/officeDocument/2006/relationships/notesMaster" Target="/ppt/notesMasters/notesMaster1.xml" Id="R3673f39f5e3c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5e4f082ba452d" /><Relationship Type="http://schemas.openxmlformats.org/officeDocument/2006/relationships/notesMaster" Target="/ppt/notesMasters/notesMaster1.xml" Id="R8a46bc563a7149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b99c80b7648c2" /><Relationship Type="http://schemas.openxmlformats.org/officeDocument/2006/relationships/notesMaster" Target="/ppt/notesMasters/notesMaster1.xml" Id="Rca9086bf85db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9c4791ccd42d3" /><Relationship Type="http://schemas.openxmlformats.org/officeDocument/2006/relationships/notesMaster" Target="/ppt/notesMasters/notesMaster1.xml" Id="Rb705ad9d33394b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27c53bf70c4fd2" /><Relationship Type="http://schemas.openxmlformats.org/officeDocument/2006/relationships/notesMaster" Target="/ppt/notesMasters/notesMaster1.xml" Id="R82a57e8a9ac749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2cbe5cc6341e5" /><Relationship Type="http://schemas.openxmlformats.org/officeDocument/2006/relationships/notesMaster" Target="/ppt/notesMasters/notesMaster1.xml" Id="Rd85377880f5c4f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18351985e4fb5" /><Relationship Type="http://schemas.openxmlformats.org/officeDocument/2006/relationships/notesMaster" Target="/ppt/notesMasters/notesMaster1.xml" Id="R178ac3460c2449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a787c05634f30" /><Relationship Type="http://schemas.openxmlformats.org/officeDocument/2006/relationships/notesMaster" Target="/ppt/notesMasters/notesMaster1.xml" Id="R2875c224bc0042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8753add139437e" /><Relationship Type="http://schemas.openxmlformats.org/officeDocument/2006/relationships/notesMaster" Target="/ppt/notesMasters/notesMaster1.xml" Id="Ra21f3007668c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1a4c1609594013" /><Relationship Type="http://schemas.openxmlformats.org/officeDocument/2006/relationships/notesMaster" Target="/ppt/notesMasters/notesMaster1.xml" Id="R4e32e1630a014c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5fd4ddac8f41aa" /><Relationship Type="http://schemas.openxmlformats.org/officeDocument/2006/relationships/notesMaster" Target="/ppt/notesMasters/notesMaster1.xml" Id="R382866e27b6e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4d81efb7644df2" /><Relationship Type="http://schemas.openxmlformats.org/officeDocument/2006/relationships/notesMaster" Target="/ppt/notesMasters/notesMaster1.xml" Id="Re5ce5d61810f41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6d16949f324814" /><Relationship Type="http://schemas.openxmlformats.org/officeDocument/2006/relationships/notesMaster" Target="/ppt/notesMasters/notesMaster1.xml" Id="R27bc30fafc3244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afabe587454d3a" /><Relationship Type="http://schemas.openxmlformats.org/officeDocument/2006/relationships/notesMaster" Target="/ppt/notesMasters/notesMaster1.xml" Id="Rf762f592cfd0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1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Introducing the DevOps Model. People, process, technology,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explains how software delivery practices turn useful automation into a service that a team can review, release, and operate.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Use CALMS to examine delivery capability Trace work through the complete lifecycle Distinguish continuous integration, delivery, and deployment Identify flow constraints and useful measures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models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Manual work, individually operated automation, and pipeline delivery differ in ownership, repeatability, validation,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calms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Culture and sharing shape ownership. Automation and lean practices improve flow. Measurement shows whether the system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calms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Flow and ownership: Who owns the service outcome? Where does work wait? How large are typical changes? How does knowledge move between people?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Automation and evidence: Which decisions are repeatable? Which failures stop promotion? What evidence supports a release? How does production feedback reach planning?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complete devops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Delivery continues after deployment. Operation, observation, learning, and retirement complete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lifecycle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release: Define the expected outcome Design interfaces and controls Integrate small changes Build and qualify an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release: Deploy within approved scope Observe service behavior Recover when outcomes differ Retire access and obsolete versions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evidence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release decision depends on traceable evidence that connects source, build inputs, tests, approvals, deployment, and observed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feedback speeds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Fast checks protect developer flow. Broader integration and operational feedback answer questions that local tests cannot.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Version control, runners, registries, deployment targets, and observability systems form one delivery system with distinct trust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release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Candidate identity: Source revision Dependency versions Build environment Artifact digest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Qualification evidence: Test results Security findings Approval record Deployment and post-check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ci, delivery, and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Continuous integration: Integrates small changes frequently Builds and tests every candidate Returns feedback to the author Keeps the main branch releasable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Release choices: Continuous delivery keeps approval Continuous deployment removes manual approval Both require a qualified artifact Promotion should preserve artifact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value stream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Improvement begins by measuring where work waits, where changes fail, and where teams repeat manual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delivery measures.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Flow: Lead time for a change Deployment frequency Time waiting for approval Time spent repeating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Stability: Change failure rate Time to restore service Escaped defects Incomplete or missing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DevOps treats delivery as an engineering system whose output includes working software and credible operational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Shared ownership matters as much as automation Small batches reduce review and recovery risk Pipelines should promote an identified artifact Feedback must reach the people who can act on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Infrastructure as Code and On-Demand Environments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fcc1f436848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c3483f02d4553" /><Relationship Type="http://schemas.openxmlformats.org/officeDocument/2006/relationships/slideLayout" Target="/ppt/slideLayouts/slideLayout1.xml" Id="R8db58ef6f51741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58ef6f51741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21c79d7942b0" /><Relationship Type="http://schemas.openxmlformats.org/officeDocument/2006/relationships/image" Target="/ppt/media/image.png" Id="Rdd8e174d77e64e3d" /><Relationship Type="http://schemas.openxmlformats.org/officeDocument/2006/relationships/image" Target="/ppt/media/image2.png" Id="Re48656e1bc674bfa" /><Relationship Type="http://schemas.openxmlformats.org/officeDocument/2006/relationships/image" Target="/ppt/media/image3.png" Id="R415ce4311cd34cc2" /><Relationship Type="http://schemas.openxmlformats.org/officeDocument/2006/relationships/notesSlide" Target="/ppt/notesSlides/notesSlide1.xml" Id="R56db3ff7e96b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9e01e388a4260" /><Relationship Type="http://schemas.openxmlformats.org/officeDocument/2006/relationships/image" Target="/ppt/media/image4.png" Id="R37fad15759b74ac3" /><Relationship Type="http://schemas.openxmlformats.org/officeDocument/2006/relationships/image" Target="/ppt/media/image5.png" Id="R28a249bf3a974fd2" /><Relationship Type="http://schemas.openxmlformats.org/officeDocument/2006/relationships/notesSlide" Target="/ppt/notesSlides/notesSlide2.xml" Id="Re5697023f9d645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1655e961420f" /><Relationship Type="http://schemas.openxmlformats.org/officeDocument/2006/relationships/image" Target="/ppt/media/image6.png" Id="R9e93437833a748ce" /><Relationship Type="http://schemas.openxmlformats.org/officeDocument/2006/relationships/image" Target="/ppt/media/image7.png" Id="R19c0fe2fc76e41dd" /><Relationship Type="http://schemas.openxmlformats.org/officeDocument/2006/relationships/image" Target="/ppt/media/image8.png" Id="Ra57ff78aebcf42b8" /><Relationship Type="http://schemas.openxmlformats.org/officeDocument/2006/relationships/notesSlide" Target="/ppt/notesSlides/notesSlide3.xml" Id="R783a97012a24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3b63725874223" /><Relationship Type="http://schemas.openxmlformats.org/officeDocument/2006/relationships/image" Target="/ppt/media/image9.png" Id="R165579f7b6934910" /><Relationship Type="http://schemas.openxmlformats.org/officeDocument/2006/relationships/image" Target="/ppt/media/image10.png" Id="R56795885e2c9433f" /><Relationship Type="http://schemas.openxmlformats.org/officeDocument/2006/relationships/image" Target="/ppt/media/image11.png" Id="Rd2ef7307337f4be3" /><Relationship Type="http://schemas.openxmlformats.org/officeDocument/2006/relationships/notesSlide" Target="/ppt/notesSlides/notesSlide4.xml" Id="R75c2882a8a5446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c170e485e4332" /><Relationship Type="http://schemas.openxmlformats.org/officeDocument/2006/relationships/image" Target="/ppt/media/image12.png" Id="R46563da7c9d64632" /><Relationship Type="http://schemas.openxmlformats.org/officeDocument/2006/relationships/image" Target="/ppt/media/image13.png" Id="Rb74f39926d144a72" /><Relationship Type="http://schemas.openxmlformats.org/officeDocument/2006/relationships/notesSlide" Target="/ppt/notesSlides/notesSlide5.xml" Id="R40a6321c32e74b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8de268ba419f" /><Relationship Type="http://schemas.openxmlformats.org/officeDocument/2006/relationships/image" Target="/ppt/media/image14.png" Id="Rb9372ea0239f4034" /><Relationship Type="http://schemas.openxmlformats.org/officeDocument/2006/relationships/image" Target="/ppt/media/image15.png" Id="R7e757003baeb43c1" /><Relationship Type="http://schemas.openxmlformats.org/officeDocument/2006/relationships/image" Target="/ppt/media/image16.png" Id="Rc9b4cf9483844699" /><Relationship Type="http://schemas.openxmlformats.org/officeDocument/2006/relationships/notesSlide" Target="/ppt/notesSlides/notesSlide6.xml" Id="R33088025185843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22572643f4cb6" /><Relationship Type="http://schemas.openxmlformats.org/officeDocument/2006/relationships/image" Target="/ppt/media/image17.png" Id="Rcba1604cd80a4c25" /><Relationship Type="http://schemas.openxmlformats.org/officeDocument/2006/relationships/image" Target="/ppt/media/image18.png" Id="R1b2727ca007a4948" /><Relationship Type="http://schemas.openxmlformats.org/officeDocument/2006/relationships/notesSlide" Target="/ppt/notesSlides/notesSlide7.xml" Id="R3e9ed5be366445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32fd723824258" /><Relationship Type="http://schemas.openxmlformats.org/officeDocument/2006/relationships/image" Target="/ppt/media/image19.png" Id="Rde15f277bc304583" /><Relationship Type="http://schemas.openxmlformats.org/officeDocument/2006/relationships/image" Target="/ppt/media/image20.png" Id="R95420a146ed1472c" /><Relationship Type="http://schemas.openxmlformats.org/officeDocument/2006/relationships/image" Target="/ppt/media/image21.png" Id="R914ff0d6f42546f0" /><Relationship Type="http://schemas.openxmlformats.org/officeDocument/2006/relationships/notesSlide" Target="/ppt/notesSlides/notesSlide8.xml" Id="Re164a40af4ae49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627f9a9db48a9" /><Relationship Type="http://schemas.openxmlformats.org/officeDocument/2006/relationships/image" Target="/ppt/media/image22.png" Id="R8c769361c416487b" /><Relationship Type="http://schemas.openxmlformats.org/officeDocument/2006/relationships/image" Target="/ppt/media/image23.png" Id="Rad8124e681694162" /><Relationship Type="http://schemas.openxmlformats.org/officeDocument/2006/relationships/image" Target="/ppt/media/image24.png" Id="Reab51d30f5b8490f" /><Relationship Type="http://schemas.openxmlformats.org/officeDocument/2006/relationships/notesSlide" Target="/ppt/notesSlides/notesSlide9.xml" Id="R7d7dfdf3adae47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6943ac7e4938" /><Relationship Type="http://schemas.openxmlformats.org/officeDocument/2006/relationships/image" Target="/ppt/media/image25.png" Id="R392a8ffa66cc44e1" /><Relationship Type="http://schemas.openxmlformats.org/officeDocument/2006/relationships/image" Target="/ppt/media/image26.png" Id="Re76f3a15a32f443b" /><Relationship Type="http://schemas.openxmlformats.org/officeDocument/2006/relationships/image" Target="/ppt/media/image27.png" Id="R873ac583feac4739" /><Relationship Type="http://schemas.openxmlformats.org/officeDocument/2006/relationships/notesSlide" Target="/ppt/notesSlides/notesSlide10.xml" Id="R7d2ed54b834440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9310795364f83" /><Relationship Type="http://schemas.openxmlformats.org/officeDocument/2006/relationships/image" Target="/ppt/media/image28.png" Id="R293c366706fc45e1" /><Relationship Type="http://schemas.openxmlformats.org/officeDocument/2006/relationships/image" Target="/ppt/media/image29.png" Id="R905dfcbb24124ef3" /><Relationship Type="http://schemas.openxmlformats.org/officeDocument/2006/relationships/notesSlide" Target="/ppt/notesSlides/notesSlide11.xml" Id="R472c39fe443449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45ee0d65f4364" /><Relationship Type="http://schemas.openxmlformats.org/officeDocument/2006/relationships/image" Target="/ppt/media/image30.png" Id="R19a93acbcb374014" /><Relationship Type="http://schemas.openxmlformats.org/officeDocument/2006/relationships/image" Target="/ppt/media/image31.png" Id="R75ab536eb0154919" /><Relationship Type="http://schemas.openxmlformats.org/officeDocument/2006/relationships/notesSlide" Target="/ppt/notesSlides/notesSlide12.xml" Id="R37e3816b2c824e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989474d2b4229" /><Relationship Type="http://schemas.openxmlformats.org/officeDocument/2006/relationships/image" Target="/ppt/media/image32.png" Id="R4c607668c16e45d8" /><Relationship Type="http://schemas.openxmlformats.org/officeDocument/2006/relationships/image" Target="/ppt/media/image33.png" Id="R6a47b56355584150" /><Relationship Type="http://schemas.openxmlformats.org/officeDocument/2006/relationships/image" Target="/ppt/media/image34.png" Id="R1d86c474386e46d5" /><Relationship Type="http://schemas.openxmlformats.org/officeDocument/2006/relationships/notesSlide" Target="/ppt/notesSlides/notesSlide13.xml" Id="R2ade9c084f7040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01f8810174ade" /><Relationship Type="http://schemas.openxmlformats.org/officeDocument/2006/relationships/image" Target="/ppt/media/image35.png" Id="R4a471d18b8064e06" /><Relationship Type="http://schemas.openxmlformats.org/officeDocument/2006/relationships/image" Target="/ppt/media/image36.png" Id="Rfe6366447bb347f6" /><Relationship Type="http://schemas.openxmlformats.org/officeDocument/2006/relationships/notesSlide" Target="/ppt/notesSlides/notesSlide14.xml" Id="R22a6f2ce451847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f912d042c4ff9" /><Relationship Type="http://schemas.openxmlformats.org/officeDocument/2006/relationships/image" Target="/ppt/media/image37.png" Id="R9d1cf2c924b4476a" /><Relationship Type="http://schemas.openxmlformats.org/officeDocument/2006/relationships/image" Target="/ppt/media/image38.png" Id="R8380fea306ef4127" /><Relationship Type="http://schemas.openxmlformats.org/officeDocument/2006/relationships/notesSlide" Target="/ppt/notesSlides/notesSlide15.xml" Id="R3e19ddd263b447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28732b5b482c" /><Relationship Type="http://schemas.openxmlformats.org/officeDocument/2006/relationships/image" Target="/ppt/media/image39.png" Id="Rd72cbccfe1f14f99" /><Relationship Type="http://schemas.openxmlformats.org/officeDocument/2006/relationships/image" Target="/ppt/media/image40.png" Id="R255ad4915edf4b7d" /><Relationship Type="http://schemas.openxmlformats.org/officeDocument/2006/relationships/notesSlide" Target="/ppt/notesSlides/notesSlide16.xml" Id="Rda38f81334b241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e174d77e64e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202A-8A0B-4149-947B-E941F87C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7DCF3-F96C-4F1E-B795-FCB564CB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946A-880A-47ED-A967-098C690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085FA-DB37-499E-AA08-2B7513D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2CB8C-6FA1-4A6A-8A87-A7588772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Introducing the DevOps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F590A-7464-42D4-945B-A96227D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People, process, technology, and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7F7E-EF4C-4451-AC40-A2D75612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656e1bc674bf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ce4311cd34cc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0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A0365-85F4-4C97-AAEF-1146B69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9DD4F-5CAC-4A75-AAEB-E013D8C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18FEE-A654-47CF-B687-334A326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8476A-BD4D-412D-A262-3B4E806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430EE-5D81-41C7-806F-1C96F85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4E23E-0D49-4AB9-AA36-55756C7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83F9A-8DBF-4A1D-99AD-6D96474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explains how software delivery practices turn useful automation into a service that a team can review, release, and operate.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A9708-F5AD-40EA-9ADF-8760202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4F47-0CBD-49B9-BDCA-79BED13F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CALMS to examine delivery 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6029C-3699-4AFE-AB4F-5594C49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AB3EC-6FB4-4096-B6D7-2557506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Trace work through the complete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AE4A0-1721-41F0-AA31-D0864572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3927D-F35A-4834-A66B-9C7C351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Distinguish continuous integration, delivery, and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B39A6-B151-49DA-BA46-690782B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2802F-E892-4869-9964-7A8B315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Identify flow constraints and useful measures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ad15759b74ac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49bf3a974fd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56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D828-F909-434F-8804-9568622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90542-EDEB-4807-B17C-05528C9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434D-589B-4F98-8297-401B2B9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631C-95F9-4BB1-8A9F-420B37D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DB0E2-55D7-4C4D-9D9D-886EBD2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00F9C-EB46-4C13-8A1C-8807E21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3437833a748ce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04DBF-9E10-453C-811E-964EA2E4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AB94B-814D-49D3-BEEC-5544F1B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Manual work, individually operated automation, and pipeline delivery differ in ownership, repeatability, validation, and evidence.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0fe2fc76e41d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ff78aebcf42b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26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82B6A-28DF-4CB8-AFEF-258E5B54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001A5-5580-4C13-AF68-B60444A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2C039-2903-4189-B009-01FB2D18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D0A51-97B6-4978-82D0-9857A5B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190DF-7656-4B98-B1DF-7E84FE6C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CALMS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3E4B-F234-4CF0-8616-85A1CFC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579f7b6934910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BD961-F691-4E2C-B804-B267988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13E3F-5F9D-4569-9CAD-D43A989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Culture and sharing shape ownership. Automation and lean practices improve flow. Measurement shows whether the system works.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95885e2c9433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f7307337f4be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3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EAD1F-BE1D-477E-8431-D686C82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DABD5-5612-47CA-8876-5CDFB6E1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8CEB9-6D45-458C-A668-A3B57CD4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AA102-53D5-4E7F-B960-36B954B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1123A-E423-4682-8670-A99A2C42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CALMS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7BCC0-A0AD-401E-93FF-01B0D32D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B7116-8533-472E-AE32-8531B1C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CE7A-7227-4C5B-BF6A-6B913637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Flow and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ECB0D-63D9-49C7-AF09-DB3C4CEC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Automation and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016AD-4DA8-42A4-968F-B1C7E2F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07733-3CCF-4357-8CA2-8C88FE9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5C304-124C-4AD7-A591-A9BD824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Who owns the service outcome?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9B13A-053B-4C3A-8CFC-22EA526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9D223-ADE1-4774-8077-E1B0B2F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FAB28-94EC-4E8C-B49E-B3C45F05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does work wait?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4680C-77B4-4143-8DF7-42BB8642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DF5E1-EF9E-48A2-868E-EB2540F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0A0B3-D4FF-410E-B824-38DA5D64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large are typical changes?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EED0B-BAB3-4998-BD21-2FDD59A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69729-8C98-4C7E-8B9F-127F448D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0025B-B888-4E25-AF2A-62BA99B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does knowledge move between people?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36D80-276B-47ED-B930-A1C1F76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3DC75-98B3-4A31-8502-C1ED44B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57D7D-4EB4-4B82-849E-BBDA10DA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decisions are repeatable?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B72C4-A1F1-4782-9E45-45B02B8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E60E1-DDBD-4744-A47F-59204568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13C21-6C7D-4B45-9BD1-7E11C52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failures stop promotion?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93529-5423-47D2-8AF4-3C3A87B5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7A11A-EB56-439F-9106-77EC4FE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A3797-8EDD-40D7-8997-80A63CB1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What evidence supports a release?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5B0B6-5E2C-4F66-A6DA-2E0528A2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F52CEF-1B41-4A03-8407-3FD62DF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BECFE-6794-420C-8D2D-D0DC4B1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does production feedback reach planning?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63da7c9d6463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f39926d144a7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0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08FD8-34A2-4EEB-9C97-32CF8FD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6317F-8E1B-4545-8C90-20B1442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5DBDA-C85A-4F13-9CE3-CD45311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78247-6665-4BD4-AA58-72EBA06E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15FEB-3EA8-4C5F-B2DF-259CEA1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Complete DevOps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AD410-469B-4AF6-B3BC-3ECB91D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72ea0239f4034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45A9-23E4-40AA-BDE1-97E7CE6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E99CA-24FC-41E3-8B97-353E3972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Delivery continues after deployment. Operation, observation, learning, and retirement complete the lifecycle.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57003baeb43c1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4cf9483844699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29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94E22-40F8-4E3C-9503-6B14733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3DE1A-D5D9-46AA-9666-53D4B82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BC675-4B9C-43C3-B901-0A81D84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5E12F-5132-4756-8826-D69AEAD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AFC08-F49F-4BB4-83C4-8A92416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Lifecycle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C7B5-560F-4D55-980B-B42B64E3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5F5C-16D5-4BB0-A709-FB59701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D7C4E-B6F3-4E4B-9895-0ECE371F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BAD4-1517-4832-B87C-3611AA76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88250-84BD-4435-AE73-5A659D1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1F05-1FED-4B36-B49E-5E66234F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C8AE7-E426-4BB3-97B6-379EA4B8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Define the expected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8CEF0-88D5-4F29-B199-5F7904BA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F724C-1423-4067-B407-23BC72AF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4B865-ADF7-44F8-AA65-0DA31715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interfaces and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4AB7B-A0B9-4DC2-BB46-7309B7B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88862-B11F-46BE-87E7-33A11201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66259-FAC0-44F3-BFC0-F9FB5E2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Integrate small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268BC-26C3-46F1-A210-F35E0DC0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17EF0-72C2-4638-93DB-5F265B2C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4A691-D907-49AB-8445-AED9AE3E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and qualify an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838E1-3247-436E-B603-AA16A41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5D52E-5AE3-42B6-A907-82DD8C9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8F540-2752-4953-8CDA-0DDC9B0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 within approved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B8160-7BCA-4299-B335-C6C7784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D4C43-DD32-4A66-95F9-2D686246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4C5C7-D2AF-4F57-A031-04221F3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 service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83BCA-3C83-4A82-A80B-6898D03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3E582-09BC-4DAF-8DD8-B6F79D3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6F1C6-C2FE-4A7F-A390-63E3B02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Recover when outcomes differ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9CFE6-B050-4127-BE2F-9DDBA38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79556-84EB-4582-A5A1-77328AD6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D5FDD-16A4-489A-BF5C-95EAE10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Retire access and obsolete versions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1604cd80a4c2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727ca007a494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90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272BD-F4B5-4D01-A398-9592B082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C8C4-2811-4581-9146-67FC285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4516-6956-444C-902A-8802EF3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D9C1D-5E10-467A-B9D3-EC3382B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23AEB-5F19-40CC-969B-906CC12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Evidence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F7907-9BE3-4DA1-B7E6-E0CA5D12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5f277bc304583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646A-F31D-4D1D-8635-2EEC915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4A39-8EAA-4703-B2C4-E2AB949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release decision depends on traceable evidence that connects source, build inputs, tests, approvals, deployment, and observed outcome.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0a146ed1472c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ff0d6f42546f0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3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2B9D-84F8-40CA-A6DB-2DC5F22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52EA6-1A0A-44E2-B31A-822BA7B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1A9F-C4F3-4B3D-A600-5C82915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5EE6-26AA-4442-897E-5FD649BF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0E6E6-BEB4-45A0-BAA8-7858B7E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Feedback speeds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EE93E-A5AA-4B18-89BB-61DE66C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69361c416487b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2322B-9CFA-4793-939A-E8AE1A1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D6E41-70C2-4CBB-8049-012DADB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Fast checks protect developer flow. Broader integration and operational feedback answer questions that local tests cannot.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124e681694162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51d30f5b8490f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46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8A23D-61FF-4CB4-B5CF-8A73D1E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D05BF-8338-4B86-93B1-ADB282B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CEEED-C8DF-4DA1-ACCE-72E82CD3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D9B25-73BA-487C-81A3-B662641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6CB6C-DFD6-428C-9DAA-DCDCEEEE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B6CF-D214-42E3-B0AE-3F14C301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a8ffa66cc44e1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EAAC-01D5-4DC0-8C14-306A7BD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AFFAC-F685-45C3-81F0-5F66C96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Version control, runners, registries, deployment targets, and observability systems form one delivery system with distinct trust boundaries.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f3a15a32f443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ac583feac4739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40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D2D0D-DA5E-464F-A2E2-B2BACF20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1EABD-F4AB-4F50-83A4-F2988FB0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4C0CB-4696-49F2-AD50-37F4590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58E1-F9A6-46B7-8933-58DEDE1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EAAD-97D2-4E9B-9883-E4650A6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Release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454EB-598A-4494-96B1-1C63FCB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993A7-4BD5-47FD-BBCD-676BF83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F0BBF-9040-420B-BF2B-0A6B0A9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Candidate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E4719-4FB3-40D1-B6C8-1361D53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Qualification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0411-3F57-44C2-A381-73D9333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2C098-E961-4EA5-8126-47D8013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123EC-C977-4EC5-8263-B703B69F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3FC18-78A6-4611-813C-BD5F5B81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80043-DA8E-42A8-A9FA-9068FA05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C6F5A-50E5-43C4-896F-BED15641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Dependency versions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9BC4D-C7C2-4D53-96AC-CB26D19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6594E-8C05-4DDC-9097-4677AA4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09183-CFB0-44CC-8F28-185C7FF8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environment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8D52F-75BF-4066-92D4-4AEBAC1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13F48-4F7D-4CD2-8015-BC347E92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A37A8-2B95-42CD-9783-3817CF23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 digest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FA630-2E43-4054-B009-B84EF156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5ED53-2C53-4966-BB54-975BF61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62E34-258A-4900-84B2-6F13EEC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Test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28993-F0BA-4565-A984-49D8470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A06CD-9F94-4420-8AB8-21DA2BE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96D76-39EB-4015-8110-BE09DBD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Security findings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34D58-3B68-405A-B62E-E5078025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0BFC4-0851-4EAB-84FA-F5FE8E2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8030D-B861-4190-87C9-19F47E4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Approval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76A96-0F57-4A0E-91C1-7E8E8AA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80B01-0455-4F14-8691-9DED8D5A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74466-4A5E-458B-BC4A-AE815F0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and post-check results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c366706fc45e1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dfcbb24124ef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7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27198-3300-4F8F-BED3-ABC79FA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AB68C-D465-4C46-9289-47DF5A5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4414-6BF5-4A4E-9B8F-E2FC3AD4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25AC2-98F3-4E8B-92CF-515EA47F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E919-9F5A-40C9-AC0C-7F542C37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CI, delivery, and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9904A-9FF6-46F2-B9AB-54CDFA6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85C2F-54EA-40A7-84C4-1D98C88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AA2A-035A-452B-A32E-EC07F24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Continuous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3BA49-9170-4B48-90CE-FBD05B3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Release choices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C142D-4123-4779-B0BA-1CC20DA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FCDF1-4EFE-46FA-85E6-5BD2F98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4E10B-A10F-40F8-A13C-942FD44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Integrates small changes frequently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BE609-65C0-4A71-9F7A-D5F1B71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603D6-40D3-4374-B85D-326CA6E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37032-2171-4C21-B03A-F53120B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Builds and tests every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950F9-46F1-4897-B714-7A5D442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9394B-4653-4B74-A4FD-C6333F7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EC52C-A24D-40DC-8CF6-521DA2B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Returns feedback to the author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77362-905E-49ED-959B-B00B975B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2CC17-C05F-4B64-8C15-F2018AE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AC0D5-CAD9-43C6-82B0-2F1741F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Keeps the main branch releasable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4261A-A827-4AC9-B99E-0C0BBCDF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364EF-094A-4483-B685-443C4CB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07B8C-CF99-4185-8B4B-6B6D761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Continuous delivery keeps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E48B1-FF69-4424-9E1F-98FA5142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21C55-7C80-40F9-A5A1-8A4EB5C9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93DE1-1D05-4FE0-A57E-0E51C02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Continuous deployment removes manual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24B12-4EBE-42FF-A4C6-5F2D100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D08DF-4207-485F-A786-7F075DEF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016A7-5EC1-408E-91E7-A305FD7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Both require a qualified artifact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917B9-CCF9-4939-ABBF-D061B16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4141D-CC8A-4716-8D07-B1979E4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39F8E-62C2-42C1-898D-7758922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Promotion should preserve artifact identity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93acbcb37401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b536eb0154919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54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50035-F788-40EF-A35B-752B41B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A7BDA-A9F9-404D-885D-8A66685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845BE-4095-4D05-A336-CE49E2F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4C95B-8273-4511-8D91-A084998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7FC3F-0C4D-4A99-9B1A-909104B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Value stream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4B96-8495-4A76-9ED4-67ECBD6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07668c16e45d8"/>
          <a:stretch xmlns:a="http://schemas.openxmlformats.org/drawingml/2006/main"/>
        </p:blipFill>
        <p:spPr>
          <a:xfrm xmlns:a="http://schemas.openxmlformats.org/drawingml/2006/main">
            <a:off x="1050758" y="1571625"/>
            <a:ext cx="10090484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D532-E3FF-489A-986C-AA5A825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26F2-DF93-4207-97A9-755A4E1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Improvement begins by measuring where work waits, where changes fail, and where teams repeat manual decisions.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7b5635558415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6c474386e46d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55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4F0AA3-3ABD-4ECB-B400-52B1F9F0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1004-7033-4F5B-87F5-42E47C0D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0EE7F-3DCD-4A4F-A5A8-C913CA6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E80E-724E-4274-8F0A-7A75B3B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C109F-CF9E-4486-8E02-6BD91EE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measures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CEFA0-BD1D-47B1-A18E-2E6540E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FFC7-9CA6-4382-9972-613D06C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67038-F6A0-4F88-B842-6F91339A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B870A-5104-4F12-8A15-FE6F0336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7CD9D-EADB-48A5-AD5D-3E41FBB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8F14-432A-4550-8575-01E43BAA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CB805-CB1D-4343-9134-3E4AD92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Lead time for a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6ECF2-4533-4D29-AEE9-B39B6656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7EA1A-4851-41D4-A87F-FC66FF7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95477-4AE8-4BE2-9CF6-B849FF4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frequency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4098B-5B51-4A86-A30A-B957BD4E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C825E-7132-4534-8B63-7496CF6A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DF13A-7835-4FE9-9A31-F38216A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waiting for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2F137-BAD9-4272-A279-8AC9988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A12B2-87AE-4EF7-9CE4-717614C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929BA-66D3-4829-9D77-B7A470E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spent repeating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6C237-FD79-42B9-8488-7B62AB5D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06D33-1A9C-4298-BA7F-A8DD408F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51C14-6FA8-4390-80BC-9417C86B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Change failure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DBC73-4648-4A39-B4C3-E3CCFDE7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04A7B-286C-4602-A34A-0B33620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80F5D-238E-47A4-BE54-734D1B4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 to restore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1ED06-1368-48F2-8CD5-9154807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5B8AB-DA5C-4C41-8C0C-DB2EBDF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DD5A6-04F1-4FDF-83C9-95563D6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Escaped defects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ADA62-E389-4508-B2F1-44A3EF4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846942-5841-4959-B4E3-CE3C11C7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9B2AB-1F42-4EB1-907A-5EB0C54C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Incomplete or missing evidence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71d18b8064e0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366447bb347f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07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FEC58-7B04-4B2D-AB11-F5637DB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9AEC5-1D91-487E-B264-2FD45A40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FE41-2EA5-411F-82B5-CD9BD61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4430-2133-46DD-B1A7-43EFA49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1690C-7BF9-4EB1-A02F-9C3AB96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E16FA-01E6-4BE7-8541-C87AA40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DA1EB-AFFE-4C18-8C39-306AEA8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DevOps treats delivery as an engineering system whose output includes working software and credible operational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62749-B55E-4495-AA55-C0B76379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8600-83C2-406A-BC07-6CEF769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Shared ownership matters as much as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C3CE1-8250-4A7D-B64A-4BD148D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EDBF7-33CD-4A38-A8E9-8D3E7D16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Small batches reduce review and recovery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8FC91-8958-4DDE-AB0B-AF9C873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53C90-6497-4218-A571-CE6DEA2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Pipelines should promote an identified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4CD2B-DED6-4E5E-B2D9-058C2B0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288B1-1484-4254-A4F3-12ABF07B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Feedback must reach the people who can act on 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cf2c924b4476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0fea306ef4127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6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7CBBE-F22B-4CF1-9F7B-F101173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6D99E-A41E-4D99-80FC-03761FF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471F4-00C0-4988-97BB-972769F2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4AB16-4D09-47BD-A490-4F485B0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5105D-25A3-4335-A307-57D3E87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1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DA986-4900-4781-9C60-18FA0BB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0C60-2475-4C8A-AF47-15A35921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CB32-A26B-4FE0-8348-2A024E57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E23B0-2B89-48F3-A981-D7D7651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EAB94-6F17-4055-9EFC-5829C5E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1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2BBEF-683D-4C5C-85BA-CA2DA06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Infrastructure as Code and On-Demand Environments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F762-3F66-40E2-B55D-DF20EE3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135EC-3B20-4783-A5B6-32F0E14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cbccfe1f14f99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ad4915edf4b7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42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2026-09-24T13:15:18.6570000Z</dcterms:created>
  <dcterms:modified xsi:type="dcterms:W3CDTF">2026-09-24T13:15:18.6570000Z</dcterms:modified>
</coreProperties>
</file>