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9944f733de4b78" /><Relationship Type="http://schemas.openxmlformats.org/officeDocument/2006/relationships/extended-properties" Target="/docProps/app.xml" Id="R488ff9bf15d34452" /><Relationship Type="http://schemas.openxmlformats.org/officeDocument/2006/relationships/officeDocument" Target="/ppt/presentation.xml" Id="R8120cd15362a41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0e52418a82485a"/>
  </p:sldMasterIdLst>
  <p:notesMasterIdLst>
    <p:notesMasterId xmlns:r="http://schemas.openxmlformats.org/officeDocument/2006/relationships" r:id="R22429b6deaa14831"/>
  </p:notesMasterIdLst>
  <p:sldIdLst>
    <p:sldId xmlns:r="http://schemas.openxmlformats.org/officeDocument/2006/relationships" id="256" r:id="R1886e8a30b1049be"/>
    <p:sldId xmlns:r="http://schemas.openxmlformats.org/officeDocument/2006/relationships" id="257" r:id="R9454215816564b03"/>
    <p:sldId xmlns:r="http://schemas.openxmlformats.org/officeDocument/2006/relationships" id="258" r:id="R6b1753baa55a41a7"/>
    <p:sldId xmlns:r="http://schemas.openxmlformats.org/officeDocument/2006/relationships" id="259" r:id="Rd7c6c9521cf14f2d"/>
    <p:sldId xmlns:r="http://schemas.openxmlformats.org/officeDocument/2006/relationships" id="260" r:id="R2cce5b7a4c074213"/>
    <p:sldId xmlns:r="http://schemas.openxmlformats.org/officeDocument/2006/relationships" id="261" r:id="R6b98a194c6154695"/>
    <p:sldId xmlns:r="http://schemas.openxmlformats.org/officeDocument/2006/relationships" id="262" r:id="Rfdb63f0c5bc2483a"/>
    <p:sldId xmlns:r="http://schemas.openxmlformats.org/officeDocument/2006/relationships" id="263" r:id="Rcc68fcc200c84a69"/>
    <p:sldId xmlns:r="http://schemas.openxmlformats.org/officeDocument/2006/relationships" id="264" r:id="R62c4051992a14bf6"/>
    <p:sldId xmlns:r="http://schemas.openxmlformats.org/officeDocument/2006/relationships" id="265" r:id="R0c88d3dbc0d84b0c"/>
    <p:sldId xmlns:r="http://schemas.openxmlformats.org/officeDocument/2006/relationships" id="266" r:id="Rad4595ae956f4c65"/>
    <p:sldId xmlns:r="http://schemas.openxmlformats.org/officeDocument/2006/relationships" id="267" r:id="Rb4907cc3a5824ad0"/>
    <p:sldId xmlns:r="http://schemas.openxmlformats.org/officeDocument/2006/relationships" id="268" r:id="R62096f8e572945ec"/>
    <p:sldId xmlns:r="http://schemas.openxmlformats.org/officeDocument/2006/relationships" id="269" r:id="R02dfed097cd848fe"/>
    <p:sldId xmlns:r="http://schemas.openxmlformats.org/officeDocument/2006/relationships" id="270" r:id="R8e3236c83f604a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b6b3a46a9d46e3" /><Relationship Type="http://schemas.openxmlformats.org/officeDocument/2006/relationships/slideMaster" Target="/ppt/slideMasters/slideMaster1.xml" Id="Re50e52418a82485a" /><Relationship Type="http://schemas.openxmlformats.org/officeDocument/2006/relationships/notesMaster" Target="/ppt/notesMasters/notesMaster1.xml" Id="R22429b6deaa14831" /><Relationship Type="http://schemas.openxmlformats.org/officeDocument/2006/relationships/presProps" Target="/ppt/presProps.xml" Id="R37293dbcd0734327" /><Relationship Type="http://schemas.openxmlformats.org/officeDocument/2006/relationships/tableStyles" Target="/ppt/tableStyles.xml" Id="R5dae632bdd7f48b9" /><Relationship Type="http://schemas.openxmlformats.org/officeDocument/2006/relationships/slide" Target="/ppt/slides/slide1.xml" Id="R1886e8a30b1049be" /><Relationship Type="http://schemas.openxmlformats.org/officeDocument/2006/relationships/slide" Target="/ppt/slides/slide2.xml" Id="R9454215816564b03" /><Relationship Type="http://schemas.openxmlformats.org/officeDocument/2006/relationships/slide" Target="/ppt/slides/slide3.xml" Id="R6b1753baa55a41a7" /><Relationship Type="http://schemas.openxmlformats.org/officeDocument/2006/relationships/slide" Target="/ppt/slides/slide4.xml" Id="Rd7c6c9521cf14f2d" /><Relationship Type="http://schemas.openxmlformats.org/officeDocument/2006/relationships/slide" Target="/ppt/slides/slide5.xml" Id="R2cce5b7a4c074213" /><Relationship Type="http://schemas.openxmlformats.org/officeDocument/2006/relationships/slide" Target="/ppt/slides/slide6.xml" Id="R6b98a194c6154695" /><Relationship Type="http://schemas.openxmlformats.org/officeDocument/2006/relationships/slide" Target="/ppt/slides/slide7.xml" Id="Rfdb63f0c5bc2483a" /><Relationship Type="http://schemas.openxmlformats.org/officeDocument/2006/relationships/slide" Target="/ppt/slides/slide8.xml" Id="Rcc68fcc200c84a69" /><Relationship Type="http://schemas.openxmlformats.org/officeDocument/2006/relationships/slide" Target="/ppt/slides/slide9.xml" Id="R62c4051992a14bf6" /><Relationship Type="http://schemas.openxmlformats.org/officeDocument/2006/relationships/slide" Target="/ppt/slides/slide10.xml" Id="R0c88d3dbc0d84b0c" /><Relationship Type="http://schemas.openxmlformats.org/officeDocument/2006/relationships/slide" Target="/ppt/slides/slide11.xml" Id="Rad4595ae956f4c65" /><Relationship Type="http://schemas.openxmlformats.org/officeDocument/2006/relationships/slide" Target="/ppt/slides/slide12.xml" Id="Rb4907cc3a5824ad0" /><Relationship Type="http://schemas.openxmlformats.org/officeDocument/2006/relationships/slide" Target="/ppt/slides/slide13.xml" Id="R62096f8e572945ec" /><Relationship Type="http://schemas.openxmlformats.org/officeDocument/2006/relationships/slide" Target="/ppt/slides/slide14.xml" Id="R02dfed097cd848fe" /><Relationship Type="http://schemas.openxmlformats.org/officeDocument/2006/relationships/slide" Target="/ppt/slides/slide15.xml" Id="R8e3236c83f604a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480f3899c041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f76dd50c6e428a" /><Relationship Type="http://schemas.openxmlformats.org/officeDocument/2006/relationships/notesMaster" Target="/ppt/notesMasters/notesMaster1.xml" Id="R40aec41dc7a546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02d17597854f3c" /><Relationship Type="http://schemas.openxmlformats.org/officeDocument/2006/relationships/notesMaster" Target="/ppt/notesMasters/notesMaster1.xml" Id="R7c07be7368b945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1312f297274787" /><Relationship Type="http://schemas.openxmlformats.org/officeDocument/2006/relationships/notesMaster" Target="/ppt/notesMasters/notesMaster1.xml" Id="R430142792a2e4f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74169d46ba4f66" /><Relationship Type="http://schemas.openxmlformats.org/officeDocument/2006/relationships/notesMaster" Target="/ppt/notesMasters/notesMaster1.xml" Id="Rab61c74ba0834a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0048dad7014d36" /><Relationship Type="http://schemas.openxmlformats.org/officeDocument/2006/relationships/notesMaster" Target="/ppt/notesMasters/notesMaster1.xml" Id="R9ba7a0654f434a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2f8c84783947a9" /><Relationship Type="http://schemas.openxmlformats.org/officeDocument/2006/relationships/notesMaster" Target="/ppt/notesMasters/notesMaster1.xml" Id="R3fa9aa7b02694e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e6d82fa114400e" /><Relationship Type="http://schemas.openxmlformats.org/officeDocument/2006/relationships/notesMaster" Target="/ppt/notesMasters/notesMaster1.xml" Id="R5ec018f909fc44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f3a1f7c03f4c58" /><Relationship Type="http://schemas.openxmlformats.org/officeDocument/2006/relationships/notesMaster" Target="/ppt/notesMasters/notesMaster1.xml" Id="Rcb60c92ed05f4a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57a65563964f81" /><Relationship Type="http://schemas.openxmlformats.org/officeDocument/2006/relationships/notesMaster" Target="/ppt/notesMasters/notesMaster1.xml" Id="Rf8cc45a65f054b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2b86fa2162479c" /><Relationship Type="http://schemas.openxmlformats.org/officeDocument/2006/relationships/notesMaster" Target="/ppt/notesMasters/notesMaster1.xml" Id="Ra407f76f3dd446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3aa2cc8f3b4d21" /><Relationship Type="http://schemas.openxmlformats.org/officeDocument/2006/relationships/notesMaster" Target="/ppt/notesMasters/notesMaster1.xml" Id="R3d2520ba7e1e47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d7568e55de41e1" /><Relationship Type="http://schemas.openxmlformats.org/officeDocument/2006/relationships/notesMaster" Target="/ppt/notesMasters/notesMaster1.xml" Id="R5f583b79c2d345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4d1754ba124f1e" /><Relationship Type="http://schemas.openxmlformats.org/officeDocument/2006/relationships/notesMaster" Target="/ppt/notesMasters/notesMaster1.xml" Id="Rdf3da03e862e417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69a7f4351c405c" /><Relationship Type="http://schemas.openxmlformats.org/officeDocument/2006/relationships/notesMaster" Target="/ppt/notesMasters/notesMaster1.xml" Id="R71a6b05b51c0465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6599b7b999474f" /><Relationship Type="http://schemas.openxmlformats.org/officeDocument/2006/relationships/notesMaster" Target="/ppt/notesMasters/notesMaster1.xml" Id="Ra7a61d6d789843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Open Module 0 and establish the subject of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Network Automation Review. Software foundations for automation applications.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Briefly connect this module to the previous part of the course before discussing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the module introduction and learning focus.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scope of Module introduction.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This module refreshes the programming, data, interface, and validation concepts used throughout the course.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Discuss: Recognize the parts of a network automation application Work with Python, JSON, YAML, XML, and dictionaries Select an appropriate management interface Use Git to record and exchange changes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point is most familiar, and which point needs the most attention?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first model or engineering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automation application structure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Automation becomes easier to reason about when input, transformation, transport, validation, and evidence have clear boundaries.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automation responsibility boundaries.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Application responsibilities: Validate input before use Transform data deliberately Handle errors and timeouts Return a meaningful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Operational responsibilities: Control target scope Protect access credentials Observe device and service state Retain evidence for investigation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structured data contracts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JSON, YAML, XML, and Python dictionaries represent the same intent in forms suited to different consumers.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python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Application logic: Functions separate responsibilities Exceptions expose failure conditions Logging records context and outcome Virtual environments isolate dependencies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Common libraries: requests for HTTP APIs ncclient for NETCONF Netmiko for CLI automation Flask for service interfaces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api request lifecycle.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Before the request: Select the resource and method Build headers and authentication Validate input data Set a bounded timeout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After the response: Check the status code Parse the declared format Validate required fields Log context without secrets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interface selection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The correct interface depends on data structure, transaction support, platform capability, and the evidence the workflow must collect.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ansible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Core objects: Inventory identifies managed targets Variables describe desired values Playbooks coordinate tasks Roles package reusable behavior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Operational controls: Limit the target scope Protect credentials Check idempotence Capture changed and failed results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intent and state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 safe workflow distinguishes what should exist, what the tool applied, and what the service now reports.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model-driven telemetry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Streaming telemetry delivers structured updates continuously, while polling asks for selected state at scheduled intervals.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git essentials.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Local workflow: git status and git diff git add and git commit git log and git show git branch and git switch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Team workflow: Pull before starting work Use a focused branch Push reviewable commits Resolve conflicts with context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testing boundaries.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Offline checks: Data parsing and validation Template rendering Business rules Error handling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Connected checks: Authentication and reachability API and device behavior Configuration state Service outcome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scope of Key takeaways.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Network automation already combines software logic, structured data, device interfaces, and operational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Discuss: Treat input data as a contract Choose interfaces according to the required behavior Separate intended, applied, and operational state Keep source and decisions in Git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point is most familiar, and which point needs the most attention?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first model or engineering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Close Module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Recap: Ask learners to state one concept they can apply and one question that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Next: Introducing the DevOps 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Confirm the class is ready before moving to the next module.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cd455a027d45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f4f82246af4f90" /><Relationship Type="http://schemas.openxmlformats.org/officeDocument/2006/relationships/slideLayout" Target="/ppt/slideLayouts/slideLayout1.xml" Id="Rf942ef4fca3b43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42ef4fca3b43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571f6f6864bbe" /><Relationship Type="http://schemas.openxmlformats.org/officeDocument/2006/relationships/image" Target="/ppt/media/image.png" Id="Rf314fd0e97b44922" /><Relationship Type="http://schemas.openxmlformats.org/officeDocument/2006/relationships/image" Target="/ppt/media/image2.png" Id="R70220430064c44b9" /><Relationship Type="http://schemas.openxmlformats.org/officeDocument/2006/relationships/image" Target="/ppt/media/image3.png" Id="R2d4ea9263f504883" /><Relationship Type="http://schemas.openxmlformats.org/officeDocument/2006/relationships/notesSlide" Target="/ppt/notesSlides/notesSlide1.xml" Id="Rfdefb3f772ec47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128d0a1fb4502" /><Relationship Type="http://schemas.openxmlformats.org/officeDocument/2006/relationships/image" Target="/ppt/media/image4.png" Id="R66acdf9de4e44c5e" /><Relationship Type="http://schemas.openxmlformats.org/officeDocument/2006/relationships/image" Target="/ppt/media/image5.png" Id="R18089ef55b104a0d" /><Relationship Type="http://schemas.openxmlformats.org/officeDocument/2006/relationships/notesSlide" Target="/ppt/notesSlides/notesSlide2.xml" Id="R6db08670172c4d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2d5a457d34a0c" /><Relationship Type="http://schemas.openxmlformats.org/officeDocument/2006/relationships/image" Target="/ppt/media/image6.png" Id="R5e2e64c14d974357" /><Relationship Type="http://schemas.openxmlformats.org/officeDocument/2006/relationships/image" Target="/ppt/media/image7.png" Id="R2689b9c8ce464274" /><Relationship Type="http://schemas.openxmlformats.org/officeDocument/2006/relationships/image" Target="/ppt/media/image8.png" Id="R606ad8d08a874f9d" /><Relationship Type="http://schemas.openxmlformats.org/officeDocument/2006/relationships/notesSlide" Target="/ppt/notesSlides/notesSlide3.xml" Id="Raf1f9205715740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f7153453f4cf4" /><Relationship Type="http://schemas.openxmlformats.org/officeDocument/2006/relationships/image" Target="/ppt/media/image9.png" Id="R41d8f2efb2df41f9" /><Relationship Type="http://schemas.openxmlformats.org/officeDocument/2006/relationships/image" Target="/ppt/media/image10.png" Id="R94008f6f18b3452a" /><Relationship Type="http://schemas.openxmlformats.org/officeDocument/2006/relationships/notesSlide" Target="/ppt/notesSlides/notesSlide4.xml" Id="R7da9b64a0d804c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a91b2486242b5" /><Relationship Type="http://schemas.openxmlformats.org/officeDocument/2006/relationships/image" Target="/ppt/media/image11.png" Id="R53e69858a00648b6" /><Relationship Type="http://schemas.openxmlformats.org/officeDocument/2006/relationships/image" Target="/ppt/media/image12.png" Id="R0c2ab778335d4066" /><Relationship Type="http://schemas.openxmlformats.org/officeDocument/2006/relationships/image" Target="/ppt/media/image13.png" Id="R569f3c350fab4353" /><Relationship Type="http://schemas.openxmlformats.org/officeDocument/2006/relationships/notesSlide" Target="/ppt/notesSlides/notesSlide5.xml" Id="Rfcd83abadcf747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d1fa09f0a490d" /><Relationship Type="http://schemas.openxmlformats.org/officeDocument/2006/relationships/image" Target="/ppt/media/image14.png" Id="R5f2a10f6992a4466" /><Relationship Type="http://schemas.openxmlformats.org/officeDocument/2006/relationships/image" Target="/ppt/media/image15.png" Id="Ra73f65269f0c4d32" /><Relationship Type="http://schemas.openxmlformats.org/officeDocument/2006/relationships/notesSlide" Target="/ppt/notesSlides/notesSlide6.xml" Id="R2a702a1e31f245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63c50ed59431f" /><Relationship Type="http://schemas.openxmlformats.org/officeDocument/2006/relationships/image" Target="/ppt/media/image16.png" Id="R65998184507b4bd2" /><Relationship Type="http://schemas.openxmlformats.org/officeDocument/2006/relationships/image" Target="/ppt/media/image17.png" Id="R204d62a7afda4961" /><Relationship Type="http://schemas.openxmlformats.org/officeDocument/2006/relationships/notesSlide" Target="/ppt/notesSlides/notesSlide7.xml" Id="R613b95a7035b48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5d046d8414e4c" /><Relationship Type="http://schemas.openxmlformats.org/officeDocument/2006/relationships/image" Target="/ppt/media/image18.png" Id="R0690963994e042c8" /><Relationship Type="http://schemas.openxmlformats.org/officeDocument/2006/relationships/image" Target="/ppt/media/image19.png" Id="R5ad76bbec0d54d9a" /><Relationship Type="http://schemas.openxmlformats.org/officeDocument/2006/relationships/image" Target="/ppt/media/image20.png" Id="Rc8bee05a10784a3e" /><Relationship Type="http://schemas.openxmlformats.org/officeDocument/2006/relationships/notesSlide" Target="/ppt/notesSlides/notesSlide8.xml" Id="Rd507b6411aed44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b568573f844f1" /><Relationship Type="http://schemas.openxmlformats.org/officeDocument/2006/relationships/image" Target="/ppt/media/image21.png" Id="R3bd6dba67eb2470d" /><Relationship Type="http://schemas.openxmlformats.org/officeDocument/2006/relationships/image" Target="/ppt/media/image22.png" Id="R5c414ab260a34da5" /><Relationship Type="http://schemas.openxmlformats.org/officeDocument/2006/relationships/notesSlide" Target="/ppt/notesSlides/notesSlide9.xml" Id="Ra83a9292d64c41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bfbd5137f4973" /><Relationship Type="http://schemas.openxmlformats.org/officeDocument/2006/relationships/image" Target="/ppt/media/image23.png" Id="Re50d1b3ab8104a67" /><Relationship Type="http://schemas.openxmlformats.org/officeDocument/2006/relationships/image" Target="/ppt/media/image24.png" Id="Rb4fd1192985946d0" /><Relationship Type="http://schemas.openxmlformats.org/officeDocument/2006/relationships/image" Target="/ppt/media/image25.png" Id="Rcc4a2f79ddec4dac" /><Relationship Type="http://schemas.openxmlformats.org/officeDocument/2006/relationships/notesSlide" Target="/ppt/notesSlides/notesSlide10.xml" Id="Rf52bc435ff5643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bdcd827a74326" /><Relationship Type="http://schemas.openxmlformats.org/officeDocument/2006/relationships/image" Target="/ppt/media/image26.png" Id="R319b8245b91840df" /><Relationship Type="http://schemas.openxmlformats.org/officeDocument/2006/relationships/image" Target="/ppt/media/image27.png" Id="R809e9159e7b040cb" /><Relationship Type="http://schemas.openxmlformats.org/officeDocument/2006/relationships/image" Target="/ppt/media/image28.png" Id="R89de22ba26cb441e" /><Relationship Type="http://schemas.openxmlformats.org/officeDocument/2006/relationships/notesSlide" Target="/ppt/notesSlides/notesSlide11.xml" Id="Ra9c04f2aca0f48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f34e8420e4a98" /><Relationship Type="http://schemas.openxmlformats.org/officeDocument/2006/relationships/image" Target="/ppt/media/image29.png" Id="Rd1b3363e8a024ede" /><Relationship Type="http://schemas.openxmlformats.org/officeDocument/2006/relationships/image" Target="/ppt/media/image30.png" Id="R3519e777709e43c8" /><Relationship Type="http://schemas.openxmlformats.org/officeDocument/2006/relationships/notesSlide" Target="/ppt/notesSlides/notesSlide12.xml" Id="R7f166753e6864d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8d7fd40d84cab" /><Relationship Type="http://schemas.openxmlformats.org/officeDocument/2006/relationships/image" Target="/ppt/media/image31.png" Id="R1437cc8e63684f80" /><Relationship Type="http://schemas.openxmlformats.org/officeDocument/2006/relationships/image" Target="/ppt/media/image32.png" Id="Rbca30e3c075546f1" /><Relationship Type="http://schemas.openxmlformats.org/officeDocument/2006/relationships/notesSlide" Target="/ppt/notesSlides/notesSlide13.xml" Id="R18e458d585a0476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83697f42043f9" /><Relationship Type="http://schemas.openxmlformats.org/officeDocument/2006/relationships/image" Target="/ppt/media/image33.png" Id="Raa2b50aaeef24d2e" /><Relationship Type="http://schemas.openxmlformats.org/officeDocument/2006/relationships/image" Target="/ppt/media/image34.png" Id="R3ff2b1646bc043d1" /><Relationship Type="http://schemas.openxmlformats.org/officeDocument/2006/relationships/notesSlide" Target="/ppt/notesSlides/notesSlide14.xml" Id="R01d67a97af3742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1b8b5271a4731" /><Relationship Type="http://schemas.openxmlformats.org/officeDocument/2006/relationships/image" Target="/ppt/media/image35.png" Id="Rea7e8c52465b4a9c" /><Relationship Type="http://schemas.openxmlformats.org/officeDocument/2006/relationships/image" Target="/ppt/media/image36.png" Id="Rc52231d930e94361" /><Relationship Type="http://schemas.openxmlformats.org/officeDocument/2006/relationships/notesSlide" Target="/ppt/notesSlides/notesSlide15.xml" Id="R49ee3bef47554a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B5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4fd0e97b4492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66D21-502C-4D33-8896-C53CF449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0C3F1-4482-49A4-A5B3-0F74E48C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E35E6-3480-4566-A175-F7E8D0B6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73A9A-EA4B-41BA-B64F-085D1779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87FBB-CC73-400C-8EE6-5734C1E6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Network Automation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8B3C9-C17D-45BF-BBDC-8D1EDFC4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8EC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8ECFA"/>
                </a:solidFill>
                <a:latin typeface="Helvetica Neue"/>
                <a:ea typeface="Helvetica Neue"/>
                <a:cs typeface="Helvetica Neue"/>
              </a:rPr>
              <a:t>Software foundations for automation applications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E49C2-3D68-4158-9236-7E324B4B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483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Cisco learning and professional development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20430064c44b9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ea9263f504883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372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5D2841-1C05-4BCF-91B8-84C9F854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0A187-66AA-4540-B272-60B3062A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EFE84-9288-4E25-9229-1FC2FA3C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C0F90-C52B-4C76-96C3-7C0DD463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A0754-D065-4583-963D-24A5EC9F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Module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B539C-8A79-45B8-8A51-270C6E7B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DEA61-3EFB-461A-82D2-386031DD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rPr>
              <a:t>This module refreshes the programming, data, interface, and validation concepts used throughout the course.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D9FD5-0832-44CB-B80E-D8DF251E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822E2-A42A-4E44-B407-630AC534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Recognize the parts of a network automation application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F26A8-A81A-4671-BB7F-6EF0349E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C98C9-A74D-42C8-8085-75CE761D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Work with Python, JSON, YAML, XML, and dictionaries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16877-7059-495F-82C1-9B346B33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9E9C1-6184-4756-BBC6-B383AE4D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Select an appropriate management interface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BBE5FB-E444-480C-9FCA-200CFED3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746FB-9AA4-4D9A-8964-023EC663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Use Git to record and exchange changes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cdf9de4e44c5e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89ef55b104a0d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6253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B3644-1663-4643-BDFC-9506DD09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E7DF8-FA80-455F-B9E9-07FD5543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5C5EB-C6BA-42EA-9C8A-2A690203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539EB-983C-4DE2-A712-FCB66C99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5AB66-B57F-4094-A3B1-636B75A0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Automation application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BC57E-B531-444D-AB4F-5D5219FB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2e64c14d974357"/>
          <a:stretch xmlns:a="http://schemas.openxmlformats.org/drawingml/2006/main"/>
        </p:blipFill>
        <p:spPr>
          <a:xfrm xmlns:a="http://schemas.openxmlformats.org/drawingml/2006/main">
            <a:off x="1050758" y="1571625"/>
            <a:ext cx="10090484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8205E-6256-47BD-87F6-5B9DCAD3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C6A25-F810-4522-869C-B9C1DAD6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Automation becomes easier to reason about when input, transformation, transport, validation, and evidence have clear boundaries.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9b9c8ce464274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ad8d08a874f9d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1511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D731AA-C4CE-40C4-AB88-477A0B89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417AF-C20F-4442-9FEC-F6FDBD43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7B006-38E5-46FA-B616-7B350EF8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18A2E-D83C-444D-9D76-3B1E61BC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BED12-FE8B-4ED9-BE78-BFBCBB05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Automation responsibility boundaries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62D96-8F6A-4719-87A8-23993F9E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7DFA2-5C34-4614-8570-B0A33BAA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4D359-2B3F-4394-B98E-72588ECF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Application responsibilities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3E6A3-E197-48DF-8CAE-DA4DC846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Operational responsibilities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27FE1-4060-4BBA-B023-4E93C0B7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6C13C-4D47-4FF2-B301-BAF1C28B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E8826-091A-43BF-AB86-FC52F38D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Validate input before 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B72311-06A2-472A-944A-944B89EA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75FAEF-32FE-4FBC-80C3-AF012ADA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E9192-C7FB-4A94-9C9C-70B51B2A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Transform data deliberately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42041F-7314-4A5D-B787-E8CF26FC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64BDB-F3A2-4F0D-A6A1-A947F513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234FC0-17BF-4C9C-B104-0C4EEF83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Handle errors and timeouts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C1C53E-B1C4-4198-B621-2D704C84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A5CC75-F5C0-435B-A4C7-CB607D84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DF5B79-D9D4-46DE-B42B-54A7AE5F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Return a meaningful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9C57BD-5DB6-4189-9848-70DF7F06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AD1E10-E874-4E80-A75B-D93DD1D8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243C20-8B1A-4860-BC68-5F3D4916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Control target scope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23EDF5-EB16-4475-B6E1-96698771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B33A86-011B-4EB9-8BA2-E2697B62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43D6D1-7D46-4CF4-ACFB-B789AD91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Protect access credentials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7ED7ED-9505-461A-B4E0-3C529DC5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8EC006-EB65-495D-B069-E6627423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300297-B63F-411C-A203-C20C3ECC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Observe device and service state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400E06-F8D2-4AD9-B7A0-F068BD87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01BD29-B2EA-46E0-8063-18B4829B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E74DD7-9E74-40E4-9740-7368D2AC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Retain evidence for investigation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8f2efb2df41f9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008f6f18b3452a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7956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3CD84-6FF3-4ED5-8896-2E688FAE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A112F-BF9C-45D2-B37A-E3273AB6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57034-FB77-4357-85DA-CF464867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3A2F5-4AFB-47A0-9E65-7D07E011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8BB8A-F15C-4EDE-830A-FCCFA954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Structured data contracts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66EED-08D3-4FD5-A7B9-0CB3F735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69858a00648b6"/>
          <a:stretch xmlns:a="http://schemas.openxmlformats.org/drawingml/2006/main"/>
        </p:blipFill>
        <p:spPr>
          <a:xfrm xmlns:a="http://schemas.openxmlformats.org/drawingml/2006/main">
            <a:off x="1050758" y="1571625"/>
            <a:ext cx="10090484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8E814-57BC-4960-8AA8-5FE8865D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4EF96-5291-41E6-841A-5B94FC7B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JSON, YAML, XML, and Python dictionaries represent the same intent in forms suited to different consumers.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ab778335d4066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f3c350fab4353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9750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E08819-79B9-491A-AA47-CDA5255F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2EB6F-8FD5-4B76-AE1E-1F2F9A7F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34853-1E28-4E2C-9980-6C4CA3A6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463A2-AA35-41A9-AFA8-19795637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8958D-C6F3-417A-B504-D19C3934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Python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956DC-A3F9-47A4-AADC-F499B7DE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84C55-1679-4C81-B88E-B25BF746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E37A8-86F5-4C89-B4AA-00E4F97A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Application logic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FC48B-05BC-4D59-9F51-5DA8CF7C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Common libraries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92941-EACD-45F1-9824-0D253935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295A6-2BC2-4EBF-AA6E-FDBE980C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D2A95-4405-487B-B16F-88D40BAD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Functions separate responsibilities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09227-4789-4C9A-AD38-88B9FEC3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95726-1ADB-4EA0-A231-B6BC35DC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5B0B0F-F6B0-42CE-89F0-399721F1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Exceptions expose failure conditions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9FE33-F9BE-4F59-9AA1-A5C97191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1FAF88-41A4-4D17-912A-2428BD9E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E0E15D-8F68-493D-956D-4C549168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Logging records context and outcome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BF55B-3BA0-4213-9648-56D7F735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D1D056-FFD5-4F1A-93E3-3A5A747E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4FFDED-2594-40DF-A1F3-36B7307C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Virtual environments isolate dependencies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8F88E2-2179-4A92-ABB5-828D1871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0B3EDD-0A48-489A-BB9A-BAEF349D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44EA69-055F-49DC-A203-0293344C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requests for HTTP APIs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2D08D8-014C-4C06-B84C-EE4F083B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EFC6DB-929C-4C53-A439-D8B3E908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FF055C-56DA-4E7C-85A9-06A40E42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ncclient for NETCONF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D7F926-FCB1-44DF-B081-2FCDEFE7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C9D21D-AC5D-42B5-83D8-7184E273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F50569-159D-4210-98FF-265974A3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Netmiko for CLI automation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802F38-FBA8-4496-9ED3-142356E0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EDC7B7-114D-494D-87BF-B08DA9D5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104564-BD7C-4B22-8ECA-DF5B0D50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Flask for service interfaces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a10f6992a4466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f65269f0c4d32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7293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124A0F-D0E1-4D33-9B4D-3CDC2715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3A122-51D1-4BB8-9E7D-9FBE63D1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1CB92-FA2F-4EE3-A11E-602E3713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A1B99-F4E1-483E-B0CA-4F13742B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B6F3B-9BFF-41B0-9A55-025283EF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API request lifecycle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BEC79-BCD0-4423-8612-7D301BA0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85038-629F-4569-A7B4-3AABCD64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ADBAF-472D-4BB9-8553-81FC3141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Before the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52FB4-61D3-4958-8840-7406DB99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After the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4E5B8-2F2B-43FD-9470-F7C1969B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6D558-F99C-45C0-8130-C8389298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77F65-88E1-4EE9-889D-C5369A2A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Select the resource and method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811C2-F6B8-449B-9A8A-92220A15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56E6D-BF93-4E00-A50B-44A037C7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C3462-721A-496A-BBF6-E3E7B0EC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Build headers and authentication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1D8173-3D81-4060-88B3-FB464722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380582-79AD-4C3D-A099-A12DB64E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23BB4F-9188-4245-9698-9D1C0016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Validate input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B69EF4-B681-492B-9896-96CC8218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56E375-A2BD-4F08-AA99-9491AE74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CEDE07-60E9-4403-900D-127D49F1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Set a bounded timeout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AFD019-FE26-460F-8CF3-7EB7CDAB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AB71ED-E2D2-4302-8FD5-4804D8BD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3C645A-4B63-4DCE-AD6A-BA77BD93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Check the status code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D96833-FB30-4D1B-ACC0-4FB9CF3D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F00C6B-D298-4ABD-A767-4E4FC7A5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49C8E6-35D4-4E2A-835C-353DBA52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Parse the declared format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5DCFED-0AD0-4AC5-9A53-A5F8D650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11460E-C79C-4BA5-B00E-2CACA918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C791E7-F893-4C75-86AA-8B46B9AF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Validate required fields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86EA0B-E652-4074-B98C-189A5539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D20FBC-BA53-4305-A4A4-71C15531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27651A-260A-45E8-A81E-95EBBD4E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Log context without secrets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98184507b4bd2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d62a7afda4961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478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B5B49-F62F-4179-959A-9EBE0AC5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46FC7-64B1-479E-87A7-9BC8F5BB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F14D8-43C8-4AFC-A1CB-2B516074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0DD50-6E8B-4F6C-88E9-9FF3C908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60BDE-79F2-4800-A955-C1290205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Interface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4ABE2-CFDF-494A-876C-C3A0F51A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0963994e042c8"/>
          <a:stretch xmlns:a="http://schemas.openxmlformats.org/drawingml/2006/main"/>
        </p:blipFill>
        <p:spPr>
          <a:xfrm xmlns:a="http://schemas.openxmlformats.org/drawingml/2006/main">
            <a:off x="1050758" y="1571625"/>
            <a:ext cx="10090484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61F4D-AA34-4E74-B65F-CD10FE65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D04AC-7D87-40A4-87B9-6F1F0B77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correct interface depends on data structure, transaction support, platform capability, and the evidence the workflow must collect.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76bbec0d54d9a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ee05a10784a3e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397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289D01-CDB1-41D3-BD07-D197765A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BE86E-C8F7-4666-9055-EE212800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19A2B-C619-413F-BB26-2BEB5BEE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7700F-22F6-4185-B822-6D856365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4B655-E9CE-4CEC-A7A4-CF6CF246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Ansible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E341E-2CAE-438C-9FD3-D45BC737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F9C5E-F9B2-45B2-97EF-EF8A72BB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5676B-527A-4036-83F6-4284C6DE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Core objects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98B76-8432-44CD-91F0-3FDE1598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Operational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95CB4-A9B6-4192-A743-093CD864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2FCBC-D29F-42AB-A92D-C89CA262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B9766-54F8-48FB-BE99-A197C618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Inventory identifies managed targets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BB1D22-A883-4C93-92C3-8358F801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67EB0-397C-4E32-93AB-DAC5FA4D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31338C-3D7A-4720-A742-AFCED18B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Variables describe desired values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49B858-3D4C-4706-ABDB-95121314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4BA5F8-C8C4-44C8-A980-155941CE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65990F-4553-47D6-A8E1-7DC1D448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Playbooks coordinate tasks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CEB89C-9CDB-4AB3-8A07-C3A033F4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8A1C14-C43A-45B9-80ED-00D2C325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D19587-9FF0-4D9C-B508-0F761869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Roles package reusable behavior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931D8A-2580-4B93-9B0B-97F45B52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C27D70-BCFD-4E91-ABA6-BA085FA1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856A93-A0EA-4F95-A59B-94CCF46F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Limit the target scope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B5D8FD-DE98-4529-8D4B-AE87CD17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2E5A8A-D8B5-4F11-A24C-556FDB88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55DF27-1B12-48E5-A663-8858DEB9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Protect credentials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FFD70F-139F-4EB1-BE3A-53C70D0E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EE27C0-F814-49F9-8E0F-E858B388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80E4F1-FC60-440A-A572-D80C7141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Check idempotence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C4140D-5B71-46FA-86BF-B0E1A5B1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84D6FD-DC39-4D7D-86BF-760EDE37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571746-3E11-436A-A09E-761C9796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Capture changed and failed results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6dba67eb2470d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14ab260a34da5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9390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07477-C8DE-4B92-976B-3F058B2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F22B5-F9CC-446A-AA95-CFC87A83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6B849-26B4-4732-8CF0-02CF369A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E32D1-4AFF-450E-BDF1-D2DA2F1B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269A1-8F18-4FB5-9DCF-927DA596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Intent and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CC7A9-94F8-4471-8941-D2249039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0d1b3ab8104a67"/>
          <a:stretch xmlns:a="http://schemas.openxmlformats.org/drawingml/2006/main"/>
        </p:blipFill>
        <p:spPr>
          <a:xfrm xmlns:a="http://schemas.openxmlformats.org/drawingml/2006/main">
            <a:off x="1050758" y="1571625"/>
            <a:ext cx="10090484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BAEE8-9A52-42E7-AFE0-A78C8BE0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B64AD-E2D2-4EB9-B1D0-C9548365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 safe workflow distinguishes what should exist, what the tool applied, and what the service now reports.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d1192985946d0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a2f79ddec4dac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8685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EAA31-679E-422E-BCAD-5BE0BFE5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B5102-7F10-4185-9CFB-66CB5372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05C90-3441-48EB-87E8-CF21ED68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609F1-5140-42B3-ADBA-26B73499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45292-FEFB-435C-9CF2-A89DD6ED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Model-driven telemetry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B74AE-1C9E-4F5C-99AF-FA9A6C36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b8245b91840df"/>
          <a:stretch xmlns:a="http://schemas.openxmlformats.org/drawingml/2006/main"/>
        </p:blipFill>
        <p:spPr>
          <a:xfrm xmlns:a="http://schemas.openxmlformats.org/drawingml/2006/main">
            <a:off x="1050758" y="1571625"/>
            <a:ext cx="10090484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6C271-9F08-49FC-9BCE-8945F76F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F2998-0F5B-4840-B0F4-D555DF77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Streaming telemetry delivers structured updates continuously, while polling asks for selected state at scheduled intervals.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e9159e7b040cb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e22ba26cb441e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853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42D989-9B38-409B-85EC-B705A693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B8B80-8B88-4209-BD9E-568D55BA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D617A-07C9-4DC0-B69A-BDC99DE5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68291-5DDF-4DFB-94A0-2322AEC6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4602A-2E35-4C9B-8D60-9F4A6507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Git essentials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6959E-2E95-479B-96F1-08ADDB24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360B5-BEE5-4923-9636-F073BB11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F0FE5-0398-42E9-AF8C-C70EE49D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Local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692FD-F3FB-4F1B-B129-971B21CC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Team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EEC4A-B584-49B4-993A-33DE7560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649E1-0E29-4BCA-99C4-B330CF72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792D6-970B-49D2-A772-A4BC4DC5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git status and git diff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287BF-200F-4BE6-8FF7-2F921CDD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82B82E-D32C-4521-B648-5F3DA99F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3B00FC-8EC7-42A3-B6C2-0A401AE8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git add and git commit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4E4715-B45A-4D60-94E1-73F918AA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8983D5-7D4D-4DD9-94DC-BB58F635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B4139D-5B89-41A5-9FB5-0D75B820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git log and git show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70207A-916D-4FB6-8426-6B0D3DED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5F6560-CCD4-4EDB-91E3-21FC337C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5777BA-B5F0-4746-9E80-BFD321AF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git branch and git switch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3512EB-A19C-4F34-831F-B93A1BB5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22219C-07D1-431E-9748-7CC29335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C09E1A-89C7-4310-92F7-188433C5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Pull before starting work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DF31E3-36BE-4CF7-AB7E-ECED2485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D5FFBC-1023-48BC-8735-8BF9F56E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D341A9-FE04-4606-8B19-C5371106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Use a focused branch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8C8130-62D5-483D-85EC-43A14C1A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E2E8C7-E9DE-4C36-A6EC-71DAC5CF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626540-B142-4AE9-B294-BEBB6E07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Push reviewable commits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C8E0FE-2282-4C1B-936D-41941452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4B0CA2-3B12-4A59-88DE-DD0894D0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F1DD3E-B4AD-4FEF-95DF-48B2CB46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Resolve conflicts with context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3363e8a024ede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9e777709e43c8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7921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76AF8B-0AB8-4F28-A3CA-5E3060F8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428BD-411E-4701-A1EE-0D2D6D61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C44AD-D2FA-4B0B-A386-02218E72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CFDD3-C144-4816-BEC7-7B689F02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3581A-B0CB-4213-9E2A-A437DCC3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Testing boundaries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276A9-E06F-4FB2-BE5B-E643B8C3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3B844-DCDE-4A8F-BBAE-1BB0F7DC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863C3-8DB3-46CD-95E1-8BFB5367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Offline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9A44A-A5D9-4B01-9A3D-B1DFABBB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Connected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0AD4D-BE94-49E4-93D9-734245FF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EF0CF-A782-4CD9-B543-7C97FFD2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C2745-71FB-4783-BF9F-C5BAA798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Data parsing and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E1276-0A61-4906-AAA1-1924E23D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F0FA1-EBA0-4249-9A4E-152992A8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6A8D4-3E88-4FC3-A1C2-94E8ADB6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Template rendering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F1E83-3398-46E2-95C2-F0475B35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247FD0-7C35-4C40-BA2E-4C7D22F4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76D957-6CF1-4FEC-9C2F-23C26DF0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Business 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B97CC5-7B62-4605-8F5A-4BDA29AE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81ACAF-8595-4FAB-860A-89B64987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1BCE83-D390-40FD-BDC5-2760D1F5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Error handling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5FFF7B-0A37-43DB-ADA6-BEEFB1B1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6CF3DB-FA40-4336-9626-2D566E02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4659B2-A51B-4AC1-A009-910225D1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Authentication and reachability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10B6B2-8FDE-4559-95C1-88BA3140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40D78D-4FD6-4361-936B-08B581D9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BD3C6B-2B75-4C1F-93F4-4D9196D0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API and device behavior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3985EA-90CE-4888-A1A6-DEC4DF7A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060BB5-51DF-472F-AB29-683375EF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847B67-F6D9-4F6E-A77E-98560BC4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Configuration state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26AC61-9F95-40CD-BC9C-94E9F9F2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D928DA-E62A-4D02-8D96-AFCA8B83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218C0A-5CAA-4BC5-BEAF-AE04CEBE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Service outcome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7cc8e63684f80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30e3c075546f1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3251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6499C-B383-4026-89C8-3BA608B6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632D6-6EE1-4521-866A-BC4939C5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C49BC-B432-41C0-99EE-5460D10F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3F239-FBDA-4C65-9071-577CBC63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51AEA-2B01-469D-8FF6-CF275EA9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Key takeaways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70493-A602-4768-B487-FD67BDFA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FF1B4-4AC1-45CD-8D07-ED554D95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rPr>
              <a:t>Network automation already combines software logic, structured data, device interfaces, and operational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54816-A314-4394-BB4C-C4865C85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0AD3B-40DB-4673-A834-A1DF1A15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Treat input data as a 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5BD9D-605B-47E8-AB95-0C5CDF2F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81196-1E8A-447E-8098-F58B071B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Choose interfaces according to the required 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B9B3F-7C5D-47FA-893C-08286184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C478B-FF3E-4404-B9D8-F63C4956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Separate intended, applied, and operational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D5095C-E726-4F45-A50E-75625A37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24764-E329-4FB5-835A-00EAF911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Keep source and decisions in Git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b50aaeef24d2e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2b1646bc043d1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874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9680C-CF8C-416A-8A4B-9579CA4D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ADD74-45DC-46B7-9398-7FD62F36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15DA5-B32A-4FC6-859C-06817DFF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29640-11B7-4BC2-88F0-B9DDBE0F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58D9F-6EA0-413E-8BF4-B4869FE5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Module 0 complete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47805-32D1-4C5D-9143-08EA9C8F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EA8EE-3E7C-4ABF-BCA6-5A5A0946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21920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EECCA-854B-491A-BC7D-4B5936B6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03CD4-EC51-48A3-AFB9-B96B11C5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876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F5DDA-738A-4715-B956-FA43FA60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 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79E9E-C5B1-4A96-B234-83CFB1EE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4800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CDE9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DE9F7"/>
                </a:solidFill>
                <a:latin typeface="Helvetica Neue"/>
                <a:ea typeface="Helvetica Neue"/>
                <a:cs typeface="Helvetica Neue"/>
              </a:rPr>
              <a:t>Next: Introducing the DevOps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54BA0-472E-4FF1-93D6-6921D1A7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B648E5-6C31-4C6C-AE14-38400644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386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Review the key concepts before continuing.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e8c52465b4a9c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231d930e94361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2088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2026-09-24T13:15:13.5120000Z</dcterms:created>
  <dcterms:modified xsi:type="dcterms:W3CDTF">2026-09-24T13:15:13.5120000Z</dcterms:modified>
</coreProperties>
</file>